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handoutMasters/handoutMaster1.xml" ContentType="application/vnd.openxmlformats-officedocument.presentationml.handout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openxmlformats.org/package/2006/relationships/metadata/thumbnail" Target="docProps/thumbnail.jpeg"/></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58" r:id="rId1"/>
  </p:sldMasterIdLst>
  <p:notesMasterIdLst>
    <p:notesMasterId r:id="rId2"/>
  </p:notesMasterIdLst>
  <p:handoutMasterIdLst>
    <p:handoutMasterId r:id="rId3"/>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12192000" cy="6858000"/>
  <p:notesSz cx="6857895" cy="9143861"/>
  <p:kinsoku lang="zh-CN" invalStChars="!%),.:;?]}¨·ˇˉ་―‖’”…‰∶、。〃々〉》」』】〕〗！＂＇％），．：；？］｀｜｝～￠&gt;¢°′″›℃〞︶︺︾﹀﹄﹚﹜﹞" invalEndChars="([{·‘“〈《「『【〔〖（．［｛￡￥$£¥〝﹙﹛﹝＄"/>
  <p:defaultTextStyle>
    <a:defPPr>
      <a:defRPr lang="zh-CN"/>
    </a:defPPr>
    <a:lvl1pPr marL="0" indent="0" algn="l" defTabSz="914400" eaLnBrk="1" fontAlgn="auto" latinLnBrk="0" hangingPunct="1">
      <a:buNone/>
      <a:defRPr sz="1800" kern="1200">
        <a:solidFill>
          <a:schemeClr val="tx1"/>
        </a:solidFill>
        <a:latin typeface="文泉驿正黑" pitchFamily="0" charset="0"/>
        <a:ea typeface="宋体" pitchFamily="0" charset="0"/>
        <a:cs typeface="文泉驿正黑" pitchFamily="0" charset="0"/>
      </a:defRPr>
    </a:lvl1pPr>
    <a:lvl2pPr marL="457200" indent="0" algn="l" defTabSz="914400" eaLnBrk="1" fontAlgn="auto" latinLnBrk="0" hangingPunct="1">
      <a:buNone/>
      <a:defRPr sz="1800" kern="1200">
        <a:solidFill>
          <a:schemeClr val="tx1"/>
        </a:solidFill>
        <a:latin typeface="文泉驿正黑" pitchFamily="0" charset="0"/>
        <a:ea typeface="宋体" pitchFamily="0" charset="0"/>
        <a:cs typeface="文泉驿正黑" pitchFamily="0" charset="0"/>
      </a:defRPr>
    </a:lvl2pPr>
    <a:lvl3pPr marL="914400" indent="0" algn="l" defTabSz="914400" eaLnBrk="1" fontAlgn="auto" latinLnBrk="0" hangingPunct="1">
      <a:buNone/>
      <a:defRPr sz="1800" kern="1200">
        <a:solidFill>
          <a:schemeClr val="tx1"/>
        </a:solidFill>
        <a:latin typeface="文泉驿正黑" pitchFamily="0" charset="0"/>
        <a:ea typeface="宋体" pitchFamily="0" charset="0"/>
        <a:cs typeface="文泉驿正黑" pitchFamily="0" charset="0"/>
      </a:defRPr>
    </a:lvl3pPr>
    <a:lvl4pPr marL="1371600" indent="0" algn="l" defTabSz="914400" eaLnBrk="1" fontAlgn="auto" latinLnBrk="0" hangingPunct="1">
      <a:buNone/>
      <a:defRPr sz="1800" kern="1200">
        <a:solidFill>
          <a:schemeClr val="tx1"/>
        </a:solidFill>
        <a:latin typeface="文泉驿正黑" pitchFamily="0" charset="0"/>
        <a:ea typeface="宋体" pitchFamily="0" charset="0"/>
        <a:cs typeface="文泉驿正黑" pitchFamily="0" charset="0"/>
      </a:defRPr>
    </a:lvl4pPr>
    <a:lvl5pPr marL="1828800" indent="0" algn="l" defTabSz="914400" eaLnBrk="1" fontAlgn="auto" latinLnBrk="0" hangingPunct="1">
      <a:buNone/>
      <a:defRPr sz="1800" kern="1200">
        <a:solidFill>
          <a:schemeClr val="tx1"/>
        </a:solidFill>
        <a:latin typeface="文泉驿正黑" pitchFamily="0" charset="0"/>
        <a:ea typeface="宋体" pitchFamily="0" charset="0"/>
        <a:cs typeface="文泉驿正黑" pitchFamily="0" charset="0"/>
      </a:defRPr>
    </a:lvl5pPr>
    <a:lvl6pPr marL="2286000" indent="0" algn="l" defTabSz="914400" eaLnBrk="1" fontAlgn="auto" latinLnBrk="0" hangingPunct="1">
      <a:buNone/>
      <a:defRPr sz="1800" kern="1200">
        <a:solidFill>
          <a:schemeClr val="tx1"/>
        </a:solidFill>
        <a:latin typeface="文泉驿正黑" pitchFamily="0" charset="0"/>
        <a:ea typeface="宋体" pitchFamily="0" charset="0"/>
        <a:cs typeface="文泉驿正黑" pitchFamily="0" charset="0"/>
      </a:defRPr>
    </a:lvl6pPr>
    <a:lvl7pPr marL="2743200" indent="0" algn="l" defTabSz="914400" eaLnBrk="1" fontAlgn="auto" latinLnBrk="0" hangingPunct="1">
      <a:buNone/>
      <a:defRPr sz="1800" kern="1200">
        <a:solidFill>
          <a:schemeClr val="tx1"/>
        </a:solidFill>
        <a:latin typeface="文泉驿正黑" pitchFamily="0" charset="0"/>
        <a:ea typeface="宋体" pitchFamily="0" charset="0"/>
        <a:cs typeface="文泉驿正黑" pitchFamily="0" charset="0"/>
      </a:defRPr>
    </a:lvl7pPr>
    <a:lvl8pPr marL="3200400" indent="0" algn="l" defTabSz="914400" eaLnBrk="1" fontAlgn="auto" latinLnBrk="0" hangingPunct="1">
      <a:buNone/>
      <a:defRPr sz="1800" kern="1200">
        <a:solidFill>
          <a:schemeClr val="tx1"/>
        </a:solidFill>
        <a:latin typeface="文泉驿正黑" pitchFamily="0" charset="0"/>
        <a:ea typeface="宋体" pitchFamily="0" charset="0"/>
        <a:cs typeface="文泉驿正黑" pitchFamily="0" charset="0"/>
      </a:defRPr>
    </a:lvl8pPr>
    <a:lvl9pPr marL="3200400" indent="0" algn="l" defTabSz="914400" eaLnBrk="1" fontAlgn="auto" latinLnBrk="0" hangingPunct="1">
      <a:buNone/>
      <a:defRPr sz="1800" kern="1200">
        <a:solidFill>
          <a:schemeClr val="tx1"/>
        </a:solidFill>
        <a:latin typeface="文泉驿正黑" pitchFamily="0" charset="0"/>
        <a:ea typeface="宋体" pitchFamily="0" charset="0"/>
        <a:cs typeface="文泉驿正黑"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clrMru>
    <a:srgbClr val="5B9BD5"/>
    <a:srgbClr val="ED7D31"/>
    <a:srgbClr val="0000FF"/>
    <a:srgbClr val="26D2B5"/>
    <a:srgbClr val="47DAA4"/>
    <a:srgbClr val="00A7C5"/>
    <a:srgbClr val="9BE5FF"/>
    <a:srgbClr val="00BEC4"/>
    <a:srgbClr val="B4F183"/>
    <a:srgbClr val="71E39D"/>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715" autoAdjust="0"/>
    <p:restoredTop sz="91364"/>
  </p:normalViewPr>
  <p:slideViewPr>
    <p:cSldViewPr snapToGrid="0">
      <p:cViewPr varScale="1">
        <p:scale>
          <a:sx n="97" d="100"/>
          <a:sy n="97" d="100"/>
        </p:scale>
        <p:origin x="0" y="0"/>
      </p:cViewPr>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theme" Target="theme/theme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5" name="页眉占位符"/>
          <p:cNvSpPr>
            <a:spLocks noGrp="1"/>
          </p:cNvSpPr>
          <p:nvPr>
            <p:ph type="hdr"/>
          </p:nvPr>
        </p:nvSpPr>
        <p:spPr>
          <a:xfrm rot="0">
            <a:off x="0" y="0"/>
            <a:ext cx="2971799" cy="458787"/>
          </a:xfrm>
          <a:prstGeom prst="rect"/>
          <a:noFill/>
          <a:ln w="9525" cmpd="sng" cap="flat">
            <a:noFill/>
            <a:prstDash val="solid"/>
            <a:miter/>
          </a:ln>
        </p:spPr>
        <p:txBody>
          <a:bodyPr vert="horz" wrap="square" lIns="91440" tIns="45720" rIns="91440" bIns="45720" anchor="t" anchorCtr="0">
            <a:prstTxWarp prst="textNoShape"/>
          </a:bodyPr>
          <a:lstStyle>
            <a:lvl1pPr marL="0" indent="0" algn="l" defTabSz="914400" fontAlgn="base" hangingPunct="0">
              <a:defRPr sz="1200">
                <a:latin typeface="Calibri" pitchFamily="0" charset="0"/>
                <a:ea typeface="宋体" pitchFamily="0" charset="0"/>
                <a:cs typeface="Calibri" pitchFamily="0" charset="0"/>
              </a:defRPr>
            </a:lvl1pPr>
          </a:lstStyle>
          <a:p>
            <a:pPr marL="0" indent="0"/>
            <a:endParaRPr lang="zh-CN" altLang="en-US" sz="1200">
              <a:latin typeface="Calibri" pitchFamily="0" charset="0"/>
              <a:ea typeface="宋体" pitchFamily="0" charset="0"/>
              <a:cs typeface="Calibri" pitchFamily="0" charset="0"/>
            </a:endParaRPr>
          </a:p>
        </p:txBody>
      </p:sp>
      <p:sp>
        <p:nvSpPr>
          <p:cNvPr id="56" name="日期占位符"/>
          <p:cNvSpPr>
            <a:spLocks noGrp="1"/>
          </p:cNvSpPr>
          <p:nvPr>
            <p:ph type="dt" idx="1"/>
          </p:nvPr>
        </p:nvSpPr>
        <p:spPr>
          <a:xfrm rot="0">
            <a:off x="3884613" y="0"/>
            <a:ext cx="2971800" cy="458787"/>
          </a:xfrm>
          <a:prstGeom prst="rect"/>
          <a:noFill/>
          <a:ln w="9525" cmpd="sng" cap="flat">
            <a:noFill/>
            <a:prstDash val="solid"/>
            <a:miter/>
          </a:ln>
        </p:spPr>
        <p:txBody>
          <a:bodyPr vert="horz" wrap="square" lIns="91440" tIns="45720" rIns="91440" bIns="45720" anchor="t" anchorCtr="0">
            <a:prstTxWarp prst="textNoShape"/>
          </a:bodyPr>
          <a:lstStyle>
            <a:lvl1pPr marL="0" indent="0" algn="r" defTabSz="914400" fontAlgn="base" hangingPunct="0">
              <a:defRPr sz="1200">
                <a:latin typeface="Calibri" pitchFamily="0" charset="0"/>
                <a:ea typeface="宋体" pitchFamily="0" charset="0"/>
                <a:cs typeface="Calibri" pitchFamily="0" charset="0"/>
              </a:defRPr>
            </a:lvl1pPr>
          </a:lstStyle>
          <a:p>
            <a:pPr marL="0" indent="0"/>
            <a:fld id="{CAD2D6BD-DE1B-4B5F-8B41-2702339687B9}" type="datetime5">
              <a:rPr lang="zh-CN" altLang="en-US" sz="1200">
                <a:latin typeface="Calibri" pitchFamily="0" charset="0"/>
                <a:ea typeface="宋体" pitchFamily="0" charset="0"/>
                <a:cs typeface="Calibri" pitchFamily="0" charset="0"/>
              </a:rPr>
              <a:t>2024/3/7</a:t>
            </a:fld>
            <a:endParaRPr lang="zh-CN" altLang="en-US" sz="1200">
              <a:latin typeface="Calibri" pitchFamily="0" charset="0"/>
              <a:ea typeface="宋体" pitchFamily="0" charset="0"/>
              <a:cs typeface="Calibri" pitchFamily="0" charset="0"/>
            </a:endParaRPr>
          </a:p>
        </p:txBody>
      </p:sp>
      <p:sp>
        <p:nvSpPr>
          <p:cNvPr id="57" name="页脚占位符"/>
          <p:cNvSpPr>
            <a:spLocks noGrp="1"/>
          </p:cNvSpPr>
          <p:nvPr>
            <p:ph type="ftr" idx="2"/>
          </p:nvPr>
        </p:nvSpPr>
        <p:spPr>
          <a:xfrm rot="0">
            <a:off x="0" y="8685213"/>
            <a:ext cx="2971799" cy="458787"/>
          </a:xfrm>
          <a:prstGeom prst="rect"/>
          <a:noFill/>
          <a:ln w="9525" cmpd="sng" cap="flat">
            <a:noFill/>
            <a:prstDash val="solid"/>
            <a:miter/>
          </a:ln>
        </p:spPr>
        <p:txBody>
          <a:bodyPr vert="horz" wrap="square" lIns="91440" tIns="45720" rIns="91440" bIns="45720" anchor="b" anchorCtr="0">
            <a:prstTxWarp prst="textNoShape"/>
          </a:bodyPr>
          <a:lstStyle>
            <a:lvl1pPr marL="0" indent="0" algn="l" defTabSz="914400" fontAlgn="base" hangingPunct="0">
              <a:defRPr sz="1200">
                <a:latin typeface="Calibri" pitchFamily="0" charset="0"/>
                <a:ea typeface="宋体" pitchFamily="0" charset="0"/>
                <a:cs typeface="Calibri" pitchFamily="0" charset="0"/>
              </a:defRPr>
            </a:lvl1pPr>
          </a:lstStyle>
          <a:p>
            <a:pPr marL="0" indent="0"/>
            <a:endParaRPr lang="zh-CN" altLang="en-US" sz="1200">
              <a:latin typeface="Calibri" pitchFamily="0" charset="0"/>
              <a:ea typeface="宋体" pitchFamily="0" charset="0"/>
              <a:cs typeface="Calibri" pitchFamily="0" charset="0"/>
            </a:endParaRPr>
          </a:p>
        </p:txBody>
      </p:sp>
      <p:sp>
        <p:nvSpPr>
          <p:cNvPr id="58" name="编号占位符"/>
          <p:cNvSpPr>
            <a:spLocks noGrp="1"/>
          </p:cNvSpPr>
          <p:nvPr>
            <p:ph type="sldNum" idx="3"/>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lvl1pPr marL="0" indent="0" algn="r" defTabSz="914400" fontAlgn="base" hangingPunct="0">
              <a:defRPr sz="1200">
                <a:latin typeface="Calibri" pitchFamily="0" charset="0"/>
                <a:ea typeface="宋体" pitchFamily="0" charset="0"/>
                <a:cs typeface="Calibri" pitchFamily="0" charset="0"/>
              </a:defRPr>
            </a:lvl1pPr>
          </a:lstStyle>
          <a:p>
            <a:pPr marL="0" indent="0"/>
            <a:fld id="{CAD2D6BD-DE1B-4B5F-8B41-2702339687B9}" type="slidenum">
              <a:rPr lang="en-US" altLang="zh-CN" sz="1200">
                <a:latin typeface="Calibri" pitchFamily="0" charset="0"/>
                <a:ea typeface="宋体" pitchFamily="0" charset="0"/>
                <a:cs typeface="Calibri" pitchFamily="0" charset="0"/>
              </a:rPr>
              <a:t>‹#›</a:t>
            </a:fld>
            <a:endParaRPr lang="zh-CN" altLang="en-US" sz="1200">
              <a:latin typeface="Calibri" pitchFamily="0" charset="0"/>
              <a:ea typeface="宋体" pitchFamily="0" charset="0"/>
              <a:cs typeface="Calibri" pitchFamily="0" charset="0"/>
            </a:endParaRPr>
          </a:p>
        </p:txBody>
      </p:sp>
    </p:spTree>
    <p:extLst>
      <p:ext uri="{BB962C8B-B14F-4D97-AF65-F5344CB8AC3E}">
        <p14:creationId xmlns:p14="http://schemas.microsoft.com/office/powerpoint/2010/main" val="182431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9" name="页眉占位符"/>
          <p:cNvSpPr>
            <a:spLocks noGrp="1"/>
          </p:cNvSpPr>
          <p:nvPr>
            <p:ph type="hdr"/>
          </p:nvPr>
        </p:nvSpPr>
        <p:spPr>
          <a:xfrm rot="0">
            <a:off x="0" y="0"/>
            <a:ext cx="2971799" cy="458787"/>
          </a:xfrm>
          <a:prstGeom prst="rect"/>
          <a:noFill/>
          <a:ln w="9525" cmpd="sng" cap="flat">
            <a:noFill/>
            <a:prstDash val="solid"/>
            <a:miter/>
          </a:ln>
        </p:spPr>
        <p:txBody>
          <a:bodyPr vert="horz" wrap="square" lIns="91440" tIns="45720" rIns="91440" bIns="45720" anchor="t" anchorCtr="0">
            <a:prstTxWarp prst="textNoShape"/>
          </a:bodyPr>
          <a:lstStyle>
            <a:lvl1pPr marL="0" indent="0" algn="l" defTabSz="914400" fontAlgn="base" hangingPunct="0">
              <a:defRPr sz="1200">
                <a:latin typeface="等线" pitchFamily="0" charset="0"/>
                <a:ea typeface="等线" pitchFamily="0" charset="0"/>
                <a:cs typeface="等线" pitchFamily="0" charset="0"/>
              </a:defRPr>
            </a:lvl1pPr>
          </a:lstStyle>
          <a:p>
            <a:pPr marL="0" indent="0"/>
            <a:endParaRPr lang="zh-CN" altLang="en-US" sz="1200">
              <a:latin typeface="等线" pitchFamily="0" charset="0"/>
              <a:ea typeface="等线" pitchFamily="0" charset="0"/>
              <a:cs typeface="等线" pitchFamily="0" charset="0"/>
            </a:endParaRPr>
          </a:p>
        </p:txBody>
      </p:sp>
      <p:sp>
        <p:nvSpPr>
          <p:cNvPr id="50" name="日期占位符"/>
          <p:cNvSpPr>
            <a:spLocks noGrp="1"/>
          </p:cNvSpPr>
          <p:nvPr>
            <p:ph type="dt" idx="1"/>
          </p:nvPr>
        </p:nvSpPr>
        <p:spPr>
          <a:xfrm rot="0">
            <a:off x="3884613" y="0"/>
            <a:ext cx="2971800" cy="458787"/>
          </a:xfrm>
          <a:prstGeom prst="rect"/>
          <a:noFill/>
          <a:ln w="9525" cmpd="sng" cap="flat">
            <a:noFill/>
            <a:prstDash val="solid"/>
            <a:miter/>
          </a:ln>
        </p:spPr>
        <p:txBody>
          <a:bodyPr vert="horz" wrap="square" lIns="91440" tIns="45720" rIns="91440" bIns="45720" anchor="t" anchorCtr="0">
            <a:prstTxWarp prst="textNoShape"/>
          </a:bodyPr>
          <a:lstStyle>
            <a:lvl1pPr marL="0" indent="0" algn="r" defTabSz="914400" fontAlgn="base" hangingPunct="0">
              <a:defRPr sz="1200">
                <a:latin typeface="等线" pitchFamily="0" charset="0"/>
                <a:ea typeface="等线" pitchFamily="0" charset="0"/>
                <a:cs typeface="等线" pitchFamily="0" charset="0"/>
              </a:defRPr>
            </a:lvl1pPr>
          </a:lstStyle>
          <a:p>
            <a:pPr marL="0" indent="0"/>
            <a:fld id="{CAD2D6BD-DE1B-4B5F-8B41-2702339687B9}" type="datetime5">
              <a:rPr lang="zh-CN" altLang="en-US" sz="1200">
                <a:latin typeface="等线" pitchFamily="0" charset="0"/>
                <a:ea typeface="等线" pitchFamily="0" charset="0"/>
                <a:cs typeface="等线" pitchFamily="0" charset="0"/>
              </a:rPr>
              <a:t>2024/3/7</a:t>
            </a:fld>
            <a:endParaRPr lang="zh-CN" altLang="en-US" sz="1200">
              <a:latin typeface="等线" pitchFamily="0" charset="0"/>
              <a:ea typeface="等线" pitchFamily="0" charset="0"/>
              <a:cs typeface="等线" pitchFamily="0" charset="0"/>
            </a:endParaRPr>
          </a:p>
        </p:txBody>
      </p:sp>
      <p:sp>
        <p:nvSpPr>
          <p:cNvPr id="51" name="文本"/>
          <p:cNvSpPr>
            <a:spLocks noGrp="1" noChangeAspect="1"/>
          </p:cNvSpPr>
          <p:nvPr>
            <p:ph type="sldImg" idx="2"/>
          </p:nvPr>
        </p:nvSpPr>
        <p:spPr>
          <a:xfrm rot="0">
            <a:off x="685800" y="1143000"/>
            <a:ext cx="5486400" cy="3086100"/>
          </a:xfrm>
          <a:prstGeom prst="rect"/>
          <a:noFill/>
          <a:ln w="12700" cmpd="sng" cap="flat">
            <a:solidFill>
              <a:srgbClr val="000000"/>
            </a:solidFill>
            <a:prstDash val="solid"/>
            <a:round/>
          </a:ln>
        </p:spPr>
      </p:sp>
      <p:sp>
        <p:nvSpPr>
          <p:cNvPr id="52" name=""/>
          <p:cNvSpPr>
            <a:spLocks noGrp="1"/>
          </p:cNvSpPr>
          <p:nvPr>
            <p:ph type="body" idx="3"/>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pPr marL="0" indent="0"/>
            <a:r>
              <a:rPr lang="zh-CN" altLang="en-US"/>
              <a:t>编辑母版文本样式</a:t>
            </a:r>
            <a:endParaRPr lang="en-US" altLang="zh-CN"/>
          </a:p>
          <a:p>
            <a:pPr lvl="1" marL="457200" indent="0"/>
            <a:r>
              <a:rPr lang="zh-CN" altLang="en-US"/>
              <a:t>第二级</a:t>
            </a:r>
            <a:endParaRPr lang="en-US" altLang="zh-CN"/>
          </a:p>
          <a:p>
            <a:pPr lvl="2" marL="914400" indent="0"/>
            <a:r>
              <a:rPr lang="zh-CN" altLang="en-US"/>
              <a:t>第三级</a:t>
            </a:r>
            <a:endParaRPr lang="en-US" altLang="zh-CN"/>
          </a:p>
          <a:p>
            <a:pPr lvl="3" marL="1371600" indent="0"/>
            <a:r>
              <a:rPr lang="zh-CN" altLang="en-US"/>
              <a:t>第四级</a:t>
            </a:r>
            <a:endParaRPr lang="en-US" altLang="zh-CN"/>
          </a:p>
          <a:p>
            <a:pPr lvl="4" marL="1828800" indent="0"/>
            <a:r>
              <a:rPr lang="zh-CN" altLang="en-US"/>
              <a:t>第五级</a:t>
            </a:r>
            <a:endParaRPr lang="zh-CN" altLang="en-US"/>
          </a:p>
        </p:txBody>
      </p:sp>
      <p:sp>
        <p:nvSpPr>
          <p:cNvPr id="53" name="页脚占位符"/>
          <p:cNvSpPr>
            <a:spLocks noGrp="1"/>
          </p:cNvSpPr>
          <p:nvPr>
            <p:ph type="ftr" idx="4"/>
          </p:nvPr>
        </p:nvSpPr>
        <p:spPr>
          <a:xfrm rot="0">
            <a:off x="0" y="8685213"/>
            <a:ext cx="2971799" cy="458787"/>
          </a:xfrm>
          <a:prstGeom prst="rect"/>
          <a:noFill/>
          <a:ln w="9525" cmpd="sng" cap="flat">
            <a:noFill/>
            <a:prstDash val="solid"/>
            <a:miter/>
          </a:ln>
        </p:spPr>
        <p:txBody>
          <a:bodyPr vert="horz" wrap="square" lIns="91440" tIns="45720" rIns="91440" bIns="45720" anchor="b" anchorCtr="0">
            <a:prstTxWarp prst="textNoShape"/>
          </a:bodyPr>
          <a:lstStyle>
            <a:lvl1pPr marL="0" indent="0" algn="l" defTabSz="914400" fontAlgn="base" hangingPunct="0">
              <a:defRPr sz="1200">
                <a:latin typeface="等线" pitchFamily="0" charset="0"/>
                <a:ea typeface="等线" pitchFamily="0" charset="0"/>
                <a:cs typeface="等线" pitchFamily="0" charset="0"/>
              </a:defRPr>
            </a:lvl1pPr>
          </a:lstStyle>
          <a:p>
            <a:pPr marL="0" indent="0"/>
            <a:endParaRPr lang="zh-CN" altLang="en-US" sz="1200">
              <a:latin typeface="等线" pitchFamily="0" charset="0"/>
              <a:ea typeface="等线" pitchFamily="0" charset="0"/>
              <a:cs typeface="等线" pitchFamily="0" charset="0"/>
            </a:endParaRPr>
          </a:p>
        </p:txBody>
      </p:sp>
      <p:sp>
        <p:nvSpPr>
          <p:cNvPr id="54" name="编号占位符"/>
          <p:cNvSpPr>
            <a:spLocks noGrp="1"/>
          </p:cNvSpPr>
          <p:nvPr>
            <p:ph type="sldNum" idx="5"/>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lvl1pPr marL="0" indent="0" algn="r" defTabSz="914400" fontAlgn="base" hangingPunct="0">
              <a:defRPr sz="1200">
                <a:latin typeface="等线" pitchFamily="0" charset="0"/>
                <a:ea typeface="等线" pitchFamily="0" charset="0"/>
                <a:cs typeface="等线" pitchFamily="0" charset="0"/>
              </a:defRPr>
            </a:lvl1pPr>
          </a:lstStyle>
          <a:p>
            <a:pPr marL="0" indent="0"/>
            <a:fld id="{CAD2D6BD-DE1B-4B5F-8B41-2702339687B9}" type="slidenum">
              <a:rPr lang="en-US" altLang="zh-CN" sz="1200">
                <a:latin typeface="等线" pitchFamily="0" charset="0"/>
                <a:ea typeface="等线" pitchFamily="0" charset="0"/>
                <a:cs typeface="等线" pitchFamily="0" charset="0"/>
              </a:rPr>
              <a:t>‹#›</a:t>
            </a:fld>
            <a:endParaRPr lang="zh-CN" altLang="en-US" sz="1200">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1368419929"/>
      </p:ext>
    </p:extLst>
  </p:cSld>
  <p:clrMap bg1="lt1" tx1="dk1" bg2="lt2" tx2="dk2" accent1="accent1" accent2="accent2" accent3="accent3" accent4="accent4" accent5="accent5" accent6="accent6" hlink="hlink" folHlink="folHlink"/>
  <p:hf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itchFamily="0" charset="0"/>
        <a:ea typeface="等线" pitchFamily="0" charset="0"/>
        <a:cs typeface="等线" pitchFamily="0"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itchFamily="0" charset="0"/>
        <a:ea typeface="等线" pitchFamily="0" charset="0"/>
        <a:cs typeface="等线" pitchFamily="0"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itchFamily="0" charset="0"/>
        <a:ea typeface="等线" pitchFamily="0" charset="0"/>
        <a:cs typeface="等线" pitchFamily="0"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itchFamily="0" charset="0"/>
        <a:ea typeface="等线" pitchFamily="0" charset="0"/>
        <a:cs typeface="等线" pitchFamily="0"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itchFamily="0" charset="0"/>
        <a:ea typeface="等线" pitchFamily="0" charset="0"/>
        <a:cs typeface="等线" pitchFamily="0"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itchFamily="0" charset="0"/>
        <a:ea typeface="等线" pitchFamily="0" charset="0"/>
        <a:cs typeface="等线" pitchFamily="0"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itchFamily="0" charset="0"/>
        <a:ea typeface="等线" pitchFamily="0" charset="0"/>
        <a:cs typeface="等线" pitchFamily="0"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itchFamily="0" charset="0"/>
        <a:ea typeface="等线" pitchFamily="0" charset="0"/>
        <a:cs typeface="等线" pitchFamily="0"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等线" pitchFamily="0" charset="0"/>
        <a:ea typeface="等线" pitchFamily="0" charset="0"/>
        <a:cs typeface="等线" pitchFamily="0"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6" name=""/>
          <p:cNvSpPr>
            <a:spLocks noGrp="1" noChangeAspect="1"/>
          </p:cNvSpPr>
          <p:nvPr>
            <p:ph type="sldImg"/>
          </p:nvPr>
        </p:nvSpPr>
        <p:spPr>
          <a:xfrm rot="0">
            <a:off x="685800" y="1143000"/>
            <a:ext cx="5486400" cy="3086100"/>
          </a:xfrm>
          <a:prstGeom prst="rect"/>
          <a:noFill/>
          <a:ln w="12700" cmpd="sng" cap="flat">
            <a:solidFill>
              <a:srgbClr val="000000"/>
            </a:solidFill>
            <a:prstDash val="solid"/>
            <a:miter/>
          </a:ln>
        </p:spPr>
      </p:sp>
      <p:sp>
        <p:nvSpPr>
          <p:cNvPr id="67" name=""/>
          <p:cNvSpPr>
            <a:spLocks noGrp="1"/>
          </p:cNvSpPr>
          <p:nvPr>
            <p:ph type="body"/>
          </p:nvPr>
        </p:nvSpPr>
        <p:spPr>
          <a:xfrm rot="0">
            <a:off x="685800" y="4400550"/>
            <a:ext cx="5486400" cy="3600450"/>
          </a:xfrm>
          <a:prstGeom prst="rect"/>
          <a:noFill/>
          <a:ln w="9525" cmpd="sng" cap="flat">
            <a:noFill/>
            <a:prstDash val="solid"/>
            <a:round/>
          </a:ln>
        </p:spPr>
        <p:txBody>
          <a:bodyPr vert="horz" wrap="square" lIns="91440" tIns="45720" rIns="91440" bIns="45720" anchor="t" anchorCtr="0">
            <a:prstTxWarp prst="textNoShape"/>
          </a:bodyPr>
          <a:lstStyle/>
          <a:p>
            <a:endParaRPr lang="zh-CN" altLang="en-US"/>
          </a:p>
        </p:txBody>
      </p:sp>
      <p:sp>
        <p:nvSpPr>
          <p:cNvPr id="68" name="编号占位符"/>
          <p:cNvSpPr>
            <a:spLocks noGrp="1"/>
          </p:cNvSpPr>
          <p:nvPr>
            <p:ph type="sldNum"/>
          </p:nvPr>
        </p:nvSpPr>
        <p:spPr>
          <a:xfrm rot="0">
            <a:off x="3850442" y="9428583"/>
            <a:ext cx="2945659" cy="496332"/>
          </a:xfrm>
          <a:prstGeom prst="rect"/>
          <a:noFill/>
          <a:ln w="9525" cmpd="sng" cap="flat">
            <a:noFill/>
            <a:prstDash val="solid"/>
            <a:round/>
          </a:ln>
        </p:spPr>
        <p:txBody>
          <a:bodyPr vert="horz" wrap="square" lIns="91440" tIns="45720" rIns="91440" bIns="45720" anchor="b" anchorCtr="0">
            <a:prstTxWarp prst="textNoShape"/>
          </a:bodyPr>
          <a:lstStyle/>
          <a:p>
            <a:pPr marL="0" indent="0" eaLnBrk="1" latinLnBrk="0" hangingPunct="1"/>
            <a:fld id="{CAD2D6BD-DE1B-4B5F-8B41-2702339687B9}" type="slidenum">
              <a:rPr lang="en-US" altLang="zh-CN" sz="1200">
                <a:solidFill>
                  <a:srgbClr val="000000"/>
                </a:solidFill>
                <a:latin typeface="等线" pitchFamily="0" charset="0"/>
                <a:ea typeface="等线" pitchFamily="0" charset="0"/>
                <a:cs typeface="等线" pitchFamily="0" charset="0"/>
              </a:rPr>
              <a:t>1</a:t>
            </a:fld>
            <a:endParaRPr lang="zh-CN" altLang="en-US" sz="1200">
              <a:solidFill>
                <a:srgbClr val="000000"/>
              </a:solidFill>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2005700484"/>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7" name=""/>
          <p:cNvSpPr>
            <a:spLocks noGrp="1" noChangeAspect="1"/>
          </p:cNvSpPr>
          <p:nvPr>
            <p:ph type="sldImg"/>
          </p:nvPr>
        </p:nvSpPr>
        <p:spPr>
          <a:xfrm rot="0">
            <a:off x="685800" y="1143000"/>
            <a:ext cx="5486400" cy="3086100"/>
          </a:xfrm>
          <a:prstGeom prst="rect"/>
          <a:noFill/>
          <a:ln w="12700" cmpd="sng" cap="flat">
            <a:solidFill>
              <a:srgbClr val="000000"/>
            </a:solidFill>
            <a:prstDash val="solid"/>
            <a:round/>
          </a:ln>
        </p:spPr>
      </p:sp>
      <p:sp>
        <p:nvSpPr>
          <p:cNvPr id="128" name=""/>
          <p:cNvSpPr>
            <a:spLocks noGrp="1"/>
          </p:cNvSpPr>
          <p:nvPr>
            <p:ph type="body" idx="1"/>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79" name="编号占位符"/>
          <p:cNvSpPr>
            <a:spLocks noGrp="1"/>
          </p:cNvSpPr>
          <p:nvPr>
            <p:ph type="sldNum"/>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sz="1200">
                <a:latin typeface="等线" pitchFamily="0" charset="0"/>
                <a:ea typeface="等线" pitchFamily="0" charset="0"/>
                <a:cs typeface="等线" pitchFamily="0" charset="0"/>
              </a:rPr>
              <a:t>2</a:t>
            </a:fld>
            <a:endParaRPr lang="zh-CN" altLang="en-US" sz="1200">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1528574215"/>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37" name=""/>
          <p:cNvSpPr>
            <a:spLocks noGrp="1" noChangeAspect="1"/>
          </p:cNvSpPr>
          <p:nvPr>
            <p:ph type="sldImg"/>
          </p:nvPr>
        </p:nvSpPr>
        <p:spPr>
          <a:xfrm rot="0">
            <a:off x="685800" y="1143000"/>
            <a:ext cx="5486400" cy="3086100"/>
          </a:xfrm>
          <a:prstGeom prst="rect"/>
          <a:noFill/>
          <a:ln w="12700" cmpd="sng" cap="flat">
            <a:solidFill>
              <a:srgbClr val="000000"/>
            </a:solidFill>
            <a:prstDash val="solid"/>
            <a:round/>
          </a:ln>
        </p:spPr>
      </p:sp>
      <p:sp>
        <p:nvSpPr>
          <p:cNvPr id="138" name=""/>
          <p:cNvSpPr>
            <a:spLocks noGrp="1"/>
          </p:cNvSpPr>
          <p:nvPr>
            <p:ph type="body" idx="1"/>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139" name="编号占位符"/>
          <p:cNvSpPr>
            <a:spLocks noGrp="1"/>
          </p:cNvSpPr>
          <p:nvPr>
            <p:ph type="sldNum" idx="5"/>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a:latin typeface="等线" pitchFamily="0" charset="0"/>
                <a:ea typeface="等线" pitchFamily="0" charset="0"/>
                <a:cs typeface="等线" pitchFamily="0" charset="0"/>
              </a:rPr>
              <a:t>3</a:t>
            </a:fld>
            <a:endParaRPr lang="zh-CN" altLang="en-US">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200891400"/>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48" name=""/>
          <p:cNvSpPr>
            <a:spLocks noGrp="1" noChangeAspect="1"/>
          </p:cNvSpPr>
          <p:nvPr>
            <p:ph type="sldImg"/>
          </p:nvPr>
        </p:nvSpPr>
        <p:spPr>
          <a:xfrm rot="0">
            <a:off x="685800" y="1143000"/>
            <a:ext cx="5486400" cy="3086100"/>
          </a:xfrm>
          <a:prstGeom prst="rect"/>
          <a:noFill/>
          <a:ln w="12700" cmpd="sng" cap="flat">
            <a:solidFill>
              <a:srgbClr val="000000"/>
            </a:solidFill>
            <a:prstDash val="solid"/>
            <a:round/>
          </a:ln>
        </p:spPr>
      </p:sp>
      <p:sp>
        <p:nvSpPr>
          <p:cNvPr id="149" name=""/>
          <p:cNvSpPr>
            <a:spLocks noGrp="1"/>
          </p:cNvSpPr>
          <p:nvPr>
            <p:ph type="body" idx="1"/>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150" name="编号占位符"/>
          <p:cNvSpPr>
            <a:spLocks noGrp="1"/>
          </p:cNvSpPr>
          <p:nvPr>
            <p:ph type="sldNum" idx="5"/>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a:latin typeface="等线" pitchFamily="0" charset="0"/>
                <a:ea typeface="等线" pitchFamily="0" charset="0"/>
                <a:cs typeface="等线" pitchFamily="0" charset="0"/>
              </a:rPr>
              <a:t>4</a:t>
            </a:fld>
            <a:endParaRPr lang="zh-CN" altLang="en-US">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1366538014"/>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84" name=""/>
          <p:cNvSpPr>
            <a:spLocks noGrp="1" noChangeAspect="1"/>
          </p:cNvSpPr>
          <p:nvPr>
            <p:ph type="sldImg" idx="2"/>
          </p:nvPr>
        </p:nvSpPr>
        <p:spPr>
          <a:xfrm rot="0">
            <a:off x="685800" y="1143000"/>
            <a:ext cx="5486400" cy="3086100"/>
          </a:xfrm>
          <a:prstGeom prst="rect"/>
          <a:noFill/>
          <a:ln w="12700" cmpd="sng" cap="flat">
            <a:solidFill>
              <a:srgbClr val="000000"/>
            </a:solidFill>
            <a:prstDash val="solid"/>
            <a:round/>
          </a:ln>
        </p:spPr>
      </p:sp>
      <p:sp>
        <p:nvSpPr>
          <p:cNvPr id="185" name=""/>
          <p:cNvSpPr>
            <a:spLocks noGrp="1"/>
          </p:cNvSpPr>
          <p:nvPr>
            <p:ph type="body" idx="3"/>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80" name="编号占位符"/>
          <p:cNvSpPr>
            <a:spLocks noGrp="1"/>
          </p:cNvSpPr>
          <p:nvPr>
            <p:ph type="sldNum"/>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sz="1200">
                <a:latin typeface="等线" pitchFamily="0" charset="0"/>
                <a:ea typeface="等线" pitchFamily="0" charset="0"/>
                <a:cs typeface="等线" pitchFamily="0" charset="0"/>
              </a:rPr>
              <a:t>5</a:t>
            </a:fld>
            <a:endParaRPr lang="zh-CN" altLang="en-US" sz="1200">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721043568"/>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3" name=""/>
          <p:cNvSpPr>
            <a:spLocks noGrp="1" noChangeAspect="1"/>
          </p:cNvSpPr>
          <p:nvPr>
            <p:ph type="sldImg" idx="2"/>
          </p:nvPr>
        </p:nvSpPr>
        <p:spPr>
          <a:xfrm rot="0">
            <a:off x="685800" y="1143000"/>
            <a:ext cx="5486400" cy="3086100"/>
          </a:xfrm>
          <a:prstGeom prst="rect"/>
          <a:noFill/>
          <a:ln w="12700" cmpd="sng" cap="flat">
            <a:solidFill>
              <a:srgbClr val="000000"/>
            </a:solidFill>
            <a:prstDash val="solid"/>
            <a:round/>
          </a:ln>
        </p:spPr>
      </p:sp>
      <p:sp>
        <p:nvSpPr>
          <p:cNvPr id="214" name=""/>
          <p:cNvSpPr>
            <a:spLocks noGrp="1"/>
          </p:cNvSpPr>
          <p:nvPr>
            <p:ph type="body" idx="3"/>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81" name="编号占位符"/>
          <p:cNvSpPr>
            <a:spLocks noGrp="1"/>
          </p:cNvSpPr>
          <p:nvPr>
            <p:ph type="sldNum"/>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sz="1200">
                <a:latin typeface="等线" pitchFamily="0" charset="0"/>
                <a:ea typeface="等线" pitchFamily="0" charset="0"/>
                <a:cs typeface="等线" pitchFamily="0" charset="0"/>
              </a:rPr>
              <a:t>6</a:t>
            </a:fld>
            <a:endParaRPr lang="zh-CN" altLang="en-US" sz="1200">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752039093"/>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40" name=""/>
          <p:cNvSpPr>
            <a:spLocks noGrp="1" noChangeAspect="1"/>
          </p:cNvSpPr>
          <p:nvPr>
            <p:ph type="sldImg"/>
          </p:nvPr>
        </p:nvSpPr>
        <p:spPr>
          <a:xfrm rot="0">
            <a:off x="685800" y="1143000"/>
            <a:ext cx="5486400" cy="3086100"/>
          </a:xfrm>
          <a:prstGeom prst="rect"/>
          <a:noFill/>
          <a:ln w="12700" cmpd="sng" cap="flat">
            <a:solidFill>
              <a:srgbClr val="000000"/>
            </a:solidFill>
            <a:prstDash val="solid"/>
            <a:round/>
          </a:ln>
        </p:spPr>
      </p:sp>
      <p:sp>
        <p:nvSpPr>
          <p:cNvPr id="241" name=""/>
          <p:cNvSpPr>
            <a:spLocks noGrp="1"/>
          </p:cNvSpPr>
          <p:nvPr>
            <p:ph type="body" idx="1"/>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242" name="编号占位符"/>
          <p:cNvSpPr>
            <a:spLocks noGrp="1"/>
          </p:cNvSpPr>
          <p:nvPr>
            <p:ph type="sldNum" idx="5"/>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a:latin typeface="等线" pitchFamily="0" charset="0"/>
                <a:ea typeface="等线" pitchFamily="0" charset="0"/>
                <a:cs typeface="等线" pitchFamily="0" charset="0"/>
              </a:rPr>
              <a:t>7</a:t>
            </a:fld>
            <a:endParaRPr lang="zh-CN" altLang="en-US">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1864571114"/>
      </p:ext>
    </p:extLst>
  </p:cSld>
  <p:clrMapOvr>
    <a:masterClrMapping/>
  </p:clrMapOvr>
</p:notes>
</file>

<file path=ppt/notesSlides/notesSlide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74" name=""/>
          <p:cNvSpPr>
            <a:spLocks noGrp="1" noChangeAspect="1"/>
          </p:cNvSpPr>
          <p:nvPr>
            <p:ph type="sldImg"/>
          </p:nvPr>
        </p:nvSpPr>
        <p:spPr>
          <a:xfrm rot="0">
            <a:off x="685800" y="1143000"/>
            <a:ext cx="5486400" cy="3086100"/>
          </a:xfrm>
          <a:prstGeom prst="rect"/>
          <a:noFill/>
          <a:ln w="12700" cmpd="sng" cap="flat">
            <a:solidFill>
              <a:srgbClr val="000000"/>
            </a:solidFill>
            <a:prstDash val="solid"/>
            <a:round/>
          </a:ln>
        </p:spPr>
      </p:sp>
      <p:sp>
        <p:nvSpPr>
          <p:cNvPr id="275" name=""/>
          <p:cNvSpPr>
            <a:spLocks noGrp="1"/>
          </p:cNvSpPr>
          <p:nvPr>
            <p:ph type="body" idx="1"/>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276" name="编号占位符"/>
          <p:cNvSpPr>
            <a:spLocks noGrp="1"/>
          </p:cNvSpPr>
          <p:nvPr>
            <p:ph type="sldNum" idx="5"/>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a:latin typeface="等线" pitchFamily="0" charset="0"/>
                <a:ea typeface="等线" pitchFamily="0" charset="0"/>
                <a:cs typeface="等线" pitchFamily="0" charset="0"/>
              </a:rPr>
              <a:t>8</a:t>
            </a:fld>
            <a:endParaRPr lang="zh-CN" altLang="en-US">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795081892"/>
      </p:ext>
    </p:extLst>
  </p:cSld>
  <p:clrMapOvr>
    <a:masterClrMapping/>
  </p:clrMapOvr>
</p:notes>
</file>

<file path=ppt/notesSlides/notesSlide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06" name=""/>
          <p:cNvSpPr>
            <a:spLocks noGrp="1" noChangeAspect="1"/>
          </p:cNvSpPr>
          <p:nvPr>
            <p:ph type="sldImg"/>
          </p:nvPr>
        </p:nvSpPr>
        <p:spPr>
          <a:xfrm rot="0">
            <a:off x="685800" y="1143000"/>
            <a:ext cx="5486400" cy="3086100"/>
          </a:xfrm>
          <a:prstGeom prst="rect"/>
          <a:noFill/>
          <a:ln w="12700" cmpd="sng" cap="flat">
            <a:solidFill>
              <a:srgbClr val="000000"/>
            </a:solidFill>
            <a:prstDash val="solid"/>
            <a:round/>
          </a:ln>
        </p:spPr>
      </p:sp>
      <p:sp>
        <p:nvSpPr>
          <p:cNvPr id="307" name=""/>
          <p:cNvSpPr>
            <a:spLocks noGrp="1"/>
          </p:cNvSpPr>
          <p:nvPr>
            <p:ph type="body" idx="1"/>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308" name="编号占位符"/>
          <p:cNvSpPr>
            <a:spLocks noGrp="1"/>
          </p:cNvSpPr>
          <p:nvPr>
            <p:ph type="sldNum" idx="5"/>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a:latin typeface="等线" pitchFamily="0" charset="0"/>
                <a:ea typeface="等线" pitchFamily="0" charset="0"/>
                <a:cs typeface="等线" pitchFamily="0" charset="0"/>
              </a:rPr>
              <a:t>9</a:t>
            </a:fld>
            <a:endParaRPr lang="zh-CN" altLang="en-US">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1831000241"/>
      </p:ext>
    </p:extLst>
  </p:cSld>
  <p:clrMapOvr>
    <a:masterClrMapping/>
  </p:clrMapOvr>
</p:notes>
</file>

<file path=ppt/notesSlides/notesSlide1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42" name=""/>
          <p:cNvSpPr>
            <a:spLocks noGrp="1" noChangeAspect="1"/>
          </p:cNvSpPr>
          <p:nvPr>
            <p:ph type="sldImg"/>
          </p:nvPr>
        </p:nvSpPr>
        <p:spPr>
          <a:xfrm rot="0">
            <a:off x="685800" y="1143000"/>
            <a:ext cx="5486400" cy="3086100"/>
          </a:xfrm>
          <a:prstGeom prst="rect"/>
          <a:noFill/>
          <a:ln w="12700" cmpd="sng" cap="flat">
            <a:solidFill>
              <a:srgbClr val="000000"/>
            </a:solidFill>
            <a:prstDash val="solid"/>
            <a:round/>
          </a:ln>
        </p:spPr>
      </p:sp>
      <p:sp>
        <p:nvSpPr>
          <p:cNvPr id="343" name=""/>
          <p:cNvSpPr>
            <a:spLocks noGrp="1"/>
          </p:cNvSpPr>
          <p:nvPr>
            <p:ph type="body" idx="1"/>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344" name="编号占位符"/>
          <p:cNvSpPr>
            <a:spLocks noGrp="1"/>
          </p:cNvSpPr>
          <p:nvPr>
            <p:ph type="sldNum" idx="5"/>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a:latin typeface="等线" pitchFamily="0" charset="0"/>
                <a:ea typeface="等线" pitchFamily="0" charset="0"/>
                <a:cs typeface="等线" pitchFamily="0" charset="0"/>
              </a:rPr>
              <a:t>10</a:t>
            </a:fld>
            <a:endParaRPr lang="zh-CN" altLang="en-US">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579836081"/>
      </p:ext>
    </p:extLst>
  </p:cSld>
  <p:clrMapOvr>
    <a:masterClrMapping/>
  </p:clrMapOvr>
</p:notes>
</file>

<file path=ppt/notesSlides/notesSlide1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92" name=""/>
          <p:cNvSpPr>
            <a:spLocks noGrp="1" noChangeAspect="1"/>
          </p:cNvSpPr>
          <p:nvPr>
            <p:ph type="sldImg"/>
          </p:nvPr>
        </p:nvSpPr>
        <p:spPr>
          <a:xfrm rot="0">
            <a:off x="685800" y="1143000"/>
            <a:ext cx="5486400" cy="3086100"/>
          </a:xfrm>
          <a:prstGeom prst="rect"/>
          <a:noFill/>
          <a:ln w="12700" cmpd="sng" cap="flat">
            <a:solidFill>
              <a:srgbClr val="000000"/>
            </a:solidFill>
            <a:prstDash val="solid"/>
            <a:round/>
          </a:ln>
        </p:spPr>
      </p:sp>
      <p:sp>
        <p:nvSpPr>
          <p:cNvPr id="393" name=""/>
          <p:cNvSpPr>
            <a:spLocks noGrp="1"/>
          </p:cNvSpPr>
          <p:nvPr>
            <p:ph type="body" idx="1"/>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394" name="编号占位符"/>
          <p:cNvSpPr>
            <a:spLocks noGrp="1"/>
          </p:cNvSpPr>
          <p:nvPr>
            <p:ph type="sldNum" idx="5"/>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a:latin typeface="等线" pitchFamily="0" charset="0"/>
                <a:ea typeface="等线" pitchFamily="0" charset="0"/>
                <a:cs typeface="等线" pitchFamily="0" charset="0"/>
              </a:rPr>
              <a:t>11</a:t>
            </a:fld>
            <a:endParaRPr lang="zh-CN" altLang="en-US">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311374370"/>
      </p:ext>
    </p:extLst>
  </p:cSld>
  <p:clrMapOvr>
    <a:masterClrMapping/>
  </p:clrMapOvr>
</p:notes>
</file>

<file path=ppt/notesSlides/notesSlide1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08" name=""/>
          <p:cNvSpPr>
            <a:spLocks noGrp="1" noChangeAspect="1"/>
          </p:cNvSpPr>
          <p:nvPr>
            <p:ph type="sldImg"/>
          </p:nvPr>
        </p:nvSpPr>
        <p:spPr>
          <a:xfrm rot="0">
            <a:off x="685800" y="1143000"/>
            <a:ext cx="5486400" cy="3086100"/>
          </a:xfrm>
          <a:prstGeom prst="rect"/>
          <a:noFill/>
          <a:ln w="12700" cmpd="sng" cap="flat">
            <a:solidFill>
              <a:srgbClr val="000000"/>
            </a:solidFill>
            <a:prstDash val="solid"/>
            <a:round/>
          </a:ln>
        </p:spPr>
      </p:sp>
      <p:sp>
        <p:nvSpPr>
          <p:cNvPr id="409" name=""/>
          <p:cNvSpPr>
            <a:spLocks noGrp="1"/>
          </p:cNvSpPr>
          <p:nvPr>
            <p:ph type="body" idx="1"/>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410" name="编号占位符"/>
          <p:cNvSpPr>
            <a:spLocks noGrp="1"/>
          </p:cNvSpPr>
          <p:nvPr>
            <p:ph type="sldNum" idx="5"/>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a:latin typeface="等线" pitchFamily="0" charset="0"/>
                <a:ea typeface="等线" pitchFamily="0" charset="0"/>
                <a:cs typeface="等线" pitchFamily="0" charset="0"/>
              </a:rPr>
              <a:t>12</a:t>
            </a:fld>
            <a:endParaRPr lang="zh-CN" altLang="en-US">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1121497145"/>
      </p:ext>
    </p:extLst>
  </p:cSld>
  <p:clrMapOvr>
    <a:masterClrMapping/>
  </p:clrMapOvr>
</p:notes>
</file>

<file path=ppt/notesSlides/notesSlide1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55" name=""/>
          <p:cNvSpPr>
            <a:spLocks noGrp="1" noChangeAspect="1"/>
          </p:cNvSpPr>
          <p:nvPr>
            <p:ph type="sldImg"/>
          </p:nvPr>
        </p:nvSpPr>
        <p:spPr>
          <a:xfrm rot="0">
            <a:off x="685800" y="1143000"/>
            <a:ext cx="5486400" cy="3086100"/>
          </a:xfrm>
          <a:prstGeom prst="rect"/>
          <a:noFill/>
          <a:ln w="12700" cmpd="sng" cap="flat">
            <a:solidFill>
              <a:srgbClr val="000000"/>
            </a:solidFill>
            <a:prstDash val="solid"/>
            <a:round/>
          </a:ln>
        </p:spPr>
      </p:sp>
      <p:sp>
        <p:nvSpPr>
          <p:cNvPr id="456" name=""/>
          <p:cNvSpPr>
            <a:spLocks noGrp="1"/>
          </p:cNvSpPr>
          <p:nvPr>
            <p:ph type="body" idx="1"/>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457" name="编号占位符"/>
          <p:cNvSpPr>
            <a:spLocks noGrp="1"/>
          </p:cNvSpPr>
          <p:nvPr>
            <p:ph type="sldNum" idx="5"/>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a:latin typeface="等线" pitchFamily="0" charset="0"/>
                <a:ea typeface="等线" pitchFamily="0" charset="0"/>
                <a:cs typeface="等线" pitchFamily="0" charset="0"/>
              </a:rPr>
              <a:t>13</a:t>
            </a:fld>
            <a:endParaRPr lang="zh-CN" altLang="en-US">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2082710860"/>
      </p:ext>
    </p:extLst>
  </p:cSld>
  <p:clrMapOvr>
    <a:masterClrMapping/>
  </p:clrMapOvr>
</p:notes>
</file>

<file path=ppt/notesSlides/notesSlide1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80" name=""/>
          <p:cNvSpPr>
            <a:spLocks noGrp="1" noChangeAspect="1"/>
          </p:cNvSpPr>
          <p:nvPr>
            <p:ph type="sldImg"/>
          </p:nvPr>
        </p:nvSpPr>
        <p:spPr>
          <a:xfrm rot="0">
            <a:off x="685800" y="1143000"/>
            <a:ext cx="5486400" cy="3086100"/>
          </a:xfrm>
          <a:prstGeom prst="rect"/>
          <a:noFill/>
          <a:ln w="12700" cmpd="sng" cap="flat">
            <a:solidFill>
              <a:srgbClr val="000000"/>
            </a:solidFill>
            <a:prstDash val="solid"/>
            <a:round/>
          </a:ln>
        </p:spPr>
      </p:sp>
      <p:sp>
        <p:nvSpPr>
          <p:cNvPr id="481" name=""/>
          <p:cNvSpPr>
            <a:spLocks noGrp="1"/>
          </p:cNvSpPr>
          <p:nvPr>
            <p:ph type="body" idx="1"/>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482" name="编号占位符"/>
          <p:cNvSpPr>
            <a:spLocks noGrp="1"/>
          </p:cNvSpPr>
          <p:nvPr>
            <p:ph type="sldNum" idx="5"/>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a:latin typeface="等线" pitchFamily="0" charset="0"/>
                <a:ea typeface="等线" pitchFamily="0" charset="0"/>
                <a:cs typeface="等线" pitchFamily="0" charset="0"/>
              </a:rPr>
              <a:t>14</a:t>
            </a:fld>
            <a:endParaRPr lang="zh-CN" altLang="en-US">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726617529"/>
      </p:ext>
    </p:extLst>
  </p:cSld>
  <p:clrMapOvr>
    <a:masterClrMapping/>
  </p:clrMapOvr>
</p:notes>
</file>

<file path=ppt/notesSlides/notesSlide1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19" name=""/>
          <p:cNvSpPr>
            <a:spLocks noGrp="1" noChangeAspect="1"/>
          </p:cNvSpPr>
          <p:nvPr>
            <p:ph type="sldImg"/>
          </p:nvPr>
        </p:nvSpPr>
        <p:spPr>
          <a:xfrm rot="0">
            <a:off x="685800" y="1143000"/>
            <a:ext cx="5486400" cy="3086100"/>
          </a:xfrm>
          <a:prstGeom prst="rect"/>
          <a:noFill/>
          <a:ln w="12700" cmpd="sng" cap="flat">
            <a:solidFill>
              <a:srgbClr val="000000"/>
            </a:solidFill>
            <a:prstDash val="solid"/>
            <a:round/>
          </a:ln>
        </p:spPr>
      </p:sp>
      <p:sp>
        <p:nvSpPr>
          <p:cNvPr id="520" name=""/>
          <p:cNvSpPr>
            <a:spLocks noGrp="1"/>
          </p:cNvSpPr>
          <p:nvPr>
            <p:ph type="body" idx="1"/>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21" name="编号占位符"/>
          <p:cNvSpPr>
            <a:spLocks noGrp="1"/>
          </p:cNvSpPr>
          <p:nvPr>
            <p:ph type="sldNum" idx="5"/>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a:latin typeface="等线" pitchFamily="0" charset="0"/>
                <a:ea typeface="等线" pitchFamily="0" charset="0"/>
                <a:cs typeface="等线" pitchFamily="0" charset="0"/>
              </a:rPr>
              <a:t>15</a:t>
            </a:fld>
            <a:endParaRPr lang="zh-CN" altLang="en-US">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1846646388"/>
      </p:ext>
    </p:extLst>
  </p:cSld>
  <p:clrMapOvr>
    <a:masterClrMapping/>
  </p:clrMapOvr>
</p:notes>
</file>

<file path=ppt/notesSlides/notesSlide1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22" name=""/>
          <p:cNvSpPr>
            <a:spLocks noGrp="1" noChangeAspect="1"/>
          </p:cNvSpPr>
          <p:nvPr>
            <p:ph type="sldImg"/>
          </p:nvPr>
        </p:nvSpPr>
        <p:spPr>
          <a:xfrm rot="0">
            <a:off x="685800" y="1143000"/>
            <a:ext cx="5486400" cy="3086100"/>
          </a:xfrm>
          <a:prstGeom prst="rect"/>
          <a:noFill/>
          <a:ln w="12700" cmpd="sng" cap="flat">
            <a:solidFill>
              <a:srgbClr val="000000"/>
            </a:solidFill>
            <a:prstDash val="solid"/>
            <a:round/>
          </a:ln>
        </p:spPr>
      </p:sp>
      <p:sp>
        <p:nvSpPr>
          <p:cNvPr id="623" name=""/>
          <p:cNvSpPr>
            <a:spLocks noGrp="1"/>
          </p:cNvSpPr>
          <p:nvPr>
            <p:ph type="body" idx="1"/>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24" name="编号占位符"/>
          <p:cNvSpPr>
            <a:spLocks noGrp="1"/>
          </p:cNvSpPr>
          <p:nvPr>
            <p:ph type="sldNum" idx="5"/>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a:latin typeface="等线" pitchFamily="0" charset="0"/>
                <a:ea typeface="等线" pitchFamily="0" charset="0"/>
                <a:cs typeface="等线" pitchFamily="0" charset="0"/>
              </a:rPr>
              <a:t>16</a:t>
            </a:fld>
            <a:endParaRPr lang="zh-CN" altLang="en-US">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1554069278"/>
      </p:ext>
    </p:extLst>
  </p:cSld>
  <p:clrMapOvr>
    <a:masterClrMapping/>
  </p:clrMapOvr>
</p:notes>
</file>

<file path=ppt/notesSlides/notesSlide1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51" name=""/>
          <p:cNvSpPr>
            <a:spLocks noGrp="1" noChangeAspect="1"/>
          </p:cNvSpPr>
          <p:nvPr>
            <p:ph type="sldImg"/>
          </p:nvPr>
        </p:nvSpPr>
        <p:spPr>
          <a:xfrm rot="0">
            <a:off x="685800" y="1143000"/>
            <a:ext cx="5486400" cy="3086100"/>
          </a:xfrm>
          <a:prstGeom prst="rect"/>
          <a:noFill/>
          <a:ln w="12700" cmpd="sng" cap="flat">
            <a:solidFill>
              <a:srgbClr val="000000"/>
            </a:solidFill>
            <a:prstDash val="solid"/>
            <a:round/>
          </a:ln>
        </p:spPr>
      </p:sp>
      <p:sp>
        <p:nvSpPr>
          <p:cNvPr id="552" name=""/>
          <p:cNvSpPr>
            <a:spLocks noGrp="1"/>
          </p:cNvSpPr>
          <p:nvPr>
            <p:ph type="body" idx="1"/>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53" name="编号占位符"/>
          <p:cNvSpPr>
            <a:spLocks noGrp="1"/>
          </p:cNvSpPr>
          <p:nvPr>
            <p:ph type="sldNum" idx="5"/>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a:latin typeface="等线" pitchFamily="0" charset="0"/>
                <a:ea typeface="等线" pitchFamily="0" charset="0"/>
                <a:cs typeface="等线" pitchFamily="0" charset="0"/>
              </a:rPr>
              <a:t>17</a:t>
            </a:fld>
            <a:endParaRPr lang="zh-CN" altLang="en-US">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622408361"/>
      </p:ext>
    </p:extLst>
  </p:cSld>
  <p:clrMapOvr>
    <a:masterClrMapping/>
  </p:clrMapOvr>
</p:notes>
</file>

<file path=ppt/notesSlides/notesSlide1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64" name=""/>
          <p:cNvSpPr>
            <a:spLocks noGrp="1" noChangeAspect="1"/>
          </p:cNvSpPr>
          <p:nvPr>
            <p:ph type="sldImg"/>
          </p:nvPr>
        </p:nvSpPr>
        <p:spPr>
          <a:xfrm rot="0">
            <a:off x="685800" y="1143000"/>
            <a:ext cx="5486400" cy="3086100"/>
          </a:xfrm>
          <a:prstGeom prst="rect"/>
          <a:noFill/>
          <a:ln w="12700" cmpd="sng" cap="flat">
            <a:solidFill>
              <a:srgbClr val="000000"/>
            </a:solidFill>
            <a:prstDash val="solid"/>
            <a:round/>
          </a:ln>
        </p:spPr>
      </p:sp>
      <p:sp>
        <p:nvSpPr>
          <p:cNvPr id="565" name=""/>
          <p:cNvSpPr>
            <a:spLocks noGrp="1"/>
          </p:cNvSpPr>
          <p:nvPr>
            <p:ph type="body" idx="1"/>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66" name="编号占位符"/>
          <p:cNvSpPr>
            <a:spLocks noGrp="1"/>
          </p:cNvSpPr>
          <p:nvPr>
            <p:ph type="sldNum" idx="5"/>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a:latin typeface="等线" pitchFamily="0" charset="0"/>
                <a:ea typeface="等线" pitchFamily="0" charset="0"/>
                <a:cs typeface="等线" pitchFamily="0" charset="0"/>
              </a:rPr>
              <a:t>18</a:t>
            </a:fld>
            <a:endParaRPr lang="zh-CN" altLang="en-US">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686831836"/>
      </p:ext>
    </p:extLst>
  </p:cSld>
  <p:clrMapOvr>
    <a:masterClrMapping/>
  </p:clrMapOvr>
</p:notes>
</file>

<file path=ppt/notesSlides/notesSlide1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52" name=""/>
          <p:cNvSpPr>
            <a:spLocks noGrp="1" noChangeAspect="1"/>
          </p:cNvSpPr>
          <p:nvPr>
            <p:ph type="sldImg"/>
          </p:nvPr>
        </p:nvSpPr>
        <p:spPr>
          <a:xfrm rot="0">
            <a:off x="685800" y="1143000"/>
            <a:ext cx="5486400" cy="3086100"/>
          </a:xfrm>
          <a:prstGeom prst="rect"/>
          <a:noFill/>
          <a:ln w="12700" cmpd="sng" cap="flat">
            <a:solidFill>
              <a:srgbClr val="000000"/>
            </a:solidFill>
            <a:prstDash val="solid"/>
            <a:round/>
          </a:ln>
        </p:spPr>
      </p:sp>
      <p:sp>
        <p:nvSpPr>
          <p:cNvPr id="653" name=""/>
          <p:cNvSpPr>
            <a:spLocks noGrp="1"/>
          </p:cNvSpPr>
          <p:nvPr>
            <p:ph type="body" idx="1"/>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54" name="编号占位符"/>
          <p:cNvSpPr>
            <a:spLocks noGrp="1"/>
          </p:cNvSpPr>
          <p:nvPr>
            <p:ph type="sldNum" idx="5"/>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a:latin typeface="等线" pitchFamily="0" charset="0"/>
                <a:ea typeface="等线" pitchFamily="0" charset="0"/>
                <a:cs typeface="等线" pitchFamily="0" charset="0"/>
              </a:rPr>
              <a:t>19</a:t>
            </a:fld>
            <a:endParaRPr lang="zh-CN" altLang="en-US">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2134964570"/>
      </p:ext>
    </p:extLst>
  </p:cSld>
  <p:clrMapOvr>
    <a:masterClrMapping/>
  </p:clrMapOvr>
</p:notes>
</file>

<file path=ppt/notesSlides/notesSlide2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76" name=""/>
          <p:cNvSpPr>
            <a:spLocks noGrp="1" noChangeAspect="1"/>
          </p:cNvSpPr>
          <p:nvPr>
            <p:ph type="sldImg" idx="2"/>
          </p:nvPr>
        </p:nvSpPr>
        <p:spPr>
          <a:xfrm rot="0">
            <a:off x="685800" y="1143000"/>
            <a:ext cx="5486400" cy="3086100"/>
          </a:xfrm>
          <a:prstGeom prst="rect"/>
          <a:noFill/>
          <a:ln w="12700" cmpd="sng" cap="flat">
            <a:solidFill>
              <a:srgbClr val="000000"/>
            </a:solidFill>
            <a:prstDash val="solid"/>
            <a:round/>
          </a:ln>
        </p:spPr>
      </p:sp>
      <p:sp>
        <p:nvSpPr>
          <p:cNvPr id="577" name=""/>
          <p:cNvSpPr>
            <a:spLocks noGrp="1"/>
          </p:cNvSpPr>
          <p:nvPr>
            <p:ph type="body" idx="3"/>
          </p:nvPr>
        </p:nvSpPr>
        <p:spPr>
          <a:xfrm rot="0">
            <a:off x="685800" y="4400550"/>
            <a:ext cx="5486400" cy="360045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82" name="编号占位符"/>
          <p:cNvSpPr>
            <a:spLocks noGrp="1"/>
          </p:cNvSpPr>
          <p:nvPr>
            <p:ph type="sldNum"/>
          </p:nvPr>
        </p:nvSpPr>
        <p:spPr>
          <a:xfrm rot="0">
            <a:off x="3884613" y="8685213"/>
            <a:ext cx="2971800" cy="458787"/>
          </a:xfrm>
          <a:prstGeom prst="rect"/>
          <a:noFill/>
          <a:ln w="9525" cmpd="sng" cap="flat">
            <a:noFill/>
            <a:prstDash val="solid"/>
            <a:miter/>
          </a:ln>
        </p:spPr>
        <p:txBody>
          <a:bodyPr vert="horz" wrap="square" lIns="91440" tIns="45720" rIns="91440" bIns="45720" anchor="b" anchorCtr="0">
            <a:prstTxWarp prst="textNoShape"/>
          </a:bodyPr>
          <a:lstStyle/>
          <a:p>
            <a:pPr marL="0" indent="0"/>
            <a:fld id="{CAD2D6BD-DE1B-4B5F-8B41-2702339687B9}" type="slidenum">
              <a:rPr lang="en-US" altLang="zh-CN" sz="1200">
                <a:latin typeface="等线" pitchFamily="0" charset="0"/>
                <a:ea typeface="等线" pitchFamily="0" charset="0"/>
                <a:cs typeface="等线" pitchFamily="0" charset="0"/>
              </a:rPr>
              <a:t>20</a:t>
            </a:fld>
            <a:endParaRPr lang="zh-CN" altLang="en-US" sz="1200">
              <a:latin typeface="等线" pitchFamily="0" charset="0"/>
              <a:ea typeface="等线" pitchFamily="0" charset="0"/>
              <a:cs typeface="等线" pitchFamily="0" charset="0"/>
            </a:endParaRPr>
          </a:p>
        </p:txBody>
      </p:sp>
    </p:spTree>
    <p:extLst>
      <p:ext uri="{BB962C8B-B14F-4D97-AF65-F5344CB8AC3E}">
        <p14:creationId xmlns:p14="http://schemas.microsoft.com/office/powerpoint/2010/main" val="1690487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preserve="1" type="title">
  <p:cSld name="标题幻灯片">
    <p:spTree>
      <p:nvGrpSpPr>
        <p:cNvPr id="1" name=""/>
        <p:cNvGrpSpPr/>
        <p:nvPr/>
      </p:nvGrpSpPr>
      <p:grpSpPr>
        <a:xfrm>
          <a:off x="0" y="0"/>
          <a:ext cx="0" cy="0"/>
          <a:chOff x="0" y="0"/>
          <a:chExt cx="0" cy="0"/>
        </a:xfrm>
      </p:grpSpPr>
      <p:grpSp>
        <p:nvGrpSpPr>
          <p:cNvPr id="4" name="组合"/>
          <p:cNvGrpSpPr>
            <a:grpSpLocks/>
          </p:cNvGrpSpPr>
          <p:nvPr/>
        </p:nvGrpSpPr>
        <p:grpSpPr>
          <a:xfrm>
            <a:off x="6504305" y="207009"/>
            <a:ext cx="4850130" cy="516255"/>
            <a:chOff x="6504305" y="207009"/>
            <a:chExt cx="4850130" cy="516255"/>
          </a:xfrm>
        </p:grpSpPr>
        <p:sp>
          <p:nvSpPr>
            <p:cNvPr id="2" name="矩形"/>
            <p:cNvSpPr>
              <a:spLocks/>
            </p:cNvSpPr>
            <p:nvPr/>
          </p:nvSpPr>
          <p:spPr>
            <a:xfrm rot="0">
              <a:off x="6504305" y="207009"/>
              <a:ext cx="4850130" cy="377190"/>
            </a:xfrm>
            <a:prstGeom prst="rect"/>
            <a:noFill/>
            <a:ln w="9525" cmpd="sng" cap="flat">
              <a:noFill/>
              <a:prstDash val="solid"/>
              <a:miter/>
            </a:ln>
          </p:spPr>
          <p:txBody>
            <a:bodyPr vert="horz" wrap="square" lIns="91440" tIns="45720" rIns="91440" bIns="45720" anchor="t" anchorCtr="0">
              <a:prstTxWarp prst="textNoShape"/>
            </a:bodyPr>
            <a:lstStyle/>
            <a:p>
              <a:pPr marL="0" indent="0" algn="r" fontAlgn="auto">
                <a:lnSpc>
                  <a:spcPct val="100000"/>
                </a:lnSpc>
                <a:spcBef>
                  <a:spcPts val="0"/>
                </a:spcBef>
                <a:spcAft>
                  <a:spcPts val="0"/>
                </a:spcAft>
                <a:buNone/>
              </a:pPr>
              <a:r>
                <a:rPr lang="zh-CN" altLang="en-US" sz="1600" b="0" i="0" u="none" strike="noStrike" kern="1200" cap="none" spc="100" baseline="0">
                  <a:solidFill>
                    <a:srgbClr val="002060"/>
                  </a:solidFill>
                  <a:effectLst>
                    <a:outerShdw sx="100000" sy="100000" blurRad="38100" dir="2700000" dist="38100" algn="tl">
                      <a:srgbClr val="000000">
                        <a:alpha val="43000"/>
                      </a:srgbClr>
                    </a:outerShdw>
                  </a:effectLst>
                  <a:latin typeface="微软雅黑" pitchFamily="0" charset="0"/>
                  <a:ea typeface="微软雅黑" pitchFamily="0" charset="0"/>
                  <a:cs typeface="Times New Roman" pitchFamily="18" charset="0"/>
                  <a:sym typeface="微软雅黑" pitchFamily="0" charset="0"/>
                </a:rPr>
                <a:t>吉林省自然资源厅</a:t>
              </a:r>
              <a:endParaRPr lang="en-US" altLang="zh-CN" sz="1600" b="0" i="0" u="none" strike="noStrike" kern="1200" cap="none" spc="100" baseline="0">
                <a:solidFill>
                  <a:srgbClr val="002060"/>
                </a:solidFill>
                <a:effectLst>
                  <a:outerShdw sx="100000" sy="100000" blurRad="38100" dir="2700000" dist="38100" algn="tl">
                    <a:srgbClr val="000000">
                      <a:alpha val="43000"/>
                    </a:srgbClr>
                  </a:outerShdw>
                </a:effectLst>
                <a:latin typeface="微软雅黑" pitchFamily="0" charset="0"/>
                <a:ea typeface="微软雅黑" pitchFamily="0" charset="0"/>
                <a:cs typeface="Times New Roman" pitchFamily="18" charset="0"/>
              </a:endParaRPr>
            </a:p>
            <a:p>
              <a:pPr marL="0" indent="0" algn="r" fontAlgn="auto">
                <a:lnSpc>
                  <a:spcPct val="100000"/>
                </a:lnSpc>
                <a:spcBef>
                  <a:spcPts val="0"/>
                </a:spcBef>
                <a:spcAft>
                  <a:spcPts val="0"/>
                </a:spcAft>
                <a:buNone/>
              </a:pPr>
              <a:endParaRPr lang="zh-CN" altLang="en-US" sz="1600" b="0" i="0" u="none" strike="noStrike" kern="1200" cap="none" spc="100" baseline="0">
                <a:solidFill>
                  <a:srgbClr val="002060"/>
                </a:solidFill>
                <a:effectLst>
                  <a:outerShdw sx="100000" sy="100000" blurRad="38100" dir="2700000" dist="38100" algn="tl">
                    <a:srgbClr val="000000">
                      <a:alpha val="43000"/>
                    </a:srgbClr>
                  </a:outerShdw>
                </a:effectLst>
                <a:latin typeface="微软雅黑" pitchFamily="0" charset="0"/>
                <a:ea typeface="华文新魏" pitchFamily="2" charset="-122"/>
                <a:cs typeface="Times New Roman" pitchFamily="18" charset="0"/>
              </a:endParaRPr>
            </a:p>
          </p:txBody>
        </p:sp>
        <p:sp>
          <p:nvSpPr>
            <p:cNvPr id="3" name="矩形"/>
            <p:cNvSpPr>
              <a:spLocks/>
            </p:cNvSpPr>
            <p:nvPr/>
          </p:nvSpPr>
          <p:spPr>
            <a:xfrm rot="0">
              <a:off x="8126730" y="445135"/>
              <a:ext cx="3227704" cy="278130"/>
            </a:xfrm>
            <a:prstGeom prst="rect"/>
            <a:noFill/>
            <a:ln w="9525" cmpd="sng" cap="flat">
              <a:noFill/>
              <a:prstDash val="solid"/>
              <a:miter/>
            </a:ln>
          </p:spPr>
          <p:txBody>
            <a:bodyPr vert="horz" wrap="square" lIns="91440" tIns="45720" rIns="91440" bIns="45720" anchor="t" anchorCtr="0">
              <a:prstTxWarp prst="textNoShape"/>
            </a:bodyPr>
            <a:lstStyle/>
            <a:p>
              <a:pPr marL="0" indent="0" algn="just" fontAlgn="auto">
                <a:lnSpc>
                  <a:spcPct val="100000"/>
                </a:lnSpc>
                <a:spcBef>
                  <a:spcPts val="0"/>
                </a:spcBef>
                <a:spcAft>
                  <a:spcPts val="0"/>
                </a:spcAft>
                <a:buNone/>
              </a:pPr>
              <a:r>
                <a:rPr lang="en-US" altLang="zh-CN" sz="1200" b="0" i="0" u="none" strike="noStrike" kern="0" cap="none" spc="-100" baseline="0">
                  <a:solidFill>
                    <a:srgbClr val="002060"/>
                  </a:solidFill>
                  <a:latin typeface="微软雅黑" pitchFamily="0" charset="0"/>
                  <a:ea typeface="微软雅黑" pitchFamily="0" charset="0"/>
                  <a:cs typeface="Times New Roman" pitchFamily="18" charset="0"/>
                  <a:sym typeface="微软雅黑" pitchFamily="0" charset="0"/>
                </a:rPr>
                <a:t>Department of Natural Resources of Jilin Province </a:t>
              </a:r>
              <a:endParaRPr lang="zh-CN" altLang="en-US" sz="1200" b="0" i="0" u="none" strike="noStrike" kern="0" cap="none" spc="-100" baseline="0">
                <a:solidFill>
                  <a:srgbClr val="002060"/>
                </a:solidFill>
                <a:latin typeface="微软雅黑" pitchFamily="0" charset="0"/>
                <a:ea typeface="微软雅黑" pitchFamily="0" charset="0"/>
                <a:cs typeface="Times New Roman" pitchFamily="18" charset="0"/>
                <a:sym typeface="微软雅黑" pitchFamily="0" charset="0"/>
              </a:endParaRPr>
            </a:p>
          </p:txBody>
        </p:sp>
      </p:grpSp>
      <p:pic>
        <p:nvPicPr>
          <p:cNvPr id="5" name="图片" descr="0LMj9Nl4nc"/>
          <p:cNvPicPr>
            <a:picLocks noChangeAspect="1"/>
          </p:cNvPicPr>
          <p:nvPr userDrawn="1"/>
        </p:nvPicPr>
        <p:blipFill>
          <a:blip r:embed="rId2" cstate="print"/>
          <a:stretch>
            <a:fillRect/>
          </a:stretch>
        </p:blipFill>
        <p:spPr>
          <a:xfrm rot="0">
            <a:off x="11319510" y="33020"/>
            <a:ext cx="775335" cy="775334"/>
          </a:xfrm>
          <a:prstGeom prst="ellipse"/>
          <a:noFill/>
          <a:ln w="9525" cmpd="sng" cap="flat">
            <a:solidFill>
              <a:srgbClr val="FFFFFF"/>
            </a:solidFill>
            <a:prstDash val="solid"/>
            <a:round/>
          </a:ln>
        </p:spPr>
      </p:pic>
    </p:spTree>
    <p:extLst>
      <p:ext uri="{BB962C8B-B14F-4D97-AF65-F5344CB8AC3E}">
        <p14:creationId xmlns:p14="http://schemas.microsoft.com/office/powerpoint/2010/main" val="1383722293"/>
      </p:ext>
    </p:extLst>
  </p:cSld>
  <p:clrMapOvr>
    <a:masterClrMapping/>
  </p:clrMapOvr>
</p:sldLayout>
</file>

<file path=ppt/slideLayouts/slideLayout2.xml><?xml version="1.0" encoding="utf-8"?>
<p:sldLayout xmlns:p="http://schemas.openxmlformats.org/presentationml/2006/main" xmlns:a="http://schemas.openxmlformats.org/drawingml/2006/main" xmlns:r="http://schemas.openxmlformats.org/officeDocument/2006/relationships" preserve="1" type="twoObj">
  <p:cSld name="两栏内容">
    <p:spTree>
      <p:nvGrpSpPr>
        <p:cNvPr id="1" name=""/>
        <p:cNvGrpSpPr/>
        <p:nvPr/>
      </p:nvGrpSpPr>
      <p:grpSpPr>
        <a:xfrm>
          <a:off x="0" y="0"/>
          <a:ext cx="0" cy="0"/>
          <a:chOff x="0" y="0"/>
          <a:chExt cx="0" cy="0"/>
        </a:xfrm>
      </p:grpSpPr>
      <p:sp>
        <p:nvSpPr>
          <p:cNvPr id="6" name="标题"/>
          <p:cNvSpPr>
            <a:spLocks noGrp="1"/>
          </p:cNvSpPr>
          <p:nvPr>
            <p:ph type="title"/>
          </p:nvPr>
        </p:nvSpPr>
        <p:spPr>
          <a:xfrm rot="0">
            <a:off x="838200" y="365124"/>
            <a:ext cx="10515600" cy="1325562"/>
          </a:xfrm>
          <a:prstGeom prst="rect"/>
          <a:noFill/>
          <a:ln w="9525" cmpd="sng" cap="flat">
            <a:noFill/>
            <a:prstDash val="solid"/>
            <a:miter/>
          </a:ln>
        </p:spPr>
        <p:txBody>
          <a:bodyPr vert="horz" wrap="square" lIns="91440" tIns="45720" rIns="91440" bIns="45720" anchor="t" anchorCtr="0">
            <a:prstTxWarp prst="textNoShape"/>
          </a:bodyPr>
          <a:lstStyle/>
          <a:p>
            <a:r>
              <a:rPr lang="zh-CN" altLang="en-US"/>
              <a:t>单击此处编辑母版标题样式</a:t>
            </a:r>
            <a:endParaRPr lang="zh-CN" altLang="en-US"/>
          </a:p>
        </p:txBody>
      </p:sp>
      <p:sp>
        <p:nvSpPr>
          <p:cNvPr id="7" name="内容占位符"/>
          <p:cNvSpPr>
            <a:spLocks noGrp="1"/>
          </p:cNvSpPr>
          <p:nvPr>
            <p:ph idx="1"/>
          </p:nvPr>
        </p:nvSpPr>
        <p:spPr>
          <a:xfrm rot="0">
            <a:off x="838200" y="1825625"/>
            <a:ext cx="5181599" cy="4351338"/>
          </a:xfrm>
          <a:prstGeom prst="rect"/>
          <a:noFill/>
          <a:ln w="9525" cmpd="sng" cap="flat">
            <a:noFill/>
            <a:prstDash val="solid"/>
            <a:miter/>
          </a:ln>
        </p:spPr>
        <p:txBody>
          <a:bodyPr vert="horz" wrap="square" lIns="91440" tIns="45720" rIns="91440" bIns="45720" anchor="t" anchorCtr="0">
            <a:prstTxWarp prst="textNoShape"/>
          </a:bodyPr>
          <a:lstStyle/>
          <a:p>
            <a:r>
              <a:rPr lang="zh-CN" altLang="en-US"/>
              <a:t>单击此处编辑母版文本样式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endParaRPr lang="zh-CN" altLang="en-US"/>
          </a:p>
        </p:txBody>
      </p:sp>
      <p:sp>
        <p:nvSpPr>
          <p:cNvPr id="8" name="内容占位符"/>
          <p:cNvSpPr>
            <a:spLocks noGrp="1"/>
          </p:cNvSpPr>
          <p:nvPr>
            <p:ph idx="2"/>
          </p:nvPr>
        </p:nvSpPr>
        <p:spPr>
          <a:xfrm rot="0">
            <a:off x="6172200" y="1825625"/>
            <a:ext cx="5181599" cy="4351338"/>
          </a:xfrm>
          <a:prstGeom prst="rect"/>
          <a:noFill/>
          <a:ln w="9525" cmpd="sng" cap="flat">
            <a:noFill/>
            <a:prstDash val="solid"/>
            <a:miter/>
          </a:ln>
        </p:spPr>
        <p:txBody>
          <a:bodyPr vert="horz" wrap="square" lIns="91440" tIns="45720" rIns="91440" bIns="45720" anchor="t" anchorCtr="0">
            <a:prstTxWarp prst="textNoShape"/>
          </a:bodyPr>
          <a:lstStyle/>
          <a:p>
            <a:r>
              <a:rPr lang="zh-CN" altLang="en-US"/>
              <a:t>单击此处编辑母版文本样式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endParaRPr lang="zh-CN" altLang="en-US"/>
          </a:p>
        </p:txBody>
      </p:sp>
      <p:sp>
        <p:nvSpPr>
          <p:cNvPr id="9" name="日期占位符"/>
          <p:cNvSpPr>
            <a:spLocks noGrp="1"/>
          </p:cNvSpPr>
          <p:nvPr>
            <p:ph type="dt" idx="10"/>
          </p:nvPr>
        </p:nvSpPr>
        <p:spPr>
          <a:xfrm rot="0">
            <a:off x="838200" y="6356349"/>
            <a:ext cx="27432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fld id="{CAD2D6BD-DE1B-4B5F-8B41-2702339687B9}" type="datetime5">
              <a:rPr lang="zh-CN" altLang="en-US"/>
              <a:t>2024/3/7</a:t>
            </a:fld>
            <a:endParaRPr lang="zh-CN" altLang="en-US"/>
          </a:p>
        </p:txBody>
      </p:sp>
      <p:sp>
        <p:nvSpPr>
          <p:cNvPr id="10" name="页脚占位符"/>
          <p:cNvSpPr>
            <a:spLocks noGrp="1"/>
          </p:cNvSpPr>
          <p:nvPr>
            <p:ph type="ftr" idx="11"/>
          </p:nvPr>
        </p:nvSpPr>
        <p:spPr>
          <a:xfrm rot="0">
            <a:off x="4038600" y="6356349"/>
            <a:ext cx="41148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endParaRPr lang="zh-CN" altLang="en-US"/>
          </a:p>
        </p:txBody>
      </p:sp>
      <p:sp>
        <p:nvSpPr>
          <p:cNvPr id="11" name="编号占位符"/>
          <p:cNvSpPr>
            <a:spLocks noGrp="1"/>
          </p:cNvSpPr>
          <p:nvPr>
            <p:ph type="sldNum" idx="12"/>
          </p:nvPr>
        </p:nvSpPr>
        <p:spPr>
          <a:xfrm rot="0">
            <a:off x="8610600" y="6356349"/>
            <a:ext cx="27432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fld id="{CAD2D6BD-DE1B-4B5F-8B41-2702339687B9}" type="slidenum">
              <a:rPr lang="en-US" altLang="zh-CN"/>
              <a:t>‹#›</a:t>
            </a:fld>
            <a:endParaRPr lang="zh-CN" altLang="en-US"/>
          </a:p>
        </p:txBody>
      </p:sp>
    </p:spTree>
    <p:extLst>
      <p:ext uri="{BB962C8B-B14F-4D97-AF65-F5344CB8AC3E}">
        <p14:creationId xmlns:p14="http://schemas.microsoft.com/office/powerpoint/2010/main" val="936639893"/>
      </p:ext>
    </p:extLst>
  </p:cSld>
  <p:clrMapOvr>
    <a:masterClrMapping/>
  </p:clrMapOvr>
</p:sldLayout>
</file>

<file path=ppt/slideLayouts/slideLayout3.xml><?xml version="1.0" encoding="utf-8"?>
<p:sldLayout xmlns:p="http://schemas.openxmlformats.org/presentationml/2006/main" xmlns:a="http://schemas.openxmlformats.org/drawingml/2006/main" xmlns:r="http://schemas.openxmlformats.org/officeDocument/2006/relationships" preserve="1" type="twoTxTwoObj">
  <p:cSld name="比较">
    <p:spTree>
      <p:nvGrpSpPr>
        <p:cNvPr id="1" name=""/>
        <p:cNvGrpSpPr/>
        <p:nvPr/>
      </p:nvGrpSpPr>
      <p:grpSpPr>
        <a:xfrm>
          <a:off x="0" y="0"/>
          <a:ext cx="0" cy="0"/>
          <a:chOff x="0" y="0"/>
          <a:chExt cx="0" cy="0"/>
        </a:xfrm>
      </p:grpSpPr>
      <p:sp>
        <p:nvSpPr>
          <p:cNvPr id="12" name="标题"/>
          <p:cNvSpPr>
            <a:spLocks noGrp="1"/>
          </p:cNvSpPr>
          <p:nvPr>
            <p:ph type="title"/>
          </p:nvPr>
        </p:nvSpPr>
        <p:spPr>
          <a:xfrm rot="0">
            <a:off x="839788" y="365124"/>
            <a:ext cx="10515600" cy="1325562"/>
          </a:xfrm>
          <a:prstGeom prst="rect"/>
          <a:noFill/>
          <a:ln w="9525" cmpd="sng" cap="flat">
            <a:noFill/>
            <a:prstDash val="solid"/>
            <a:miter/>
          </a:ln>
        </p:spPr>
        <p:txBody>
          <a:bodyPr vert="horz" wrap="square" lIns="91440" tIns="45720" rIns="91440" bIns="45720" anchor="t" anchorCtr="0">
            <a:prstTxWarp prst="textNoShape"/>
          </a:bodyPr>
          <a:lstStyle/>
          <a:p>
            <a:pPr marL="0" indent="0"/>
            <a:r>
              <a:rPr lang="zh-CN" altLang="en-US"/>
              <a:t>单击此处编辑母版标题样式</a:t>
            </a:r>
            <a:endParaRPr lang="zh-CN" altLang="en-US"/>
          </a:p>
        </p:txBody>
      </p:sp>
      <p:sp>
        <p:nvSpPr>
          <p:cNvPr id="13" name="文本"/>
          <p:cNvSpPr>
            <a:spLocks noGrp="1"/>
          </p:cNvSpPr>
          <p:nvPr>
            <p:ph type="body" idx="1"/>
          </p:nvPr>
        </p:nvSpPr>
        <p:spPr>
          <a:xfrm rot="0">
            <a:off x="839788" y="1681163"/>
            <a:ext cx="5157787" cy="823912"/>
          </a:xfrm>
          <a:prstGeom prst="rect"/>
          <a:noFill/>
          <a:ln w="9525" cmpd="sng" cap="flat">
            <a:noFill/>
            <a:prstDash val="solid"/>
            <a:miter/>
          </a:ln>
        </p:spPr>
        <p:txBody>
          <a:bodyPr vert="horz" wrap="square" lIns="91440" tIns="45720" rIns="91440" bIns="45720" anchor="b" anchorCtr="0">
            <a:prstTxWarp prst="textNoShape"/>
          </a:bodyPr>
          <a:lstStyle>
            <a:lvl1pPr marL="0" indent="0" defTabSz="914400" fontAlgn="auto" hangingPunct="1">
              <a:buNone/>
              <a:defRPr sz="2400" b="1"/>
            </a:lvl1pPr>
            <a:lvl2pPr marL="457200" indent="0" defTabSz="914400" fontAlgn="auto" hangingPunct="1">
              <a:buNone/>
              <a:defRPr sz="2000" b="1"/>
            </a:lvl2pPr>
            <a:lvl3pPr marL="914400" indent="0" defTabSz="914400" fontAlgn="auto" hangingPunct="1">
              <a:buNone/>
              <a:defRPr sz="1800" b="1"/>
            </a:lvl3pPr>
            <a:lvl4pPr marL="1371600" indent="0" defTabSz="914400" fontAlgn="auto" hangingPunct="1">
              <a:buNone/>
              <a:defRPr sz="1600" b="1"/>
            </a:lvl4pPr>
            <a:lvl5pPr marL="1828800" indent="0" defTabSz="914400" fontAlgn="auto" hangingPunct="1">
              <a:buNone/>
              <a:defRPr sz="1600" b="1"/>
            </a:lvl5pPr>
            <a:lvl6pPr marL="2286000" indent="0" defTabSz="914400" fontAlgn="auto" hangingPunct="1">
              <a:buNone/>
              <a:defRPr sz="1600" b="1"/>
            </a:lvl6pPr>
            <a:lvl7pPr marL="2743200" indent="0" defTabSz="914400" fontAlgn="auto" hangingPunct="1">
              <a:buNone/>
              <a:defRPr sz="1600" b="1"/>
            </a:lvl7pPr>
            <a:lvl8pPr marL="3200400" indent="0" defTabSz="914400" fontAlgn="auto" hangingPunct="1">
              <a:buNone/>
              <a:defRPr sz="1600" b="1"/>
            </a:lvl8pPr>
            <a:lvl9pPr marL="3200400" indent="0" defTabSz="914400" fontAlgn="auto" hangingPunct="1">
              <a:buNone/>
              <a:defRPr sz="1600" b="1"/>
            </a:lvl9pPr>
          </a:lstStyle>
          <a:p>
            <a:r>
              <a:rPr lang="zh-CN" altLang="en-US"/>
              <a:t>单击此处编辑母版文本样式</a:t>
            </a:r>
            <a:endParaRPr lang="zh-CN" altLang="en-US"/>
          </a:p>
        </p:txBody>
      </p:sp>
      <p:sp>
        <p:nvSpPr>
          <p:cNvPr id="14" name="内容占位符"/>
          <p:cNvSpPr>
            <a:spLocks noGrp="1"/>
          </p:cNvSpPr>
          <p:nvPr>
            <p:ph idx="2"/>
          </p:nvPr>
        </p:nvSpPr>
        <p:spPr>
          <a:xfrm rot="0">
            <a:off x="839788" y="2505075"/>
            <a:ext cx="5157787" cy="3684587"/>
          </a:xfrm>
          <a:prstGeom prst="rect"/>
          <a:noFill/>
          <a:ln w="9525" cmpd="sng" cap="flat">
            <a:noFill/>
            <a:prstDash val="solid"/>
            <a:miter/>
          </a:ln>
        </p:spPr>
        <p:txBody>
          <a:bodyPr vert="horz" wrap="square" lIns="91440" tIns="45720" rIns="91440" bIns="45720" anchor="t" anchorCtr="0">
            <a:prstTxWarp prst="textNoShape"/>
          </a:bodyPr>
          <a:lstStyle/>
          <a:p>
            <a:pPr marL="228600" indent="-228600"/>
            <a:r>
              <a:rPr lang="zh-CN" altLang="en-US"/>
              <a:t>单击此处编辑母版文本样式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endParaRPr lang="zh-CN" altLang="en-US"/>
          </a:p>
        </p:txBody>
      </p:sp>
      <p:sp>
        <p:nvSpPr>
          <p:cNvPr id="15" name="文本"/>
          <p:cNvSpPr>
            <a:spLocks noGrp="1"/>
          </p:cNvSpPr>
          <p:nvPr>
            <p:ph type="body" idx="3"/>
          </p:nvPr>
        </p:nvSpPr>
        <p:spPr>
          <a:xfrm rot="0">
            <a:off x="6172200" y="1681163"/>
            <a:ext cx="5183187" cy="823912"/>
          </a:xfrm>
          <a:prstGeom prst="rect"/>
          <a:noFill/>
          <a:ln w="9525" cmpd="sng" cap="flat">
            <a:noFill/>
            <a:prstDash val="solid"/>
            <a:miter/>
          </a:ln>
        </p:spPr>
        <p:txBody>
          <a:bodyPr vert="horz" wrap="square" lIns="91440" tIns="45720" rIns="91440" bIns="45720" anchor="b" anchorCtr="0">
            <a:prstTxWarp prst="textNoShape"/>
          </a:bodyPr>
          <a:lstStyle>
            <a:lvl1pPr marL="0" indent="0" defTabSz="914400" fontAlgn="auto" hangingPunct="1">
              <a:buNone/>
              <a:defRPr sz="2400" b="1"/>
            </a:lvl1pPr>
            <a:lvl2pPr marL="457200" indent="0" defTabSz="914400" fontAlgn="auto" hangingPunct="1">
              <a:buNone/>
              <a:defRPr sz="2000" b="1"/>
            </a:lvl2pPr>
            <a:lvl3pPr marL="914400" indent="0" defTabSz="914400" fontAlgn="auto" hangingPunct="1">
              <a:buNone/>
              <a:defRPr sz="1800" b="1"/>
            </a:lvl3pPr>
            <a:lvl4pPr marL="1371600" indent="0" defTabSz="914400" fontAlgn="auto" hangingPunct="1">
              <a:buNone/>
              <a:defRPr sz="1600" b="1"/>
            </a:lvl4pPr>
            <a:lvl5pPr marL="1828800" indent="0" defTabSz="914400" fontAlgn="auto" hangingPunct="1">
              <a:buNone/>
              <a:defRPr sz="1600" b="1"/>
            </a:lvl5pPr>
            <a:lvl6pPr marL="2286000" indent="0" defTabSz="914400" fontAlgn="auto" hangingPunct="1">
              <a:buNone/>
              <a:defRPr sz="1600" b="1"/>
            </a:lvl6pPr>
            <a:lvl7pPr marL="2743200" indent="0" defTabSz="914400" fontAlgn="auto" hangingPunct="1">
              <a:buNone/>
              <a:defRPr sz="1600" b="1"/>
            </a:lvl7pPr>
            <a:lvl8pPr marL="3200400" indent="0" defTabSz="914400" fontAlgn="auto" hangingPunct="1">
              <a:buNone/>
              <a:defRPr sz="1600" b="1"/>
            </a:lvl8pPr>
            <a:lvl9pPr marL="3200400" indent="0" defTabSz="914400" fontAlgn="auto" hangingPunct="1">
              <a:buNone/>
              <a:defRPr sz="1600" b="1"/>
            </a:lvl9pPr>
          </a:lstStyle>
          <a:p>
            <a:r>
              <a:rPr lang="zh-CN" altLang="en-US"/>
              <a:t>单击此处编辑母版文本样式</a:t>
            </a:r>
            <a:endParaRPr lang="zh-CN" altLang="en-US"/>
          </a:p>
        </p:txBody>
      </p:sp>
      <p:sp>
        <p:nvSpPr>
          <p:cNvPr id="16" name="内容占位符"/>
          <p:cNvSpPr>
            <a:spLocks noGrp="1"/>
          </p:cNvSpPr>
          <p:nvPr>
            <p:ph idx="4"/>
          </p:nvPr>
        </p:nvSpPr>
        <p:spPr>
          <a:xfrm rot="0">
            <a:off x="6172200" y="2505075"/>
            <a:ext cx="5183187" cy="3684587"/>
          </a:xfrm>
          <a:prstGeom prst="rect"/>
          <a:noFill/>
          <a:ln w="9525" cmpd="sng" cap="flat">
            <a:noFill/>
            <a:prstDash val="solid"/>
            <a:miter/>
          </a:ln>
        </p:spPr>
        <p:txBody>
          <a:bodyPr vert="horz" wrap="square" lIns="91440" tIns="45720" rIns="91440" bIns="45720" anchor="t" anchorCtr="0">
            <a:prstTxWarp prst="textNoShape"/>
          </a:bodyPr>
          <a:lstStyle/>
          <a:p>
            <a:pPr marL="228600" indent="-228600"/>
            <a:r>
              <a:rPr lang="zh-CN" altLang="en-US"/>
              <a:t>单击此处编辑母版文本样式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endParaRPr lang="zh-CN" altLang="en-US"/>
          </a:p>
        </p:txBody>
      </p:sp>
      <p:sp>
        <p:nvSpPr>
          <p:cNvPr id="17" name="日期占位符"/>
          <p:cNvSpPr>
            <a:spLocks noGrp="1"/>
          </p:cNvSpPr>
          <p:nvPr>
            <p:ph type="dt" idx="10"/>
          </p:nvPr>
        </p:nvSpPr>
        <p:spPr>
          <a:xfrm rot="0">
            <a:off x="838200" y="6356349"/>
            <a:ext cx="27432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fld id="{CAD2D6BD-DE1B-4B5F-8B41-2702339687B9}" type="datetime5">
              <a:rPr lang="zh-CN" altLang="en-US"/>
              <a:t>2024/3/7</a:t>
            </a:fld>
            <a:endParaRPr lang="zh-CN" altLang="en-US"/>
          </a:p>
        </p:txBody>
      </p:sp>
      <p:sp>
        <p:nvSpPr>
          <p:cNvPr id="18" name="页脚占位符"/>
          <p:cNvSpPr>
            <a:spLocks noGrp="1"/>
          </p:cNvSpPr>
          <p:nvPr>
            <p:ph type="ftr" idx="11"/>
          </p:nvPr>
        </p:nvSpPr>
        <p:spPr>
          <a:xfrm rot="0">
            <a:off x="4038600" y="6356349"/>
            <a:ext cx="41148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endParaRPr lang="zh-CN" altLang="en-US"/>
          </a:p>
        </p:txBody>
      </p:sp>
      <p:sp>
        <p:nvSpPr>
          <p:cNvPr id="19" name="编号占位符"/>
          <p:cNvSpPr>
            <a:spLocks noGrp="1"/>
          </p:cNvSpPr>
          <p:nvPr>
            <p:ph type="sldNum" idx="12"/>
          </p:nvPr>
        </p:nvSpPr>
        <p:spPr>
          <a:xfrm rot="0">
            <a:off x="8610600" y="6356349"/>
            <a:ext cx="27432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fld id="{CAD2D6BD-DE1B-4B5F-8B41-2702339687B9}" type="slidenum">
              <a:rPr lang="en-US" altLang="zh-CN"/>
              <a:t>‹#›</a:t>
            </a:fld>
            <a:endParaRPr lang="zh-CN" altLang="en-US"/>
          </a:p>
        </p:txBody>
      </p:sp>
    </p:spTree>
    <p:extLst>
      <p:ext uri="{BB962C8B-B14F-4D97-AF65-F5344CB8AC3E}">
        <p14:creationId xmlns:p14="http://schemas.microsoft.com/office/powerpoint/2010/main" val="257712243"/>
      </p:ext>
    </p:extLst>
  </p:cSld>
  <p:clrMapOvr>
    <a:masterClrMapping/>
  </p:clrMapOvr>
</p:sldLayout>
</file>

<file path=ppt/slideLayouts/slideLayout4.xml><?xml version="1.0" encoding="utf-8"?>
<p:sldLayout xmlns:p="http://schemas.openxmlformats.org/presentationml/2006/main" xmlns:a="http://schemas.openxmlformats.org/drawingml/2006/main" xmlns:r="http://schemas.openxmlformats.org/officeDocument/2006/relationships" preserve="1" type="titleOnly">
  <p:cSld name="仅标题">
    <p:spTree>
      <p:nvGrpSpPr>
        <p:cNvPr id="1" name=""/>
        <p:cNvGrpSpPr/>
        <p:nvPr/>
      </p:nvGrpSpPr>
      <p:grpSpPr>
        <a:xfrm>
          <a:off x="0" y="0"/>
          <a:ext cx="0" cy="0"/>
          <a:chOff x="0" y="0"/>
          <a:chExt cx="0" cy="0"/>
        </a:xfrm>
      </p:grpSpPr>
      <p:sp>
        <p:nvSpPr>
          <p:cNvPr id="20" name="标题"/>
          <p:cNvSpPr>
            <a:spLocks noGrp="1"/>
          </p:cNvSpPr>
          <p:nvPr>
            <p:ph type="title"/>
          </p:nvPr>
        </p:nvSpPr>
        <p:spPr>
          <a:xfrm rot="0">
            <a:off x="838200" y="365124"/>
            <a:ext cx="10515600" cy="1325562"/>
          </a:xfrm>
          <a:prstGeom prst="rect"/>
          <a:noFill/>
          <a:ln w="9525" cmpd="sng" cap="flat">
            <a:noFill/>
            <a:prstDash val="solid"/>
            <a:miter/>
          </a:ln>
        </p:spPr>
        <p:txBody>
          <a:bodyPr vert="horz" wrap="square" lIns="91440" tIns="45720" rIns="91440" bIns="45720" anchor="t" anchorCtr="0">
            <a:prstTxWarp prst="textNoShape"/>
          </a:bodyPr>
          <a:lstStyle/>
          <a:p>
            <a:pPr marL="0" indent="0"/>
            <a:r>
              <a:rPr lang="zh-CN" altLang="en-US"/>
              <a:t>单击此处编辑母版标题样式</a:t>
            </a:r>
            <a:endParaRPr lang="zh-CN" altLang="en-US"/>
          </a:p>
        </p:txBody>
      </p:sp>
      <p:sp>
        <p:nvSpPr>
          <p:cNvPr id="21" name="日期占位符"/>
          <p:cNvSpPr>
            <a:spLocks noGrp="1"/>
          </p:cNvSpPr>
          <p:nvPr>
            <p:ph type="dt" idx="10"/>
          </p:nvPr>
        </p:nvSpPr>
        <p:spPr>
          <a:xfrm rot="0">
            <a:off x="838200" y="6356349"/>
            <a:ext cx="27432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fld id="{CAD2D6BD-DE1B-4B5F-8B41-2702339687B9}" type="datetime5">
              <a:rPr lang="zh-CN" altLang="en-US"/>
              <a:t>2024/3/7</a:t>
            </a:fld>
            <a:endParaRPr lang="zh-CN" altLang="en-US"/>
          </a:p>
        </p:txBody>
      </p:sp>
      <p:sp>
        <p:nvSpPr>
          <p:cNvPr id="22" name="页脚占位符"/>
          <p:cNvSpPr>
            <a:spLocks noGrp="1"/>
          </p:cNvSpPr>
          <p:nvPr>
            <p:ph type="ftr" idx="11"/>
          </p:nvPr>
        </p:nvSpPr>
        <p:spPr>
          <a:xfrm rot="0">
            <a:off x="4038600" y="6356349"/>
            <a:ext cx="41148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endParaRPr lang="zh-CN" altLang="en-US"/>
          </a:p>
        </p:txBody>
      </p:sp>
      <p:sp>
        <p:nvSpPr>
          <p:cNvPr id="23" name="编号占位符"/>
          <p:cNvSpPr>
            <a:spLocks noGrp="1"/>
          </p:cNvSpPr>
          <p:nvPr>
            <p:ph type="sldNum" idx="12"/>
          </p:nvPr>
        </p:nvSpPr>
        <p:spPr>
          <a:xfrm rot="0">
            <a:off x="8610600" y="6356349"/>
            <a:ext cx="27432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fld id="{CAD2D6BD-DE1B-4B5F-8B41-2702339687B9}" type="slidenum">
              <a:rPr lang="en-US" altLang="zh-CN"/>
              <a:t>‹#›</a:t>
            </a:fld>
            <a:endParaRPr lang="zh-CN" altLang="en-US"/>
          </a:p>
        </p:txBody>
      </p:sp>
    </p:spTree>
    <p:extLst>
      <p:ext uri="{BB962C8B-B14F-4D97-AF65-F5344CB8AC3E}">
        <p14:creationId xmlns:p14="http://schemas.microsoft.com/office/powerpoint/2010/main" val="155398434"/>
      </p:ext>
    </p:extLst>
  </p:cSld>
  <p:clrMapOvr>
    <a:masterClrMapping/>
  </p:clrMapOvr>
</p:sldLayout>
</file>

<file path=ppt/slideLayouts/slideLayout5.xml><?xml version="1.0" encoding="utf-8"?>
<p:sldLayout xmlns:p="http://schemas.openxmlformats.org/presentationml/2006/main" xmlns:a="http://schemas.openxmlformats.org/drawingml/2006/main" xmlns:r="http://schemas.openxmlformats.org/officeDocument/2006/relationships" preserve="1" type="blank">
  <p:cSld name="空白">
    <p:spTree>
      <p:nvGrpSpPr>
        <p:cNvPr id="1" name=""/>
        <p:cNvGrpSpPr/>
        <p:nvPr/>
      </p:nvGrpSpPr>
      <p:grpSpPr>
        <a:xfrm>
          <a:off x="0" y="0"/>
          <a:ext cx="0" cy="0"/>
          <a:chOff x="0" y="0"/>
          <a:chExt cx="0" cy="0"/>
        </a:xfrm>
      </p:grpSpPr>
      <p:sp>
        <p:nvSpPr>
          <p:cNvPr id="24" name="日期占位符"/>
          <p:cNvSpPr>
            <a:spLocks noGrp="1"/>
          </p:cNvSpPr>
          <p:nvPr>
            <p:ph type="dt" idx="10"/>
          </p:nvPr>
        </p:nvSpPr>
        <p:spPr>
          <a:xfrm rot="0">
            <a:off x="838200" y="6356349"/>
            <a:ext cx="27432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fld id="{CAD2D6BD-DE1B-4B5F-8B41-2702339687B9}" type="datetime5">
              <a:rPr lang="zh-CN" altLang="en-US"/>
              <a:t>2024/3/7</a:t>
            </a:fld>
            <a:endParaRPr lang="zh-CN" altLang="en-US"/>
          </a:p>
        </p:txBody>
      </p:sp>
      <p:sp>
        <p:nvSpPr>
          <p:cNvPr id="25" name="页脚占位符"/>
          <p:cNvSpPr>
            <a:spLocks noGrp="1"/>
          </p:cNvSpPr>
          <p:nvPr>
            <p:ph type="ftr" idx="11"/>
          </p:nvPr>
        </p:nvSpPr>
        <p:spPr>
          <a:xfrm rot="0">
            <a:off x="4038600" y="6356349"/>
            <a:ext cx="41148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endParaRPr lang="zh-CN" altLang="en-US"/>
          </a:p>
        </p:txBody>
      </p:sp>
      <p:sp>
        <p:nvSpPr>
          <p:cNvPr id="26" name="编号占位符"/>
          <p:cNvSpPr>
            <a:spLocks noGrp="1"/>
          </p:cNvSpPr>
          <p:nvPr>
            <p:ph type="sldNum" idx="12"/>
          </p:nvPr>
        </p:nvSpPr>
        <p:spPr>
          <a:xfrm rot="0">
            <a:off x="8610600" y="6356349"/>
            <a:ext cx="27432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fld id="{CAD2D6BD-DE1B-4B5F-8B41-2702339687B9}" type="slidenum">
              <a:rPr lang="en-US" altLang="zh-CN"/>
              <a:t>‹#›</a:t>
            </a:fld>
            <a:endParaRPr lang="zh-CN" altLang="en-US"/>
          </a:p>
        </p:txBody>
      </p:sp>
    </p:spTree>
    <p:extLst>
      <p:ext uri="{BB962C8B-B14F-4D97-AF65-F5344CB8AC3E}">
        <p14:creationId xmlns:p14="http://schemas.microsoft.com/office/powerpoint/2010/main" val="1381665290"/>
      </p:ext>
    </p:extLst>
  </p:cSld>
  <p:clrMapOvr>
    <a:masterClrMapping/>
  </p:clrMapOvr>
</p:sldLayout>
</file>

<file path=ppt/slideLayouts/slideLayout6.xml><?xml version="1.0" encoding="utf-8"?>
<p:sldLayout xmlns:p="http://schemas.openxmlformats.org/presentationml/2006/main" xmlns:a="http://schemas.openxmlformats.org/drawingml/2006/main" xmlns:r="http://schemas.openxmlformats.org/officeDocument/2006/relationships" preserve="1" type="objTx">
  <p:cSld name="内容与标题">
    <p:spTree>
      <p:nvGrpSpPr>
        <p:cNvPr id="1" name=""/>
        <p:cNvGrpSpPr/>
        <p:nvPr/>
      </p:nvGrpSpPr>
      <p:grpSpPr>
        <a:xfrm>
          <a:off x="0" y="0"/>
          <a:ext cx="0" cy="0"/>
          <a:chOff x="0" y="0"/>
          <a:chExt cx="0" cy="0"/>
        </a:xfrm>
      </p:grpSpPr>
      <p:sp>
        <p:nvSpPr>
          <p:cNvPr id="27" name="标题"/>
          <p:cNvSpPr>
            <a:spLocks noGrp="1"/>
          </p:cNvSpPr>
          <p:nvPr>
            <p:ph type="title"/>
          </p:nvPr>
        </p:nvSpPr>
        <p:spPr>
          <a:xfrm rot="0">
            <a:off x="839788" y="457200"/>
            <a:ext cx="3932237" cy="1600200"/>
          </a:xfrm>
          <a:prstGeom prst="rect"/>
          <a:noFill/>
          <a:ln w="9525" cmpd="sng" cap="flat">
            <a:noFill/>
            <a:prstDash val="solid"/>
            <a:miter/>
          </a:ln>
        </p:spPr>
        <p:txBody>
          <a:bodyPr vert="horz" wrap="square" lIns="91440" tIns="45720" rIns="91440" bIns="45720" anchor="b" anchorCtr="0">
            <a:prstTxWarp prst="textNoShape"/>
          </a:bodyPr>
          <a:lstStyle>
            <a:lvl1pPr marL="0" indent="0" defTabSz="914400" fontAlgn="auto" hangingPunct="1">
              <a:defRPr sz="3200"/>
            </a:lvl1pPr>
          </a:lstStyle>
          <a:p>
            <a:pPr marL="0" indent="0"/>
            <a:r>
              <a:rPr lang="zh-CN" altLang="en-US"/>
              <a:t>单击此处编辑母版标题样式</a:t>
            </a:r>
            <a:endParaRPr lang="zh-CN" altLang="en-US"/>
          </a:p>
        </p:txBody>
      </p:sp>
      <p:sp>
        <p:nvSpPr>
          <p:cNvPr id="28" name="内容占位符"/>
          <p:cNvSpPr>
            <a:spLocks noGrp="1"/>
          </p:cNvSpPr>
          <p:nvPr>
            <p:ph idx="1"/>
          </p:nvPr>
        </p:nvSpPr>
        <p:spPr>
          <a:xfrm rot="0">
            <a:off x="5183188" y="987425"/>
            <a:ext cx="6172200" cy="4873625"/>
          </a:xfrm>
          <a:prstGeom prst="rect"/>
          <a:noFill/>
          <a:ln w="9525" cmpd="sng" cap="flat">
            <a:noFill/>
            <a:prstDash val="solid"/>
            <a:miter/>
          </a:ln>
        </p:spPr>
        <p:txBody>
          <a:bodyPr vert="horz" wrap="square" lIns="91440" tIns="45720" rIns="91440" bIns="45720" anchor="t" anchorCtr="0">
            <a:prstTxWarp prst="textNoShape"/>
          </a:bodyPr>
          <a:lstStyle>
            <a:lvl1pPr marL="228600" indent="-228600" defTabSz="914400" fontAlgn="auto" hangingPunct="1">
              <a:defRPr sz="3200"/>
            </a:lvl1pPr>
            <a:lvl2pPr marL="685800" indent="-228600" defTabSz="914400" fontAlgn="auto" hangingPunct="1">
              <a:defRPr sz="2800"/>
            </a:lvl2pPr>
            <a:lvl3pPr marL="1143000" indent="-228600" defTabSz="914400" fontAlgn="auto" hangingPunct="1">
              <a:defRPr sz="2400"/>
            </a:lvl3pPr>
            <a:lvl4pPr marL="1600200" indent="-228600" defTabSz="914400" fontAlgn="auto" hangingPunct="1">
              <a:defRPr sz="2000"/>
            </a:lvl4pPr>
            <a:lvl5pPr marL="2057400" indent="-228600" defTabSz="914400" fontAlgn="auto" hangingPunct="1">
              <a:defRPr sz="2000"/>
            </a:lvl5pPr>
          </a:lstStyle>
          <a:p>
            <a:pPr marL="228600" indent="-228600"/>
            <a:r>
              <a:rPr lang="zh-CN" altLang="en-US"/>
              <a:t>单击此处编辑母版文本样式</a:t>
            </a:r>
            <a:endParaRPr lang="en-US" altLang="zh-CN"/>
          </a:p>
          <a:p>
            <a:pPr lvl="1" marL="685800" indent="-228600"/>
            <a:r>
              <a:rPr lang="zh-CN" altLang="en-US"/>
              <a:t>第二级</a:t>
            </a:r>
            <a:endParaRPr lang="en-US" altLang="zh-CN"/>
          </a:p>
          <a:p>
            <a:pPr lvl="2" marL="1143000" indent="-228600"/>
            <a:r>
              <a:rPr lang="zh-CN" altLang="en-US"/>
              <a:t>第三级</a:t>
            </a:r>
            <a:endParaRPr lang="en-US" altLang="zh-CN"/>
          </a:p>
          <a:p>
            <a:pPr lvl="3" marL="1600200" indent="-228600"/>
            <a:r>
              <a:rPr lang="zh-CN" altLang="en-US"/>
              <a:t>第四级</a:t>
            </a:r>
            <a:endParaRPr lang="en-US" altLang="zh-CN"/>
          </a:p>
          <a:p>
            <a:pPr lvl="4" marL="2057400" indent="-228600"/>
            <a:r>
              <a:rPr lang="zh-CN" altLang="en-US"/>
              <a:t>第五级</a:t>
            </a:r>
            <a:endParaRPr lang="zh-CN" altLang="en-US"/>
          </a:p>
        </p:txBody>
      </p:sp>
      <p:sp>
        <p:nvSpPr>
          <p:cNvPr id="29" name="文本"/>
          <p:cNvSpPr>
            <a:spLocks noGrp="1"/>
          </p:cNvSpPr>
          <p:nvPr>
            <p:ph type="body" idx="2"/>
          </p:nvPr>
        </p:nvSpPr>
        <p:spPr>
          <a:xfrm rot="0">
            <a:off x="839788" y="2057400"/>
            <a:ext cx="3932237" cy="3811587"/>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auto" hangingPunct="1">
              <a:buNone/>
              <a:defRPr sz="1600"/>
            </a:lvl1pPr>
            <a:lvl2pPr marL="457200" indent="0" defTabSz="914400" fontAlgn="auto" hangingPunct="1">
              <a:buNone/>
              <a:defRPr sz="1400"/>
            </a:lvl2pPr>
            <a:lvl3pPr marL="914400" indent="0" defTabSz="914400" fontAlgn="auto" hangingPunct="1">
              <a:buNone/>
              <a:defRPr sz="1200"/>
            </a:lvl3pPr>
            <a:lvl4pPr marL="1371600" indent="0" defTabSz="914400" fontAlgn="auto" hangingPunct="1">
              <a:buNone/>
              <a:defRPr sz="1000"/>
            </a:lvl4pPr>
            <a:lvl5pPr marL="1828800" indent="0" defTabSz="914400" fontAlgn="auto" hangingPunct="1">
              <a:buNone/>
              <a:defRPr sz="1000"/>
            </a:lvl5pPr>
            <a:lvl6pPr marL="2286000" indent="0" defTabSz="914400" fontAlgn="auto" hangingPunct="1">
              <a:buNone/>
              <a:defRPr sz="1000"/>
            </a:lvl6pPr>
            <a:lvl7pPr marL="2743200" indent="0" defTabSz="914400" fontAlgn="auto" hangingPunct="1">
              <a:buNone/>
              <a:defRPr sz="1000"/>
            </a:lvl7pPr>
            <a:lvl8pPr marL="3200400" indent="0" defTabSz="914400" fontAlgn="auto" hangingPunct="1">
              <a:buNone/>
              <a:defRPr sz="1000"/>
            </a:lvl8pPr>
            <a:lvl9pPr marL="3200400" indent="0" defTabSz="914400" fontAlgn="auto" hangingPunct="1">
              <a:buNone/>
              <a:defRPr sz="1000"/>
            </a:lvl9pPr>
          </a:lstStyle>
          <a:p>
            <a:pPr marL="0" indent="0"/>
            <a:r>
              <a:rPr lang="zh-CN" altLang="en-US"/>
              <a:t>单击此处编辑母版文本样式</a:t>
            </a:r>
            <a:endParaRPr lang="zh-CN" altLang="en-US"/>
          </a:p>
        </p:txBody>
      </p:sp>
      <p:sp>
        <p:nvSpPr>
          <p:cNvPr id="30" name="日期占位符"/>
          <p:cNvSpPr>
            <a:spLocks noGrp="1"/>
          </p:cNvSpPr>
          <p:nvPr>
            <p:ph type="dt" idx="10"/>
          </p:nvPr>
        </p:nvSpPr>
        <p:spPr>
          <a:xfrm rot="0">
            <a:off x="838200" y="6356349"/>
            <a:ext cx="27432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fld id="{CAD2D6BD-DE1B-4B5F-8B41-2702339687B9}" type="datetime5">
              <a:rPr lang="zh-CN" altLang="en-US"/>
              <a:t>2024/3/7</a:t>
            </a:fld>
            <a:endParaRPr lang="zh-CN" altLang="en-US"/>
          </a:p>
        </p:txBody>
      </p:sp>
      <p:sp>
        <p:nvSpPr>
          <p:cNvPr id="31" name="页脚占位符"/>
          <p:cNvSpPr>
            <a:spLocks noGrp="1"/>
          </p:cNvSpPr>
          <p:nvPr>
            <p:ph type="ftr" idx="11"/>
          </p:nvPr>
        </p:nvSpPr>
        <p:spPr>
          <a:xfrm rot="0">
            <a:off x="4038600" y="6356349"/>
            <a:ext cx="41148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endParaRPr lang="zh-CN" altLang="en-US"/>
          </a:p>
        </p:txBody>
      </p:sp>
      <p:sp>
        <p:nvSpPr>
          <p:cNvPr id="32" name="编号占位符"/>
          <p:cNvSpPr>
            <a:spLocks noGrp="1"/>
          </p:cNvSpPr>
          <p:nvPr>
            <p:ph type="sldNum" idx="12"/>
          </p:nvPr>
        </p:nvSpPr>
        <p:spPr>
          <a:xfrm rot="0">
            <a:off x="8610600" y="6356349"/>
            <a:ext cx="27432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fld id="{CAD2D6BD-DE1B-4B5F-8B41-2702339687B9}" type="slidenum">
              <a:rPr lang="en-US" altLang="zh-CN"/>
              <a:t>‹#›</a:t>
            </a:fld>
            <a:endParaRPr lang="zh-CN" altLang="en-US"/>
          </a:p>
        </p:txBody>
      </p:sp>
    </p:spTree>
    <p:extLst>
      <p:ext uri="{BB962C8B-B14F-4D97-AF65-F5344CB8AC3E}">
        <p14:creationId xmlns:p14="http://schemas.microsoft.com/office/powerpoint/2010/main" val="1807478379"/>
      </p:ext>
    </p:extLst>
  </p:cSld>
  <p:clrMapOvr>
    <a:masterClrMapping/>
  </p:clrMapOvr>
</p:sldLayout>
</file>

<file path=ppt/slideLayouts/slideLayout7.xml><?xml version="1.0" encoding="utf-8"?>
<p:sldLayout xmlns:p="http://schemas.openxmlformats.org/presentationml/2006/main" xmlns:a="http://schemas.openxmlformats.org/drawingml/2006/main" xmlns:r="http://schemas.openxmlformats.org/officeDocument/2006/relationships" preserve="1" type="picTx">
  <p:cSld name="图片与标题">
    <p:spTree>
      <p:nvGrpSpPr>
        <p:cNvPr id="1" name=""/>
        <p:cNvGrpSpPr/>
        <p:nvPr/>
      </p:nvGrpSpPr>
      <p:grpSpPr>
        <a:xfrm>
          <a:off x="0" y="0"/>
          <a:ext cx="0" cy="0"/>
          <a:chOff x="0" y="0"/>
          <a:chExt cx="0" cy="0"/>
        </a:xfrm>
      </p:grpSpPr>
      <p:sp>
        <p:nvSpPr>
          <p:cNvPr id="33" name="标题"/>
          <p:cNvSpPr>
            <a:spLocks noGrp="1"/>
          </p:cNvSpPr>
          <p:nvPr>
            <p:ph type="title"/>
          </p:nvPr>
        </p:nvSpPr>
        <p:spPr>
          <a:xfrm rot="0">
            <a:off x="839788" y="457200"/>
            <a:ext cx="3932237" cy="1600200"/>
          </a:xfrm>
          <a:prstGeom prst="rect"/>
          <a:noFill/>
          <a:ln w="9525" cmpd="sng" cap="flat">
            <a:noFill/>
            <a:prstDash val="solid"/>
            <a:miter/>
          </a:ln>
        </p:spPr>
        <p:txBody>
          <a:bodyPr vert="horz" wrap="square" lIns="91440" tIns="45720" rIns="91440" bIns="45720" anchor="b" anchorCtr="0">
            <a:prstTxWarp prst="textNoShape"/>
          </a:bodyPr>
          <a:lstStyle>
            <a:lvl1pPr marL="0" indent="0" defTabSz="914400" fontAlgn="auto" hangingPunct="1">
              <a:defRPr sz="3200"/>
            </a:lvl1pPr>
          </a:lstStyle>
          <a:p>
            <a:pPr marL="0" indent="0"/>
            <a:r>
              <a:rPr lang="zh-CN" altLang="en-US"/>
              <a:t>单击此处编辑母版标题样式</a:t>
            </a:r>
            <a:endParaRPr lang="zh-CN" altLang="en-US"/>
          </a:p>
        </p:txBody>
      </p:sp>
      <p:sp>
        <p:nvSpPr>
          <p:cNvPr id="34" name="图片"/>
          <p:cNvSpPr>
            <a:spLocks noGrp="1"/>
          </p:cNvSpPr>
          <p:nvPr>
            <p:ph type="pic" idx="1"/>
          </p:nvPr>
        </p:nvSpPr>
        <p:spPr>
          <a:xfrm rot="0">
            <a:off x="5183188" y="987425"/>
            <a:ext cx="6172200" cy="4873625"/>
          </a:xfrm>
          <a:prstGeom prst="rect"/>
          <a:noFill/>
          <a:ln w="9525" cmpd="sng" cap="flat">
            <a:noFill/>
            <a:prstDash val="solid"/>
            <a:miter/>
          </a:ln>
        </p:spPr>
        <p:txBody>
          <a:bodyPr/>
          <a:p/>
        </p:txBody>
      </p:sp>
      <p:sp>
        <p:nvSpPr>
          <p:cNvPr id="35" name="文本"/>
          <p:cNvSpPr>
            <a:spLocks noGrp="1"/>
          </p:cNvSpPr>
          <p:nvPr>
            <p:ph type="body" idx="2"/>
          </p:nvPr>
        </p:nvSpPr>
        <p:spPr>
          <a:xfrm rot="0">
            <a:off x="839788" y="2057400"/>
            <a:ext cx="3932237" cy="3811587"/>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auto" hangingPunct="1">
              <a:buNone/>
              <a:defRPr sz="1600"/>
            </a:lvl1pPr>
            <a:lvl2pPr marL="457200" indent="0" defTabSz="914400" fontAlgn="auto" hangingPunct="1">
              <a:buNone/>
              <a:defRPr sz="1400"/>
            </a:lvl2pPr>
            <a:lvl3pPr marL="914400" indent="0" defTabSz="914400" fontAlgn="auto" hangingPunct="1">
              <a:buNone/>
              <a:defRPr sz="1200"/>
            </a:lvl3pPr>
            <a:lvl4pPr marL="1371600" indent="0" defTabSz="914400" fontAlgn="auto" hangingPunct="1">
              <a:buNone/>
              <a:defRPr sz="1000"/>
            </a:lvl4pPr>
            <a:lvl5pPr marL="1828800" indent="0" defTabSz="914400" fontAlgn="auto" hangingPunct="1">
              <a:buNone/>
              <a:defRPr sz="1000"/>
            </a:lvl5pPr>
            <a:lvl6pPr marL="2286000" indent="0" defTabSz="914400" fontAlgn="auto" hangingPunct="1">
              <a:buNone/>
              <a:defRPr sz="1000"/>
            </a:lvl6pPr>
            <a:lvl7pPr marL="2743200" indent="0" defTabSz="914400" fontAlgn="auto" hangingPunct="1">
              <a:buNone/>
              <a:defRPr sz="1000"/>
            </a:lvl7pPr>
            <a:lvl8pPr marL="3200400" indent="0" defTabSz="914400" fontAlgn="auto" hangingPunct="1">
              <a:buNone/>
              <a:defRPr sz="1000"/>
            </a:lvl8pPr>
            <a:lvl9pPr marL="3200400" indent="0" defTabSz="914400" fontAlgn="auto" hangingPunct="1">
              <a:buNone/>
              <a:defRPr sz="1000"/>
            </a:lvl9pPr>
          </a:lstStyle>
          <a:p>
            <a:pPr marL="0" indent="0"/>
            <a:r>
              <a:rPr lang="zh-CN" altLang="en-US"/>
              <a:t>单击此处编辑母版文本样式</a:t>
            </a:r>
            <a:endParaRPr lang="zh-CN" altLang="en-US"/>
          </a:p>
        </p:txBody>
      </p:sp>
      <p:sp>
        <p:nvSpPr>
          <p:cNvPr id="36" name="日期占位符"/>
          <p:cNvSpPr>
            <a:spLocks noGrp="1"/>
          </p:cNvSpPr>
          <p:nvPr>
            <p:ph type="dt" idx="10"/>
          </p:nvPr>
        </p:nvSpPr>
        <p:spPr>
          <a:xfrm rot="0">
            <a:off x="838200" y="6356349"/>
            <a:ext cx="27432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fld id="{CAD2D6BD-DE1B-4B5F-8B41-2702339687B9}" type="datetime5">
              <a:rPr lang="zh-CN" altLang="en-US"/>
              <a:t>2024/3/7</a:t>
            </a:fld>
            <a:endParaRPr lang="zh-CN" altLang="en-US"/>
          </a:p>
        </p:txBody>
      </p:sp>
      <p:sp>
        <p:nvSpPr>
          <p:cNvPr id="37" name="页脚占位符"/>
          <p:cNvSpPr>
            <a:spLocks noGrp="1"/>
          </p:cNvSpPr>
          <p:nvPr>
            <p:ph type="ftr" idx="11"/>
          </p:nvPr>
        </p:nvSpPr>
        <p:spPr>
          <a:xfrm rot="0">
            <a:off x="4038600" y="6356349"/>
            <a:ext cx="41148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endParaRPr lang="zh-CN" altLang="en-US"/>
          </a:p>
        </p:txBody>
      </p:sp>
      <p:sp>
        <p:nvSpPr>
          <p:cNvPr id="38" name="编号占位符"/>
          <p:cNvSpPr>
            <a:spLocks noGrp="1"/>
          </p:cNvSpPr>
          <p:nvPr>
            <p:ph type="sldNum" idx="12"/>
          </p:nvPr>
        </p:nvSpPr>
        <p:spPr>
          <a:xfrm rot="0">
            <a:off x="8610600" y="6356349"/>
            <a:ext cx="27432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fld id="{CAD2D6BD-DE1B-4B5F-8B41-2702339687B9}" type="slidenum">
              <a:rPr lang="en-US" altLang="zh-CN"/>
              <a:t>‹#›</a:t>
            </a:fld>
            <a:endParaRPr lang="zh-CN" altLang="en-US"/>
          </a:p>
        </p:txBody>
      </p:sp>
    </p:spTree>
    <p:extLst>
      <p:ext uri="{BB962C8B-B14F-4D97-AF65-F5344CB8AC3E}">
        <p14:creationId xmlns:p14="http://schemas.microsoft.com/office/powerpoint/2010/main" val="362567980"/>
      </p:ext>
    </p:extLst>
  </p:cSld>
  <p:clrMapOvr>
    <a:masterClrMapping/>
  </p:clrMapOvr>
</p:sldLayout>
</file>

<file path=ppt/slideLayouts/slideLayout8.xml><?xml version="1.0" encoding="utf-8"?>
<p:sldLayout xmlns:p="http://schemas.openxmlformats.org/presentationml/2006/main" xmlns:a="http://schemas.openxmlformats.org/drawingml/2006/main" xmlns:r="http://schemas.openxmlformats.org/officeDocument/2006/relationships" preserve="1" type="vertTx">
  <p:cSld name="标题和竖排文字">
    <p:spTree>
      <p:nvGrpSpPr>
        <p:cNvPr id="1" name=""/>
        <p:cNvGrpSpPr/>
        <p:nvPr/>
      </p:nvGrpSpPr>
      <p:grpSpPr>
        <a:xfrm>
          <a:off x="0" y="0"/>
          <a:ext cx="0" cy="0"/>
          <a:chOff x="0" y="0"/>
          <a:chExt cx="0" cy="0"/>
        </a:xfrm>
      </p:grpSpPr>
      <p:sp>
        <p:nvSpPr>
          <p:cNvPr id="39" name="标题"/>
          <p:cNvSpPr>
            <a:spLocks noGrp="1"/>
          </p:cNvSpPr>
          <p:nvPr>
            <p:ph type="title"/>
          </p:nvPr>
        </p:nvSpPr>
        <p:spPr>
          <a:xfrm rot="0">
            <a:off x="838200" y="365124"/>
            <a:ext cx="10515600" cy="1325562"/>
          </a:xfrm>
          <a:prstGeom prst="rect"/>
          <a:noFill/>
          <a:ln w="9525" cmpd="sng" cap="flat">
            <a:noFill/>
            <a:prstDash val="solid"/>
            <a:miter/>
          </a:ln>
        </p:spPr>
        <p:txBody>
          <a:bodyPr vert="horz" wrap="square" lIns="91440" tIns="45720" rIns="91440" bIns="45720" anchor="t" anchorCtr="0">
            <a:prstTxWarp prst="textNoShape"/>
          </a:bodyPr>
          <a:lstStyle/>
          <a:p>
            <a:pPr marL="0" indent="0"/>
            <a:r>
              <a:rPr lang="zh-CN" altLang="en-US"/>
              <a:t>单击此处编辑母版标题样式</a:t>
            </a:r>
            <a:endParaRPr lang="zh-CN" altLang="en-US"/>
          </a:p>
        </p:txBody>
      </p:sp>
      <p:sp>
        <p:nvSpPr>
          <p:cNvPr id="40" name="竖排文字占位符"/>
          <p:cNvSpPr>
            <a:spLocks noGrp="1"/>
          </p:cNvSpPr>
          <p:nvPr>
            <p:ph type="body" orient="vert" idx="1"/>
          </p:nvPr>
        </p:nvSpPr>
        <p:spPr>
          <a:xfrm rot="0">
            <a:off x="838200" y="1825625"/>
            <a:ext cx="10515600" cy="4351338"/>
          </a:xfrm>
          <a:prstGeom prst="rect"/>
          <a:noFill/>
          <a:ln w="9525" cmpd="sng" cap="flat">
            <a:noFill/>
            <a:prstDash val="solid"/>
            <a:miter/>
          </a:ln>
        </p:spPr>
        <p:txBody>
          <a:bodyPr vert="eaVert" wrap="square" lIns="91440" tIns="45720" rIns="91440" bIns="45720" anchor="t" anchorCtr="0">
            <a:prstTxWarp prst="textNoShape"/>
          </a:bodyPr>
          <a:lstStyle/>
          <a:p>
            <a:r>
              <a:rPr lang="zh-CN" altLang="en-US"/>
              <a:t>单击此处编辑母版文本样式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endParaRPr lang="zh-CN" altLang="en-US"/>
          </a:p>
        </p:txBody>
      </p:sp>
      <p:sp>
        <p:nvSpPr>
          <p:cNvPr id="41" name="日期占位符"/>
          <p:cNvSpPr>
            <a:spLocks noGrp="1"/>
          </p:cNvSpPr>
          <p:nvPr>
            <p:ph type="dt" idx="10"/>
          </p:nvPr>
        </p:nvSpPr>
        <p:spPr>
          <a:xfrm rot="0">
            <a:off x="838200" y="6356349"/>
            <a:ext cx="27432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fld id="{CAD2D6BD-DE1B-4B5F-8B41-2702339687B9}" type="datetime5">
              <a:rPr lang="zh-CN" altLang="en-US"/>
              <a:t>2024/3/7</a:t>
            </a:fld>
            <a:endParaRPr lang="zh-CN" altLang="en-US"/>
          </a:p>
        </p:txBody>
      </p:sp>
      <p:sp>
        <p:nvSpPr>
          <p:cNvPr id="42" name="页脚占位符"/>
          <p:cNvSpPr>
            <a:spLocks noGrp="1"/>
          </p:cNvSpPr>
          <p:nvPr>
            <p:ph type="ftr" idx="11"/>
          </p:nvPr>
        </p:nvSpPr>
        <p:spPr>
          <a:xfrm rot="0">
            <a:off x="4038600" y="6356349"/>
            <a:ext cx="41148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endParaRPr lang="zh-CN" altLang="en-US"/>
          </a:p>
        </p:txBody>
      </p:sp>
      <p:sp>
        <p:nvSpPr>
          <p:cNvPr id="43" name="编号占位符"/>
          <p:cNvSpPr>
            <a:spLocks noGrp="1"/>
          </p:cNvSpPr>
          <p:nvPr>
            <p:ph type="sldNum" idx="12"/>
          </p:nvPr>
        </p:nvSpPr>
        <p:spPr>
          <a:xfrm rot="0">
            <a:off x="8610600" y="6356349"/>
            <a:ext cx="27432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fld id="{CAD2D6BD-DE1B-4B5F-8B41-2702339687B9}" type="slidenum">
              <a:rPr lang="en-US" altLang="zh-CN"/>
              <a:t>‹#›</a:t>
            </a:fld>
            <a:endParaRPr lang="zh-CN" altLang="en-US"/>
          </a:p>
        </p:txBody>
      </p:sp>
    </p:spTree>
    <p:extLst>
      <p:ext uri="{BB962C8B-B14F-4D97-AF65-F5344CB8AC3E}">
        <p14:creationId xmlns:p14="http://schemas.microsoft.com/office/powerpoint/2010/main" val="1760818587"/>
      </p:ext>
    </p:extLst>
  </p:cSld>
  <p:clrMapOvr>
    <a:masterClrMapping/>
  </p:clrMapOvr>
</p:sldLayout>
</file>

<file path=ppt/slideLayouts/slideLayout9.xml><?xml version="1.0" encoding="utf-8"?>
<p:sldLayout xmlns:p="http://schemas.openxmlformats.org/presentationml/2006/main" xmlns:a="http://schemas.openxmlformats.org/drawingml/2006/main" xmlns:r="http://schemas.openxmlformats.org/officeDocument/2006/relationships" preserve="1" type="vertTitleAndTx">
  <p:cSld name="垂直排列标题与文本">
    <p:spTree>
      <p:nvGrpSpPr>
        <p:cNvPr id="1" name=""/>
        <p:cNvGrpSpPr/>
        <p:nvPr/>
      </p:nvGrpSpPr>
      <p:grpSpPr>
        <a:xfrm>
          <a:off x="0" y="0"/>
          <a:ext cx="0" cy="0"/>
          <a:chOff x="0" y="0"/>
          <a:chExt cx="0" cy="0"/>
        </a:xfrm>
      </p:grpSpPr>
      <p:sp>
        <p:nvSpPr>
          <p:cNvPr id="44" name="竖排标题"/>
          <p:cNvSpPr>
            <a:spLocks noGrp="1"/>
          </p:cNvSpPr>
          <p:nvPr>
            <p:ph type="title" orient="vert"/>
          </p:nvPr>
        </p:nvSpPr>
        <p:spPr>
          <a:xfrm rot="0">
            <a:off x="8724900" y="365124"/>
            <a:ext cx="2628899" cy="5811838"/>
          </a:xfrm>
          <a:prstGeom prst="rect"/>
          <a:noFill/>
          <a:ln w="9525" cmpd="sng" cap="flat">
            <a:noFill/>
            <a:prstDash val="solid"/>
            <a:miter/>
          </a:ln>
        </p:spPr>
        <p:txBody>
          <a:bodyPr vert="eaVert" wrap="square" lIns="91440" tIns="45720" rIns="91440" bIns="45720" anchor="t" anchorCtr="0">
            <a:prstTxWarp prst="textNoShape"/>
          </a:bodyPr>
          <a:lstStyle/>
          <a:p>
            <a:pPr marL="0" indent="0"/>
            <a:r>
              <a:rPr lang="zh-CN" altLang="en-US"/>
              <a:t>单击此处编辑母版标题样式</a:t>
            </a:r>
            <a:endParaRPr lang="zh-CN" altLang="en-US"/>
          </a:p>
        </p:txBody>
      </p:sp>
      <p:sp>
        <p:nvSpPr>
          <p:cNvPr id="45" name="竖排文字占位符"/>
          <p:cNvSpPr>
            <a:spLocks noGrp="1"/>
          </p:cNvSpPr>
          <p:nvPr>
            <p:ph type="body" orient="vert" idx="1"/>
          </p:nvPr>
        </p:nvSpPr>
        <p:spPr>
          <a:xfrm rot="0">
            <a:off x="838200" y="365124"/>
            <a:ext cx="7734300" cy="5811838"/>
          </a:xfrm>
          <a:prstGeom prst="rect"/>
          <a:noFill/>
          <a:ln w="9525" cmpd="sng" cap="flat">
            <a:noFill/>
            <a:prstDash val="solid"/>
            <a:miter/>
          </a:ln>
        </p:spPr>
        <p:txBody>
          <a:bodyPr vert="eaVert" wrap="square" lIns="91440" tIns="45720" rIns="91440" bIns="45720" anchor="t" anchorCtr="0">
            <a:prstTxWarp prst="textNoShape"/>
          </a:bodyPr>
          <a:lstStyle/>
          <a:p>
            <a:r>
              <a:rPr lang="zh-CN" altLang="en-US"/>
              <a:t>单击此处编辑母版文本样式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endParaRPr lang="zh-CN" altLang="en-US"/>
          </a:p>
        </p:txBody>
      </p:sp>
      <p:sp>
        <p:nvSpPr>
          <p:cNvPr id="46" name="日期占位符"/>
          <p:cNvSpPr>
            <a:spLocks noGrp="1"/>
          </p:cNvSpPr>
          <p:nvPr>
            <p:ph type="dt" idx="10"/>
          </p:nvPr>
        </p:nvSpPr>
        <p:spPr>
          <a:xfrm rot="0">
            <a:off x="838200" y="6356349"/>
            <a:ext cx="27432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fld id="{CAD2D6BD-DE1B-4B5F-8B41-2702339687B9}" type="datetime5">
              <a:rPr lang="zh-CN" altLang="en-US"/>
              <a:t>2024/3/7</a:t>
            </a:fld>
            <a:endParaRPr lang="zh-CN" altLang="en-US"/>
          </a:p>
        </p:txBody>
      </p:sp>
      <p:sp>
        <p:nvSpPr>
          <p:cNvPr id="47" name="页脚占位符"/>
          <p:cNvSpPr>
            <a:spLocks noGrp="1"/>
          </p:cNvSpPr>
          <p:nvPr>
            <p:ph type="ftr" idx="11"/>
          </p:nvPr>
        </p:nvSpPr>
        <p:spPr>
          <a:xfrm rot="0">
            <a:off x="4038600" y="6356349"/>
            <a:ext cx="41148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endParaRPr lang="zh-CN" altLang="en-US"/>
          </a:p>
        </p:txBody>
      </p:sp>
      <p:sp>
        <p:nvSpPr>
          <p:cNvPr id="48" name="编号占位符"/>
          <p:cNvSpPr>
            <a:spLocks noGrp="1"/>
          </p:cNvSpPr>
          <p:nvPr>
            <p:ph type="sldNum" idx="12"/>
          </p:nvPr>
        </p:nvSpPr>
        <p:spPr>
          <a:xfrm rot="0">
            <a:off x="8610600" y="6356349"/>
            <a:ext cx="2743200" cy="365125"/>
          </a:xfrm>
          <a:prstGeom prst="rect"/>
          <a:noFill/>
          <a:ln w="9525" cmpd="sng" cap="flat">
            <a:noFill/>
            <a:prstDash val="solid"/>
            <a:miter/>
          </a:ln>
        </p:spPr>
        <p:txBody>
          <a:bodyPr vert="horz" wrap="square" lIns="91440" tIns="45720" rIns="91440" bIns="45720" anchor="t" anchorCtr="0">
            <a:prstTxWarp prst="textNoShape"/>
          </a:bodyPr>
          <a:lstStyle>
            <a:lvl1pPr marL="0" indent="0" defTabSz="914400" fontAlgn="base" hangingPunct="0">
              <a:defRPr>
                <a:latin typeface="Calibri" pitchFamily="0" charset="0"/>
                <a:ea typeface="微软雅黑" pitchFamily="0" charset="0"/>
                <a:cs typeface="Calibri" pitchFamily="0" charset="0"/>
              </a:defRPr>
            </a:lvl1pPr>
          </a:lstStyle>
          <a:p>
            <a:pPr marL="0" indent="0"/>
            <a:fld id="{CAD2D6BD-DE1B-4B5F-8B41-2702339687B9}" type="slidenum">
              <a:rPr lang="en-US" altLang="zh-CN"/>
              <a:t>‹#›</a:t>
            </a:fld>
            <a:endParaRPr lang="zh-CN" altLang="en-US"/>
          </a:p>
        </p:txBody>
      </p:sp>
    </p:spTree>
    <p:extLst>
      <p:ext uri="{BB962C8B-B14F-4D97-AF65-F5344CB8AC3E}">
        <p14:creationId xmlns:p14="http://schemas.microsoft.com/office/powerpoint/2010/main" val="30462399"/>
      </p:ext>
    </p:extLst>
  </p:cSld>
  <p:clrMapOvr>
    <a:masterClrMapping/>
  </p:clrMapOvr>
</p:sldLayout>
</file>

<file path=ppt/slideLayouts/slideLayout10.xml><?xml version="1.0" encoding="utf-8"?>
<p:sldLayout xmlns:p="http://schemas.openxmlformats.org/presentationml/2006/main" xmlns:a="http://schemas.openxmlformats.org/drawingml/2006/main" xmlns:r="http://schemas.openxmlformats.org/officeDocument/2006/relationships" preserve="1" userDrawn="1">
  <p:cSld name="1_标题和内容">
    <p:bg>
      <p:bgPr>
        <a:solidFill>
          <a:schemeClr val="bg1"/>
        </a:solidFill>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2075699"/>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2991799"/>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xStyles>
    <p:titleStyle>
      <a:lvl1pPr marL="0" indent="0" algn="l" defTabSz="914400" eaLnBrk="1" fontAlgn="auto" latinLnBrk="0" hangingPunct="1">
        <a:lnSpc>
          <a:spcPct val="90000"/>
        </a:lnSpc>
        <a:spcBef>
          <a:spcPts val="0"/>
        </a:spcBef>
        <a:buNone/>
        <a:defRPr sz="4400" kern="1200">
          <a:solidFill>
            <a:schemeClr val="tx1"/>
          </a:solidFill>
          <a:latin typeface="Calibri" pitchFamily="0" charset="0"/>
          <a:ea typeface="微软雅黑" pitchFamily="0" charset="0"/>
          <a:cs typeface="Calibri" pitchFamily="0" charset="0"/>
        </a:defRPr>
      </a:lvl1pPr>
    </p:titleStyle>
    <p:bodyStyle>
      <a:lvl1pPr marL="228600" indent="-228600" algn="l" defTabSz="914400" eaLnBrk="1" fontAlgn="auto" latinLnBrk="0" hangingPunct="1">
        <a:lnSpc>
          <a:spcPct val="90000"/>
        </a:lnSpc>
        <a:spcBef>
          <a:spcPts val="1000"/>
        </a:spcBef>
        <a:buFont typeface="Arial" pitchFamily="34" charset="0"/>
        <a:buChar char="•"/>
        <a:defRPr sz="2800" kern="1200">
          <a:solidFill>
            <a:schemeClr val="tx1"/>
          </a:solidFill>
          <a:latin typeface="Calibri" pitchFamily="0" charset="0"/>
          <a:ea typeface="微软雅黑" pitchFamily="0" charset="0"/>
          <a:cs typeface="Calibri" pitchFamily="0" charset="0"/>
        </a:defRPr>
      </a:lvl1pPr>
      <a:lvl2pPr marL="685800" indent="-228600" algn="l" defTabSz="914400" eaLnBrk="1" fontAlgn="auto" latinLnBrk="0" hangingPunct="1">
        <a:lnSpc>
          <a:spcPct val="90000"/>
        </a:lnSpc>
        <a:spcBef>
          <a:spcPts val="500"/>
        </a:spcBef>
        <a:buFont typeface="Arial" pitchFamily="34" charset="0"/>
        <a:buChar char="•"/>
        <a:defRPr sz="2400" kern="1200">
          <a:solidFill>
            <a:schemeClr val="tx1"/>
          </a:solidFill>
          <a:latin typeface="Calibri" pitchFamily="0" charset="0"/>
          <a:ea typeface="微软雅黑" pitchFamily="0" charset="0"/>
          <a:cs typeface="Calibri" pitchFamily="0" charset="0"/>
        </a:defRPr>
      </a:lvl2pPr>
      <a:lvl3pPr marL="1143000" indent="-228600" algn="l" defTabSz="914400" eaLnBrk="1" fontAlgn="auto" latinLnBrk="0" hangingPunct="1">
        <a:lnSpc>
          <a:spcPct val="90000"/>
        </a:lnSpc>
        <a:spcBef>
          <a:spcPts val="500"/>
        </a:spcBef>
        <a:buFont typeface="Arial" pitchFamily="34" charset="0"/>
        <a:buChar char="•"/>
        <a:defRPr sz="2000" kern="1200">
          <a:solidFill>
            <a:schemeClr val="tx1"/>
          </a:solidFill>
          <a:latin typeface="Calibri" pitchFamily="0" charset="0"/>
          <a:ea typeface="微软雅黑" pitchFamily="0" charset="0"/>
          <a:cs typeface="Calibri" pitchFamily="0" charset="0"/>
        </a:defRPr>
      </a:lvl3pPr>
      <a:lvl4pPr marL="16002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微软雅黑" pitchFamily="0" charset="0"/>
          <a:cs typeface="Calibri" pitchFamily="0" charset="0"/>
        </a:defRPr>
      </a:lvl4pPr>
      <a:lvl5pPr marL="20574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微软雅黑" pitchFamily="0" charset="0"/>
          <a:cs typeface="Calibri" pitchFamily="0" charset="0"/>
        </a:defRPr>
      </a:lvl5pPr>
      <a:lvl6pPr marL="25146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微软雅黑" pitchFamily="0" charset="0"/>
          <a:cs typeface="Calibri" pitchFamily="0" charset="0"/>
        </a:defRPr>
      </a:lvl6pPr>
      <a:lvl7pPr marL="29718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微软雅黑" pitchFamily="0" charset="0"/>
          <a:cs typeface="Calibri" pitchFamily="0" charset="0"/>
        </a:defRPr>
      </a:lvl7pPr>
      <a:lvl8pPr marL="34290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微软雅黑" pitchFamily="0" charset="0"/>
          <a:cs typeface="Calibri" pitchFamily="0" charset="0"/>
        </a:defRPr>
      </a:lvl8pPr>
      <a:lvl9pPr marL="34290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微软雅黑"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10.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2.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3.png"/><Relationship Id="rId2" Type="http://schemas.openxmlformats.org/officeDocument/2006/relationships/image" Target="../media/4.png"/><Relationship Id="rId3" Type="http://schemas.openxmlformats.org/officeDocument/2006/relationships/image" Target="../media/5.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6.jpeg"/><Relationship Id="rId2" Type="http://schemas.openxmlformats.org/officeDocument/2006/relationships/image" Target="../media/7.jpe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8.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5.xml"/><Relationship Id="rId3" Type="http://schemas.openxmlformats.org/officeDocument/2006/relationships/notesSlide" Target="../notesSlides/notesSlide20.xml"/></Relationships>
</file>

<file path=ppt/slides/slide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59" name="矩形"/>
          <p:cNvSpPr>
            <a:spLocks/>
          </p:cNvSpPr>
          <p:nvPr/>
        </p:nvSpPr>
        <p:spPr>
          <a:xfrm rot="0">
            <a:off x="0" y="1831549"/>
            <a:ext cx="12192000" cy="1746250"/>
          </a:xfrm>
          <a:prstGeom prst="rect"/>
          <a:solidFill>
            <a:srgbClr val="0070C0"/>
          </a:solidFill>
          <a:ln w="12700" cmpd="sng" cap="flat">
            <a:solidFill>
              <a:srgbClr val="41719C"/>
            </a:solidFill>
            <a:prstDash val="solid"/>
            <a:miter/>
          </a:ln>
        </p:spPr>
        <p:txBody>
          <a:bodyPr rtlCol="0" anchor="ctr"/>
          <a:lstStyle/>
          <a:p>
            <a:pPr algn="ctr"/>
          </a:p>
        </p:txBody>
      </p:sp>
      <p:sp>
        <p:nvSpPr>
          <p:cNvPr id="60" name="矩形"/>
          <p:cNvSpPr>
            <a:spLocks/>
          </p:cNvSpPr>
          <p:nvPr/>
        </p:nvSpPr>
        <p:spPr>
          <a:xfrm rot="0">
            <a:off x="563880" y="1957069"/>
            <a:ext cx="11167110" cy="1539240"/>
          </a:xfrm>
          <a:prstGeom prst="rect"/>
          <a:noFill/>
          <a:ln w="9525" cmpd="sng" cap="flat">
            <a:noFill/>
            <a:prstDash val="solid"/>
            <a:round/>
          </a:ln>
        </p:spPr>
        <p:txBody>
          <a:bodyPr vert="horz" wrap="square" lIns="91440" tIns="45720" rIns="91440" bIns="45720" anchor="ctr" anchorCtr="0">
            <a:prstTxWarp prst="textNoShape"/>
            <a:spAutoFit/>
          </a:bodyPr>
          <a:lstStyle/>
          <a:p>
            <a:pPr marL="0" indent="0" algn="ctr" defTabSz="1219200">
              <a:lnSpc>
                <a:spcPct val="100000"/>
              </a:lnSpc>
              <a:spcBef>
                <a:spcPts val="0"/>
              </a:spcBef>
              <a:spcAft>
                <a:spcPts val="0"/>
              </a:spcAft>
              <a:buNone/>
            </a:pPr>
            <a:r>
              <a:rPr lang="zh-CN" altLang="en-US" sz="4800" b="1" i="0" u="none" strike="noStrike" kern="1200" cap="none" spc="100" baseline="0">
                <a:solidFill>
                  <a:srgbClr val="FFFFFF"/>
                </a:solidFill>
                <a:latin typeface="微软雅黑" pitchFamily="0" charset="0"/>
                <a:ea typeface="微软雅黑" pitchFamily="0" charset="0"/>
                <a:cs typeface="Calibri" pitchFamily="0" charset="0"/>
              </a:rPr>
              <a:t>吉林省地质灾害治理工程项目管理办法</a:t>
            </a:r>
            <a:endParaRPr lang="en-US" altLang="zh-CN" sz="4800" b="1" i="0" u="none" strike="noStrike" kern="1200" cap="none" spc="100" baseline="0">
              <a:solidFill>
                <a:srgbClr val="FFFFFF"/>
              </a:solidFill>
              <a:latin typeface="微软雅黑" pitchFamily="0" charset="0"/>
              <a:ea typeface="微软雅黑" pitchFamily="0" charset="0"/>
              <a:cs typeface="Calibri" pitchFamily="0" charset="0"/>
            </a:endParaRPr>
          </a:p>
          <a:p>
            <a:pPr marL="0" indent="0" algn="ctr" defTabSz="1219200">
              <a:lnSpc>
                <a:spcPct val="100000"/>
              </a:lnSpc>
              <a:spcBef>
                <a:spcPts val="0"/>
              </a:spcBef>
              <a:spcAft>
                <a:spcPts val="0"/>
              </a:spcAft>
              <a:buNone/>
            </a:pPr>
            <a:r>
              <a:rPr lang="zh-CN" altLang="en-US" sz="4800" b="1" i="0" u="none" strike="noStrike" kern="1200" cap="none" spc="100" baseline="0">
                <a:solidFill>
                  <a:srgbClr val="FFFFFF"/>
                </a:solidFill>
                <a:latin typeface="微软雅黑" pitchFamily="0" charset="0"/>
                <a:ea typeface="微软雅黑" pitchFamily="0" charset="0"/>
                <a:cs typeface="Calibri" pitchFamily="0" charset="0"/>
              </a:rPr>
              <a:t>政策解读</a:t>
            </a:r>
            <a:endParaRPr lang="zh-CN" altLang="en-US" sz="4800" b="1" i="0" u="none" strike="noStrike" kern="1200" cap="none" spc="100" baseline="0">
              <a:solidFill>
                <a:srgbClr val="FFFFFF"/>
              </a:solidFill>
              <a:latin typeface="微软雅黑" pitchFamily="0" charset="0"/>
              <a:ea typeface="微软雅黑" pitchFamily="0" charset="0"/>
              <a:cs typeface="Calibri" pitchFamily="0" charset="0"/>
            </a:endParaRPr>
          </a:p>
        </p:txBody>
      </p:sp>
      <p:sp>
        <p:nvSpPr>
          <p:cNvPr id="61" name="矩形"/>
          <p:cNvSpPr>
            <a:spLocks/>
          </p:cNvSpPr>
          <p:nvPr/>
        </p:nvSpPr>
        <p:spPr>
          <a:xfrm rot="0">
            <a:off x="0" y="4615175"/>
            <a:ext cx="12192000" cy="1056623"/>
          </a:xfrm>
          <a:prstGeom prst="rect"/>
          <a:noFill/>
          <a:ln w="9525" cmpd="sng" cap="flat">
            <a:noFill/>
            <a:prstDash val="solid"/>
            <a:round/>
          </a:ln>
        </p:spPr>
        <p:txBody>
          <a:bodyPr vert="horz" wrap="square" lIns="91427" tIns="45712" rIns="91427" bIns="45712" anchor="t" anchorCtr="0">
            <a:prstTxWarp prst="textNoShape"/>
            <a:spAutoFit/>
          </a:bodyPr>
          <a:lstStyle/>
          <a:p>
            <a:pPr marL="0" indent="0" algn="ctr" defTabSz="1219200">
              <a:lnSpc>
                <a:spcPts val="3800"/>
              </a:lnSpc>
              <a:spcBef>
                <a:spcPts val="0"/>
              </a:spcBef>
              <a:spcAft>
                <a:spcPts val="0"/>
              </a:spcAft>
              <a:buNone/>
            </a:pPr>
            <a:r>
              <a:rPr lang="zh-CN" altLang="en-US" sz="2800" b="1" i="0" u="none" strike="noStrike" kern="1200" cap="none" spc="400" baseline="0">
                <a:solidFill>
                  <a:srgbClr val="000000"/>
                </a:solidFill>
                <a:latin typeface="微软雅黑" pitchFamily="0" charset="0"/>
                <a:ea typeface="微软雅黑" pitchFamily="0" charset="0"/>
                <a:cs typeface="Calibri" pitchFamily="0" charset="0"/>
              </a:rPr>
              <a:t>吉林</a:t>
            </a:r>
            <a:r>
              <a:rPr lang="zh-CN" altLang="en-US" sz="2800" b="1" i="0" u="none" strike="noStrike" kern="1200" cap="none" spc="400" baseline="0">
                <a:solidFill>
                  <a:srgbClr val="000000"/>
                </a:solidFill>
                <a:latin typeface="微软雅黑" pitchFamily="0" charset="0"/>
                <a:ea typeface="微软雅黑" pitchFamily="0" charset="0"/>
                <a:cs typeface="Calibri" pitchFamily="0" charset="0"/>
              </a:rPr>
              <a:t>省</a:t>
            </a:r>
            <a:r>
              <a:rPr lang="zh-CN" altLang="en-US" sz="2800" b="1" i="0" u="none" strike="noStrike" kern="1200" cap="none" spc="400" baseline="0">
                <a:solidFill>
                  <a:srgbClr val="000000"/>
                </a:solidFill>
                <a:latin typeface="微软雅黑" pitchFamily="0" charset="0"/>
                <a:ea typeface="微软雅黑" pitchFamily="0" charset="0"/>
                <a:cs typeface="Calibri" pitchFamily="0" charset="0"/>
              </a:rPr>
              <a:t>自然资源厅</a:t>
            </a:r>
            <a:endParaRPr lang="en-US" altLang="zh-CN" sz="2800" b="1" i="0" u="none" strike="noStrike" kern="1200" cap="none" spc="400" baseline="0">
              <a:solidFill>
                <a:srgbClr val="000000"/>
              </a:solidFill>
              <a:latin typeface="微软雅黑" pitchFamily="0" charset="0"/>
              <a:ea typeface="微软雅黑" pitchFamily="0" charset="0"/>
              <a:cs typeface="Calibri" pitchFamily="0" charset="0"/>
            </a:endParaRPr>
          </a:p>
          <a:p>
            <a:pPr marL="0" indent="0" algn="ctr" defTabSz="1219200">
              <a:lnSpc>
                <a:spcPts val="3800"/>
              </a:lnSpc>
              <a:spcBef>
                <a:spcPts val="0"/>
              </a:spcBef>
              <a:spcAft>
                <a:spcPts val="0"/>
              </a:spcAft>
              <a:buNone/>
            </a:pPr>
            <a:r>
              <a:rPr lang="en-US" altLang="zh-CN" sz="2800" b="1" i="0" u="none" strike="noStrike" kern="1200" cap="none" spc="400" baseline="0">
                <a:solidFill>
                  <a:srgbClr val="000000"/>
                </a:solidFill>
                <a:latin typeface="微软雅黑" pitchFamily="0" charset="0"/>
                <a:ea typeface="微软雅黑" pitchFamily="0" charset="0"/>
                <a:cs typeface="Calibri" pitchFamily="0" charset="0"/>
              </a:rPr>
              <a:t>2024</a:t>
            </a:r>
            <a:r>
              <a:rPr lang="zh-CN" altLang="en-US" sz="2800" b="1" i="0" u="none" strike="noStrike" kern="1200" cap="none" spc="400" baseline="0">
                <a:solidFill>
                  <a:srgbClr val="000000"/>
                </a:solidFill>
                <a:latin typeface="微软雅黑" pitchFamily="0" charset="0"/>
                <a:ea typeface="微软雅黑" pitchFamily="0" charset="0"/>
                <a:cs typeface="Calibri" pitchFamily="0" charset="0"/>
              </a:rPr>
              <a:t>年</a:t>
            </a:r>
            <a:r>
              <a:rPr lang="en-US" altLang="zh-CN" sz="2800" b="1" i="0" u="none" strike="noStrike" kern="1200" cap="none" spc="400" baseline="0">
                <a:solidFill>
                  <a:srgbClr val="000000"/>
                </a:solidFill>
                <a:latin typeface="微软雅黑" pitchFamily="0" charset="0"/>
                <a:ea typeface="微软雅黑" pitchFamily="0" charset="0"/>
                <a:cs typeface="Calibri" pitchFamily="0" charset="0"/>
              </a:rPr>
              <a:t>3</a:t>
            </a:r>
            <a:r>
              <a:rPr lang="zh-CN" altLang="en-US" sz="2800" b="1" i="0" u="none" strike="noStrike" kern="1200" cap="none" spc="400" baseline="0">
                <a:solidFill>
                  <a:srgbClr val="000000"/>
                </a:solidFill>
                <a:latin typeface="微软雅黑" pitchFamily="0" charset="0"/>
                <a:ea typeface="微软雅黑" pitchFamily="0" charset="0"/>
                <a:cs typeface="Calibri" pitchFamily="0" charset="0"/>
              </a:rPr>
              <a:t>月</a:t>
            </a:r>
            <a:endParaRPr lang="zh-CN" altLang="en-US" sz="2800" b="1" i="0" u="none" strike="noStrike" kern="1200" cap="none" spc="400" baseline="0">
              <a:solidFill>
                <a:srgbClr val="000000"/>
              </a:solidFill>
              <a:latin typeface="微软雅黑" pitchFamily="0" charset="0"/>
              <a:ea typeface="微软雅黑" pitchFamily="0" charset="0"/>
              <a:cs typeface="Calibri" pitchFamily="0" charset="0"/>
            </a:endParaRPr>
          </a:p>
        </p:txBody>
      </p:sp>
      <p:grpSp>
        <p:nvGrpSpPr>
          <p:cNvPr id="65" name="组合"/>
          <p:cNvGrpSpPr>
            <a:grpSpLocks/>
          </p:cNvGrpSpPr>
          <p:nvPr/>
        </p:nvGrpSpPr>
        <p:grpSpPr>
          <a:xfrm>
            <a:off x="421800" y="198495"/>
            <a:ext cx="6865019" cy="1036057"/>
            <a:chOff x="421800" y="198495"/>
            <a:chExt cx="6865019" cy="1036057"/>
          </a:xfrm>
        </p:grpSpPr>
        <p:pic>
          <p:nvPicPr>
            <p:cNvPr id="62" name="图片" descr="0LMj9Nl4nc"/>
            <p:cNvPicPr>
              <a:picLocks noChangeAspect="1"/>
            </p:cNvPicPr>
            <p:nvPr/>
          </p:nvPicPr>
          <p:blipFill>
            <a:blip r:embed="rId1" cstate="print"/>
            <a:stretch>
              <a:fillRect/>
            </a:stretch>
          </p:blipFill>
          <p:spPr>
            <a:xfrm rot="0">
              <a:off x="421800" y="198495"/>
              <a:ext cx="1036056" cy="1036057"/>
            </a:xfrm>
            <a:prstGeom prst="ellipse"/>
            <a:noFill/>
            <a:ln w="9525" cmpd="sng" cap="flat">
              <a:solidFill>
                <a:srgbClr val="FFFFFF"/>
              </a:solidFill>
              <a:prstDash val="solid"/>
              <a:round/>
            </a:ln>
          </p:spPr>
        </p:pic>
        <p:sp>
          <p:nvSpPr>
            <p:cNvPr id="63" name="矩形"/>
            <p:cNvSpPr>
              <a:spLocks/>
            </p:cNvSpPr>
            <p:nvPr/>
          </p:nvSpPr>
          <p:spPr>
            <a:xfrm rot="0">
              <a:off x="1294925" y="265805"/>
              <a:ext cx="3204844" cy="579120"/>
            </a:xfrm>
            <a:prstGeom prst="rect"/>
            <a:noFill/>
            <a:ln w="9525" cmpd="sng" cap="flat">
              <a:noFill/>
              <a:prstDash val="solid"/>
              <a:miter/>
            </a:ln>
          </p:spPr>
          <p:txBody>
            <a:bodyPr vert="horz" wrap="square" lIns="91440" tIns="45720" rIns="91440" bIns="45720" anchor="t" anchorCtr="0">
              <a:prstTxWarp prst="textNoShape"/>
              <a:spAutoFit/>
            </a:bodyPr>
            <a:lstStyle/>
            <a:p>
              <a:pPr marL="0" indent="0" algn="ctr" fontAlgn="auto">
                <a:lnSpc>
                  <a:spcPts val="3840"/>
                </a:lnSpc>
                <a:spcBef>
                  <a:spcPts val="0"/>
                </a:spcBef>
                <a:spcAft>
                  <a:spcPts val="0"/>
                </a:spcAft>
                <a:buNone/>
              </a:pPr>
              <a:r>
                <a:rPr lang="zh-CN" altLang="en-US" sz="2400" b="0" i="0" u="none" strike="noStrike" kern="1200" cap="none" spc="100" baseline="0">
                  <a:solidFill>
                    <a:srgbClr val="002060"/>
                  </a:solidFill>
                  <a:effectLst>
                    <a:outerShdw sx="100000" sy="100000" blurRad="38100" dir="2700000" dist="38100" algn="tl">
                      <a:srgbClr val="000000">
                        <a:alpha val="43000"/>
                      </a:srgbClr>
                    </a:outerShdw>
                  </a:effectLst>
                  <a:latin typeface="华文新魏" pitchFamily="2" charset="-122"/>
                  <a:ea typeface="华文新魏" pitchFamily="2" charset="-122"/>
                  <a:cs typeface="Times New Roman" pitchFamily="18" charset="0"/>
                </a:rPr>
                <a:t>吉林省自然资源</a:t>
              </a:r>
              <a:r>
                <a:rPr lang="zh-CN" altLang="en-US" sz="2400" b="0" i="0" u="none" strike="noStrike" kern="1200" cap="none" spc="100" baseline="0">
                  <a:solidFill>
                    <a:srgbClr val="002060"/>
                  </a:solidFill>
                  <a:effectLst>
                    <a:outerShdw sx="100000" sy="100000" blurRad="38100" dir="2700000" dist="38100" algn="tl">
                      <a:srgbClr val="000000">
                        <a:alpha val="43000"/>
                      </a:srgbClr>
                    </a:outerShdw>
                  </a:effectLst>
                  <a:latin typeface="华文新魏" pitchFamily="2" charset="-122"/>
                  <a:ea typeface="华文新魏" pitchFamily="2" charset="-122"/>
                  <a:cs typeface="Times New Roman" pitchFamily="18" charset="0"/>
                </a:rPr>
                <a:t>厅</a:t>
              </a:r>
              <a:endParaRPr lang="zh-CN" altLang="en-US" sz="2400" b="0" i="0" u="none" strike="noStrike" kern="1200" cap="none" spc="100" baseline="0">
                <a:solidFill>
                  <a:srgbClr val="002060"/>
                </a:solidFill>
                <a:effectLst>
                  <a:outerShdw sx="100000" sy="100000" blurRad="38100" dir="2700000" dist="38100" algn="tl">
                    <a:srgbClr val="000000">
                      <a:alpha val="43000"/>
                    </a:srgbClr>
                  </a:outerShdw>
                </a:effectLst>
                <a:latin typeface="华文新魏" pitchFamily="2" charset="-122"/>
                <a:ea typeface="华文新魏" pitchFamily="2" charset="-122"/>
                <a:cs typeface="Times New Roman" pitchFamily="18" charset="0"/>
              </a:endParaRPr>
            </a:p>
          </p:txBody>
        </p:sp>
        <p:sp>
          <p:nvSpPr>
            <p:cNvPr id="64" name="矩形"/>
            <p:cNvSpPr>
              <a:spLocks/>
            </p:cNvSpPr>
            <p:nvPr/>
          </p:nvSpPr>
          <p:spPr>
            <a:xfrm rot="0">
              <a:off x="1047612" y="585724"/>
              <a:ext cx="6239206" cy="579120"/>
            </a:xfrm>
            <a:prstGeom prst="rect"/>
            <a:noFill/>
            <a:ln w="9525" cmpd="sng" cap="flat">
              <a:noFill/>
              <a:prstDash val="solid"/>
              <a:miter/>
            </a:ln>
          </p:spPr>
          <p:txBody>
            <a:bodyPr vert="horz" wrap="square" lIns="91440" tIns="45720" rIns="91440" bIns="45720" anchor="t" anchorCtr="0">
              <a:prstTxWarp prst="textNoShape"/>
              <a:spAutoFit/>
            </a:bodyPr>
            <a:lstStyle/>
            <a:p>
              <a:pPr marL="0" indent="0" algn="ctr">
                <a:lnSpc>
                  <a:spcPts val="3840"/>
                </a:lnSpc>
                <a:spcBef>
                  <a:spcPts val="0"/>
                </a:spcBef>
                <a:spcAft>
                  <a:spcPts val="0"/>
                </a:spcAft>
                <a:buNone/>
              </a:pPr>
              <a:r>
                <a:rPr lang="en-US" altLang="zh-CN" sz="1600" b="0" i="0" u="none" strike="noStrike" kern="1200" cap="none" spc="100" baseline="0">
                  <a:solidFill>
                    <a:srgbClr val="002060"/>
                  </a:solidFill>
                  <a:effectLst>
                    <a:outerShdw sx="100000" sy="100000" blurRad="38100" dir="2700000" dist="38100" algn="tl">
                      <a:srgbClr val="000000">
                        <a:alpha val="43000"/>
                      </a:srgbClr>
                    </a:outerShdw>
                  </a:effectLst>
                  <a:latin typeface="华文新魏" pitchFamily="2" charset="-122"/>
                  <a:ea typeface="华文新魏" pitchFamily="2" charset="-122"/>
                  <a:cs typeface="Times New Roman" pitchFamily="18" charset="0"/>
                </a:rPr>
                <a:t>Department of Natural Resources of Jilin Province </a:t>
              </a:r>
              <a:endParaRPr lang="zh-CN" altLang="en-US" sz="1600" b="0" i="0" u="none" strike="noStrike" kern="1200" cap="none" spc="100" baseline="0">
                <a:solidFill>
                  <a:srgbClr val="002060"/>
                </a:solidFill>
                <a:effectLst>
                  <a:outerShdw sx="100000" sy="100000" blurRad="38100" dir="2700000" dist="38100" algn="tl">
                    <a:srgbClr val="000000">
                      <a:alpha val="43000"/>
                    </a:srgbClr>
                  </a:outerShdw>
                </a:effectLst>
                <a:latin typeface="华文新魏" pitchFamily="2" charset="-122"/>
                <a:ea typeface="华文新魏" pitchFamily="2" charset="-122"/>
                <a:cs typeface="Times New Roman" pitchFamily="18" charset="0"/>
              </a:endParaRPr>
            </a:p>
          </p:txBody>
        </p:sp>
      </p:grpSp>
    </p:spTree>
    <p:extLst>
      <p:ext uri="{BB962C8B-B14F-4D97-AF65-F5344CB8AC3E}">
        <p14:creationId xmlns:p14="http://schemas.microsoft.com/office/powerpoint/2010/main" val="514670698"/>
      </p:ext>
    </p:extLst>
  </p:cSld>
  <p:clrMapOvr>
    <a:masterClrMapping/>
  </p:clrMapOvr>
  <p:transition spd="med">
    <p:fade/>
  </p:transition>
</p:sld>
</file>

<file path=ppt/slides/slide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97" name="矩形"/>
          <p:cNvSpPr>
            <a:spLocks/>
          </p:cNvSpPr>
          <p:nvPr/>
        </p:nvSpPr>
        <p:spPr>
          <a:xfrm rot="0">
            <a:off x="400593" y="1133475"/>
            <a:ext cx="1820863" cy="5575299"/>
          </a:xfrm>
          <a:prstGeom prst="rect"/>
          <a:solidFill>
            <a:srgbClr val="0070C0"/>
          </a:solidFill>
          <a:ln w="12700" cmpd="sng" cap="flat">
            <a:solidFill>
              <a:srgbClr val="41719C"/>
            </a:solidFill>
            <a:prstDash val="solid"/>
            <a:miter/>
          </a:ln>
        </p:spPr>
        <p:txBody>
          <a:bodyPr rtlCol="0" anchor="ctr"/>
          <a:lstStyle/>
          <a:p>
            <a:pPr algn="ctr"/>
          </a:p>
        </p:txBody>
      </p:sp>
      <p:sp>
        <p:nvSpPr>
          <p:cNvPr id="98" name="矩形"/>
          <p:cNvSpPr>
            <a:spLocks/>
          </p:cNvSpPr>
          <p:nvPr/>
        </p:nvSpPr>
        <p:spPr>
          <a:xfrm rot="0">
            <a:off x="2005875" y="1125855"/>
            <a:ext cx="101599" cy="5599430"/>
          </a:xfrm>
          <a:prstGeom prst="rect"/>
          <a:solidFill>
            <a:schemeClr val="bg1"/>
          </a:solidFill>
          <a:ln w="9525" cmpd="sng" cap="flat">
            <a:solidFill>
              <a:srgbClr val="FFFFFF"/>
            </a:solidFill>
            <a:prstDash val="solid"/>
            <a:round/>
          </a:ln>
        </p:spPr>
        <p:txBody>
          <a:bodyPr rtlCol="0" anchor="ctr"/>
          <a:lstStyle/>
          <a:p>
            <a:pPr algn="ctr"/>
          </a:p>
        </p:txBody>
      </p:sp>
      <p:sp>
        <p:nvSpPr>
          <p:cNvPr id="99" name="矩形"/>
          <p:cNvSpPr>
            <a:spLocks/>
          </p:cNvSpPr>
          <p:nvPr/>
        </p:nvSpPr>
        <p:spPr>
          <a:xfrm rot="0">
            <a:off x="111829" y="2547072"/>
            <a:ext cx="2222500" cy="2348865"/>
          </a:xfrm>
          <a:prstGeom prst="rect"/>
          <a:noFill/>
          <a:ln w="9525" cmpd="sng" cap="flat">
            <a:no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zh-CN" altLang="en-US" sz="5000" b="1" i="0" u="none" strike="noStrike" kern="1200" cap="none" spc="0" baseline="0">
                <a:solidFill>
                  <a:srgbClr val="FFFFFF"/>
                </a:solidFill>
                <a:latin typeface="Calibri" pitchFamily="0" charset="0"/>
                <a:ea typeface="微软雅黑" pitchFamily="0" charset="0"/>
                <a:cs typeface="Calibri" pitchFamily="0" charset="0"/>
              </a:rPr>
              <a:t>目  </a:t>
            </a:r>
            <a:endParaRPr lang="en-US" altLang="zh-CN" sz="5000" b="1" i="0" u="none" strike="noStrike" kern="1200" cap="none" spc="0" baseline="0">
              <a:solidFill>
                <a:srgbClr val="FFFFFF"/>
              </a:solidFill>
              <a:latin typeface="Calibri" pitchFamily="0" charset="0"/>
              <a:ea typeface="微软雅黑" pitchFamily="0" charset="0"/>
              <a:cs typeface="Calibri" pitchFamily="0" charset="0"/>
            </a:endParaRPr>
          </a:p>
          <a:p>
            <a:pPr marL="0" indent="0" algn="ctr">
              <a:lnSpc>
                <a:spcPct val="100000"/>
              </a:lnSpc>
              <a:spcBef>
                <a:spcPts val="0"/>
              </a:spcBef>
              <a:spcAft>
                <a:spcPts val="0"/>
              </a:spcAft>
              <a:buNone/>
            </a:pPr>
            <a:endParaRPr lang="en-US" altLang="zh-CN" sz="5000" b="1" i="0" u="none" strike="noStrike" kern="1200" cap="none" spc="0" baseline="0">
              <a:solidFill>
                <a:srgbClr val="FFFFFF"/>
              </a:solidFill>
              <a:latin typeface="Calibri" pitchFamily="0" charset="0"/>
              <a:ea typeface="微软雅黑" pitchFamily="0" charset="0"/>
              <a:cs typeface="Calibri" pitchFamily="0" charset="0"/>
            </a:endParaRPr>
          </a:p>
          <a:p>
            <a:pPr marL="0" indent="0" algn="ctr">
              <a:lnSpc>
                <a:spcPct val="100000"/>
              </a:lnSpc>
              <a:spcBef>
                <a:spcPts val="0"/>
              </a:spcBef>
              <a:spcAft>
                <a:spcPts val="0"/>
              </a:spcAft>
              <a:buNone/>
            </a:pPr>
            <a:r>
              <a:rPr lang="zh-CN" altLang="en-US" sz="5000" b="1" i="0" u="none" strike="noStrike" kern="1200" cap="none" spc="0" baseline="0">
                <a:solidFill>
                  <a:srgbClr val="FFFFFF"/>
                </a:solidFill>
                <a:latin typeface="Calibri" pitchFamily="0" charset="0"/>
                <a:ea typeface="微软雅黑" pitchFamily="0" charset="0"/>
                <a:cs typeface="Calibri" pitchFamily="0" charset="0"/>
              </a:rPr>
              <a:t>录</a:t>
            </a:r>
            <a:endParaRPr lang="zh-CN" altLang="en-US" sz="5000" b="1" i="0" u="none" strike="noStrike" kern="1200" cap="none" spc="0" baseline="0">
              <a:solidFill>
                <a:srgbClr val="FFFFFF"/>
              </a:solidFill>
              <a:latin typeface="Calibri" pitchFamily="0" charset="0"/>
              <a:ea typeface="微软雅黑" pitchFamily="0" charset="0"/>
              <a:cs typeface="Calibri" pitchFamily="0" charset="0"/>
            </a:endParaRPr>
          </a:p>
        </p:txBody>
      </p:sp>
      <p:sp>
        <p:nvSpPr>
          <p:cNvPr id="100" name="矩形"/>
          <p:cNvSpPr>
            <a:spLocks/>
          </p:cNvSpPr>
          <p:nvPr/>
        </p:nvSpPr>
        <p:spPr>
          <a:xfrm rot="0">
            <a:off x="1571624" y="785813"/>
            <a:ext cx="10620375" cy="117792"/>
          </a:xfrm>
          <a:prstGeom prst="rect"/>
          <a:solidFill>
            <a:srgbClr val="0070C0"/>
          </a:solidFill>
          <a:ln w="9525" cmpd="sng" cap="flat">
            <a:solidFill>
              <a:srgbClr val="0070C0"/>
            </a:solidFill>
            <a:prstDash val="solid"/>
            <a:round/>
          </a:ln>
        </p:spPr>
        <p:txBody>
          <a:bodyPr rtlCol="0" anchor="ctr"/>
          <a:lstStyle/>
          <a:p>
            <a:pPr algn="ctr"/>
          </a:p>
        </p:txBody>
      </p:sp>
      <p:sp>
        <p:nvSpPr>
          <p:cNvPr id="101" name="直线"/>
          <p:cNvSpPr>
            <a:spLocks/>
          </p:cNvSpPr>
          <p:nvPr/>
        </p:nvSpPr>
        <p:spPr>
          <a:xfrm flipV="1" rot="60000">
            <a:off x="-19050" y="675641"/>
            <a:ext cx="720724" cy="6983"/>
          </a:xfrm>
          <a:prstGeom prst="line"/>
          <a:noFill/>
          <a:ln w="28575" cmpd="sng" cap="flat">
            <a:solidFill>
              <a:srgbClr val="0070C0"/>
            </a:solidFill>
            <a:prstDash val="solid"/>
            <a:round/>
          </a:ln>
        </p:spPr>
        <p:txBody>
          <a:bodyPr rtlCol="0" anchor="ctr"/>
          <a:lstStyle/>
          <a:p>
            <a:pPr algn="ctr"/>
          </a:p>
        </p:txBody>
      </p:sp>
      <p:sp>
        <p:nvSpPr>
          <p:cNvPr id="102" name="直线"/>
          <p:cNvSpPr>
            <a:spLocks/>
          </p:cNvSpPr>
          <p:nvPr/>
        </p:nvSpPr>
        <p:spPr>
          <a:xfrm rot="0">
            <a:off x="1572946" y="680720"/>
            <a:ext cx="10627995" cy="5079"/>
          </a:xfrm>
          <a:prstGeom prst="line"/>
          <a:noFill/>
          <a:ln w="28575" cmpd="sng" cap="flat">
            <a:solidFill>
              <a:srgbClr val="0070C0"/>
            </a:solidFill>
            <a:prstDash val="solid"/>
            <a:round/>
          </a:ln>
        </p:spPr>
        <p:txBody>
          <a:bodyPr rtlCol="0" anchor="ctr"/>
          <a:lstStyle/>
          <a:p>
            <a:pPr algn="ctr"/>
          </a:p>
        </p:txBody>
      </p:sp>
      <p:sp>
        <p:nvSpPr>
          <p:cNvPr id="103" name="矩形"/>
          <p:cNvSpPr>
            <a:spLocks/>
          </p:cNvSpPr>
          <p:nvPr/>
        </p:nvSpPr>
        <p:spPr>
          <a:xfrm rot="0">
            <a:off x="4064091" y="3551236"/>
            <a:ext cx="565149" cy="591820"/>
          </a:xfrm>
          <a:prstGeom prst="rect"/>
          <a:solidFill>
            <a:srgbClr val="32619C"/>
          </a:solidFill>
          <a:ln w="9525" cmpd="sng" cap="flat">
            <a:noFill/>
            <a:prstDash val="solid"/>
            <a:round/>
          </a:ln>
        </p:spPr>
        <p:txBody>
          <a:bodyPr rtlCol="0" anchor="ctr"/>
          <a:lstStyle/>
          <a:p>
            <a:pPr algn="ctr"/>
          </a:p>
        </p:txBody>
      </p:sp>
      <p:sp>
        <p:nvSpPr>
          <p:cNvPr id="104" name="矩形"/>
          <p:cNvSpPr>
            <a:spLocks/>
          </p:cNvSpPr>
          <p:nvPr/>
        </p:nvSpPr>
        <p:spPr>
          <a:xfrm rot="0">
            <a:off x="4137115" y="3523930"/>
            <a:ext cx="467995" cy="634365"/>
          </a:xfrm>
          <a:prstGeom prst="rect"/>
          <a:noFill/>
          <a:ln w="9525" cmpd="sng" cap="flat">
            <a:noFill/>
            <a:prstDash val="solid"/>
            <a:round/>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3600" b="0" i="0" u="none" strike="noStrike" kern="1200" cap="none" spc="0" baseline="0">
                <a:solidFill>
                  <a:schemeClr val="bg1"/>
                </a:solidFill>
                <a:latin typeface="Calibri" pitchFamily="0" charset="0"/>
                <a:ea typeface="宋体" pitchFamily="0" charset="0"/>
                <a:cs typeface="Calibri" pitchFamily="0" charset="0"/>
              </a:rPr>
              <a:t>3</a:t>
            </a:r>
            <a:endParaRPr lang="zh-CN" altLang="en-US" sz="3600" b="0" i="0" u="none" strike="noStrike" kern="1200" cap="none" spc="0" baseline="0">
              <a:solidFill>
                <a:schemeClr val="bg1"/>
              </a:solidFill>
              <a:latin typeface="Calibri" pitchFamily="0" charset="0"/>
              <a:ea typeface="宋体" pitchFamily="0" charset="0"/>
              <a:cs typeface="Calibri" pitchFamily="0" charset="0"/>
            </a:endParaRPr>
          </a:p>
        </p:txBody>
      </p:sp>
      <p:sp>
        <p:nvSpPr>
          <p:cNvPr id="105" name="曲线"/>
          <p:cNvSpPr>
            <a:spLocks/>
          </p:cNvSpPr>
          <p:nvPr/>
        </p:nvSpPr>
        <p:spPr>
          <a:xfrm rot="16200000">
            <a:off x="4100921" y="3560397"/>
            <a:ext cx="614679" cy="607694"/>
          </a:xfrm>
          <a:custGeom>
            <a:gdLst>
              <a:gd name="T1" fmla="*/ 0 w 21600"/>
              <a:gd name="T2" fmla="*/ 0 h 21600"/>
              <a:gd name="T3" fmla="*/ 21600 w 21600"/>
              <a:gd name="T4" fmla="*/ 21600 h 21600"/>
            </a:gdLst>
            <a:rect l="T1" t="T2" r="T3" b="T4"/>
            <a:pathLst>
              <a:path w="21600" h="21600">
                <a:moveTo>
                  <a:pt x="0" y="0"/>
                </a:moveTo>
                <a:lnTo>
                  <a:pt x="0" y="0"/>
                </a:lnTo>
                <a:lnTo>
                  <a:pt x="0" y="21600"/>
                </a:lnTo>
                <a:lnTo>
                  <a:pt x="21600" y="21600"/>
                </a:lnTo>
                <a:lnTo>
                  <a:pt x="0" y="21600"/>
                </a:lnTo>
                <a:lnTo>
                  <a:pt x="0" y="0"/>
                </a:lnTo>
                <a:close/>
              </a:path>
            </a:pathLst>
          </a:custGeom>
          <a:solidFill>
            <a:srgbClr val="AFABAB"/>
          </a:solidFill>
          <a:ln w="12700" cmpd="sng" cap="flat">
            <a:solidFill>
              <a:srgbClr val="7F7F7F"/>
            </a:solidFill>
            <a:prstDash val="solid"/>
            <a:round/>
          </a:ln>
        </p:spPr>
        <p:txBody>
          <a:bodyPr rtlCol="0" anchor="ctr"/>
          <a:lstStyle/>
          <a:p>
            <a:pPr algn="ctr"/>
          </a:p>
        </p:txBody>
      </p:sp>
      <p:sp>
        <p:nvSpPr>
          <p:cNvPr id="106" name="矩形"/>
          <p:cNvSpPr>
            <a:spLocks/>
          </p:cNvSpPr>
          <p:nvPr/>
        </p:nvSpPr>
        <p:spPr>
          <a:xfrm rot="0">
            <a:off x="5157561" y="3555680"/>
            <a:ext cx="6553834" cy="577215"/>
          </a:xfrm>
          <a:prstGeom prst="rect"/>
          <a:noFill/>
          <a:ln w="9525" cmpd="sng" cap="flat">
            <a:noFill/>
            <a:prstDash val="solid"/>
            <a:round/>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3200" b="1" i="0" u="none" strike="noStrike" kern="1200" cap="none" spc="300" baseline="0">
                <a:solidFill>
                  <a:schemeClr val="tx1"/>
                </a:solidFill>
                <a:latin typeface="微软雅黑" pitchFamily="0" charset="0"/>
                <a:ea typeface="微软雅黑" pitchFamily="0" charset="0"/>
                <a:cs typeface="Calibri" pitchFamily="0" charset="0"/>
              </a:rPr>
              <a:t>主体框架</a:t>
            </a:r>
            <a:endParaRPr lang="zh-CN" altLang="en-US" sz="3200" b="1" i="0" u="none" strike="noStrike" kern="1200" cap="none" spc="300" baseline="0">
              <a:solidFill>
                <a:schemeClr val="tx1"/>
              </a:solidFill>
              <a:latin typeface="微软雅黑" pitchFamily="0" charset="0"/>
              <a:ea typeface="微软雅黑" pitchFamily="0" charset="0"/>
              <a:cs typeface="Calibri" pitchFamily="0" charset="0"/>
            </a:endParaRPr>
          </a:p>
        </p:txBody>
      </p:sp>
      <p:sp>
        <p:nvSpPr>
          <p:cNvPr id="107" name="矩形"/>
          <p:cNvSpPr>
            <a:spLocks/>
          </p:cNvSpPr>
          <p:nvPr/>
        </p:nvSpPr>
        <p:spPr>
          <a:xfrm rot="0">
            <a:off x="4061869" y="1589721"/>
            <a:ext cx="565149" cy="634365"/>
          </a:xfrm>
          <a:prstGeom prst="rect"/>
          <a:solidFill>
            <a:srgbClr val="32619C"/>
          </a:solidFill>
          <a:ln w="9525" cmpd="sng" cap="flat">
            <a:noFill/>
            <a:prstDash val="solid"/>
            <a:round/>
          </a:ln>
        </p:spPr>
        <p:txBody>
          <a:bodyPr vert="horz" wrap="square" lIns="91440" tIns="45720" rIns="91440" bIns="45720" anchor="t" anchorCtr="0">
            <a:prstTxWarp prst="textNoShape"/>
            <a:spAutoFit/>
          </a:bodyPr>
          <a:lstStyle/>
          <a:p>
            <a:pPr marL="0" indent="0" algn="ctr">
              <a:lnSpc>
                <a:spcPct val="100000"/>
              </a:lnSpc>
              <a:spcBef>
                <a:spcPts val="0"/>
              </a:spcBef>
              <a:spcAft>
                <a:spcPts val="0"/>
              </a:spcAft>
              <a:buNone/>
            </a:pPr>
            <a:r>
              <a:rPr lang="en-US" altLang="zh-CN" sz="3600" b="0" i="0" u="none" strike="noStrike" kern="1200" cap="none" spc="0" baseline="0">
                <a:solidFill>
                  <a:schemeClr val="bg1"/>
                </a:solidFill>
                <a:latin typeface="Calibri" pitchFamily="0" charset="0"/>
                <a:ea typeface="宋体" pitchFamily="0" charset="0"/>
                <a:cs typeface="Calibri" pitchFamily="0" charset="0"/>
              </a:rPr>
              <a:t>1</a:t>
            </a:r>
            <a:endParaRPr lang="zh-CN" altLang="en-US" sz="3600" b="0" i="0" u="none" strike="noStrike" kern="1200" cap="none" spc="0" baseline="0">
              <a:solidFill>
                <a:schemeClr val="bg1"/>
              </a:solidFill>
              <a:latin typeface="Calibri" pitchFamily="0" charset="0"/>
              <a:ea typeface="宋体" pitchFamily="0" charset="0"/>
              <a:cs typeface="Calibri" pitchFamily="0" charset="0"/>
            </a:endParaRPr>
          </a:p>
        </p:txBody>
      </p:sp>
      <p:sp>
        <p:nvSpPr>
          <p:cNvPr id="108" name="曲线"/>
          <p:cNvSpPr>
            <a:spLocks/>
          </p:cNvSpPr>
          <p:nvPr/>
        </p:nvSpPr>
        <p:spPr>
          <a:xfrm rot="16200000">
            <a:off x="4096793" y="1657666"/>
            <a:ext cx="612775" cy="606424"/>
          </a:xfrm>
          <a:custGeom>
            <a:gdLst>
              <a:gd name="T1" fmla="*/ 0 w 21600"/>
              <a:gd name="T2" fmla="*/ 0 h 21600"/>
              <a:gd name="T3" fmla="*/ 21600 w 21600"/>
              <a:gd name="T4" fmla="*/ 21600 h 21600"/>
            </a:gdLst>
            <a:rect l="T1" t="T2" r="T3" b="T4"/>
            <a:pathLst>
              <a:path w="21600" h="21600">
                <a:moveTo>
                  <a:pt x="0" y="0"/>
                </a:moveTo>
                <a:lnTo>
                  <a:pt x="0" y="0"/>
                </a:lnTo>
                <a:lnTo>
                  <a:pt x="0" y="21600"/>
                </a:lnTo>
                <a:lnTo>
                  <a:pt x="21600" y="21600"/>
                </a:lnTo>
                <a:lnTo>
                  <a:pt x="0" y="21600"/>
                </a:lnTo>
                <a:lnTo>
                  <a:pt x="0" y="0"/>
                </a:lnTo>
                <a:close/>
              </a:path>
            </a:pathLst>
          </a:custGeom>
          <a:solidFill>
            <a:srgbClr val="AFABAB"/>
          </a:solidFill>
          <a:ln w="12700" cmpd="sng" cap="flat">
            <a:solidFill>
              <a:srgbClr val="7F7F7F"/>
            </a:solidFill>
            <a:prstDash val="solid"/>
            <a:round/>
          </a:ln>
        </p:spPr>
        <p:txBody>
          <a:bodyPr rtlCol="0" anchor="ctr"/>
          <a:lstStyle/>
          <a:p>
            <a:pPr algn="ctr"/>
          </a:p>
        </p:txBody>
      </p:sp>
      <p:sp>
        <p:nvSpPr>
          <p:cNvPr id="109" name="矩形"/>
          <p:cNvSpPr>
            <a:spLocks/>
          </p:cNvSpPr>
          <p:nvPr/>
        </p:nvSpPr>
        <p:spPr>
          <a:xfrm rot="0">
            <a:off x="5205121" y="1624732"/>
            <a:ext cx="4956175" cy="577215"/>
          </a:xfrm>
          <a:prstGeom prst="rect"/>
          <a:noFill/>
          <a:ln w="9525" cmpd="sng" cap="flat">
            <a:noFill/>
            <a:prstDash val="solid"/>
            <a:round/>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3200" b="1" i="0" u="none" strike="noStrike" kern="1200" cap="none" spc="0" baseline="0">
                <a:solidFill>
                  <a:schemeClr val="tx1"/>
                </a:solidFill>
                <a:latin typeface="微软雅黑" pitchFamily="0" charset="0"/>
                <a:ea typeface="微软雅黑" pitchFamily="0" charset="0"/>
                <a:cs typeface="Calibri" pitchFamily="0" charset="0"/>
              </a:rPr>
              <a:t>出台背景</a:t>
            </a:r>
            <a:endParaRPr lang="zh-CN" altLang="en-US" sz="3200" b="1" i="0" u="none" strike="noStrike" kern="1200" cap="none" spc="300" baseline="0">
              <a:solidFill>
                <a:srgbClr val="404040"/>
              </a:solidFill>
              <a:latin typeface="微软雅黑" pitchFamily="0" charset="0"/>
              <a:ea typeface="微软雅黑" pitchFamily="0" charset="0"/>
              <a:cs typeface="Calibri" pitchFamily="0" charset="0"/>
            </a:endParaRPr>
          </a:p>
        </p:txBody>
      </p:sp>
      <p:sp>
        <p:nvSpPr>
          <p:cNvPr id="110" name="矩形"/>
          <p:cNvSpPr>
            <a:spLocks/>
          </p:cNvSpPr>
          <p:nvPr/>
        </p:nvSpPr>
        <p:spPr>
          <a:xfrm rot="0">
            <a:off x="0" y="785813"/>
            <a:ext cx="704850" cy="117792"/>
          </a:xfrm>
          <a:prstGeom prst="rect"/>
          <a:solidFill>
            <a:srgbClr val="0070C0"/>
          </a:solidFill>
          <a:ln w="9525" cmpd="sng" cap="flat">
            <a:solidFill>
              <a:srgbClr val="0070C0"/>
            </a:solidFill>
            <a:prstDash val="solid"/>
            <a:round/>
          </a:ln>
        </p:spPr>
        <p:txBody>
          <a:bodyPr rtlCol="0" anchor="ctr"/>
          <a:lstStyle/>
          <a:p>
            <a:pPr algn="ctr"/>
          </a:p>
        </p:txBody>
      </p:sp>
      <p:grpSp>
        <p:nvGrpSpPr>
          <p:cNvPr id="113" name="组合"/>
          <p:cNvGrpSpPr>
            <a:grpSpLocks/>
          </p:cNvGrpSpPr>
          <p:nvPr/>
        </p:nvGrpSpPr>
        <p:grpSpPr>
          <a:xfrm>
            <a:off x="1644014" y="311784"/>
            <a:ext cx="7256781" cy="377190"/>
            <a:chOff x="1644014" y="311784"/>
            <a:chExt cx="7256781" cy="377190"/>
          </a:xfrm>
        </p:grpSpPr>
        <p:sp>
          <p:nvSpPr>
            <p:cNvPr id="111" name="矩形"/>
            <p:cNvSpPr>
              <a:spLocks/>
            </p:cNvSpPr>
            <p:nvPr/>
          </p:nvSpPr>
          <p:spPr>
            <a:xfrm rot="0">
              <a:off x="1644014" y="311784"/>
              <a:ext cx="2223770" cy="377190"/>
            </a:xfrm>
            <a:prstGeom prst="rect"/>
            <a:noFill/>
            <a:ln w="9525" cmpd="sng" cap="flat">
              <a:noFill/>
              <a:prstDash val="solid"/>
              <a:miter/>
            </a:ln>
          </p:spPr>
          <p:txBody>
            <a:bodyPr vert="horz" wrap="square" lIns="91440" tIns="45720" rIns="91440" bIns="45720" anchor="t" anchorCtr="0">
              <a:prstTxWarp prst="textNoShape"/>
            </a:bodyPr>
            <a:lstStyle/>
            <a:p>
              <a:pPr marL="0" indent="0" algn="r" fontAlgn="auto">
                <a:lnSpc>
                  <a:spcPct val="100000"/>
                </a:lnSpc>
                <a:spcBef>
                  <a:spcPts val="0"/>
                </a:spcBef>
                <a:spcAft>
                  <a:spcPts val="0"/>
                </a:spcAft>
                <a:buNone/>
              </a:pPr>
              <a:r>
                <a:rPr lang="zh-CN" altLang="en-US" sz="1800" b="0" i="0" u="none" strike="noStrike" kern="1200" cap="none" spc="100" baseline="0">
                  <a:solidFill>
                    <a:srgbClr val="002060"/>
                  </a:solidFill>
                  <a:effectLst>
                    <a:outerShdw sx="100000" sy="100000" blurRad="38100" dir="2700000" dist="38100" algn="tl">
                      <a:srgbClr val="000000">
                        <a:alpha val="43000"/>
                      </a:srgbClr>
                    </a:outerShdw>
                  </a:effectLst>
                  <a:latin typeface="华文新魏" pitchFamily="2" charset="-122"/>
                  <a:ea typeface="华文新魏" pitchFamily="2" charset="-122"/>
                  <a:cs typeface="Times New Roman" pitchFamily="18" charset="0"/>
                  <a:sym typeface="微软雅黑" pitchFamily="0" charset="0"/>
                </a:rPr>
                <a:t>吉林省自然资源厅</a:t>
              </a:r>
              <a:endParaRPr lang="en-US" altLang="zh-CN" sz="1800" b="0" i="0" u="none" strike="noStrike" kern="1200" cap="none" spc="100" baseline="0">
                <a:solidFill>
                  <a:srgbClr val="002060"/>
                </a:solidFill>
                <a:effectLst>
                  <a:outerShdw sx="100000" sy="100000" blurRad="38100" dir="2700000" dist="38100" algn="tl">
                    <a:srgbClr val="000000">
                      <a:alpha val="43000"/>
                    </a:srgbClr>
                  </a:outerShdw>
                </a:effectLst>
                <a:latin typeface="华文新魏" pitchFamily="2" charset="-122"/>
                <a:ea typeface="华文新魏" pitchFamily="2" charset="-122"/>
                <a:cs typeface="Times New Roman" pitchFamily="18" charset="0"/>
              </a:endParaRPr>
            </a:p>
            <a:p>
              <a:pPr marL="0" indent="0" algn="r" fontAlgn="auto">
                <a:lnSpc>
                  <a:spcPct val="100000"/>
                </a:lnSpc>
                <a:spcBef>
                  <a:spcPts val="0"/>
                </a:spcBef>
                <a:spcAft>
                  <a:spcPts val="0"/>
                </a:spcAft>
                <a:buNone/>
              </a:pPr>
              <a:endParaRPr lang="en-US" altLang="zh-CN" sz="1600" b="0" i="0" u="none" strike="noStrike" kern="1200" cap="none" spc="100" baseline="0">
                <a:solidFill>
                  <a:srgbClr val="002060"/>
                </a:solidFill>
                <a:effectLst>
                  <a:outerShdw sx="100000" sy="100000" blurRad="38100" dir="2700000" dist="38100" algn="tl">
                    <a:srgbClr val="000000">
                      <a:alpha val="43000"/>
                    </a:srgbClr>
                  </a:outerShdw>
                </a:effectLst>
                <a:latin typeface="微软雅黑" pitchFamily="0" charset="0"/>
                <a:ea typeface="微软雅黑" pitchFamily="0" charset="0"/>
                <a:cs typeface="Times New Roman" pitchFamily="18" charset="0"/>
              </a:endParaRPr>
            </a:p>
            <a:p>
              <a:pPr marL="0" indent="0" algn="r" fontAlgn="auto">
                <a:lnSpc>
                  <a:spcPct val="100000"/>
                </a:lnSpc>
                <a:spcBef>
                  <a:spcPts val="0"/>
                </a:spcBef>
                <a:spcAft>
                  <a:spcPts val="0"/>
                </a:spcAft>
                <a:buNone/>
              </a:pPr>
              <a:endParaRPr lang="en-US" altLang="zh-CN" sz="1600" b="0" i="0" u="none" strike="noStrike" kern="1200" cap="none" spc="100" baseline="0">
                <a:solidFill>
                  <a:srgbClr val="002060"/>
                </a:solidFill>
                <a:effectLst>
                  <a:outerShdw sx="100000" sy="100000" blurRad="38100" dir="2700000" dist="38100" algn="tl">
                    <a:srgbClr val="000000">
                      <a:alpha val="43000"/>
                    </a:srgbClr>
                  </a:outerShdw>
                </a:effectLst>
                <a:latin typeface="微软雅黑" pitchFamily="0" charset="0"/>
                <a:ea typeface="微软雅黑" pitchFamily="0" charset="0"/>
                <a:cs typeface="Times New Roman" pitchFamily="18" charset="0"/>
              </a:endParaRPr>
            </a:p>
            <a:p>
              <a:pPr marL="0" indent="0" algn="r" fontAlgn="auto">
                <a:lnSpc>
                  <a:spcPct val="100000"/>
                </a:lnSpc>
                <a:spcBef>
                  <a:spcPts val="0"/>
                </a:spcBef>
                <a:spcAft>
                  <a:spcPts val="0"/>
                </a:spcAft>
                <a:buNone/>
              </a:pPr>
              <a:endParaRPr lang="zh-CN" altLang="en-US" sz="1600" b="0" i="0" u="none" strike="noStrike" kern="1200" cap="none" spc="100" baseline="0">
                <a:solidFill>
                  <a:srgbClr val="002060"/>
                </a:solidFill>
                <a:effectLst>
                  <a:outerShdw sx="100000" sy="100000" blurRad="38100" dir="2700000" dist="38100" algn="tl">
                    <a:srgbClr val="000000">
                      <a:alpha val="43000"/>
                    </a:srgbClr>
                  </a:outerShdw>
                </a:effectLst>
                <a:latin typeface="微软雅黑" pitchFamily="0" charset="0"/>
                <a:ea typeface="华文新魏" pitchFamily="2" charset="-122"/>
                <a:cs typeface="Times New Roman" pitchFamily="18" charset="0"/>
              </a:endParaRPr>
            </a:p>
          </p:txBody>
        </p:sp>
        <p:sp>
          <p:nvSpPr>
            <p:cNvPr id="112" name="矩形"/>
            <p:cNvSpPr>
              <a:spLocks/>
            </p:cNvSpPr>
            <p:nvPr/>
          </p:nvSpPr>
          <p:spPr>
            <a:xfrm rot="0">
              <a:off x="3739515" y="341629"/>
              <a:ext cx="5161281" cy="278129"/>
            </a:xfrm>
            <a:prstGeom prst="rect"/>
            <a:noFill/>
            <a:ln w="9525" cmpd="sng" cap="flat">
              <a:noFill/>
              <a:prstDash val="solid"/>
              <a:miter/>
            </a:ln>
          </p:spPr>
          <p:txBody>
            <a:bodyPr vert="horz" wrap="square" lIns="91440" tIns="45720" rIns="91440" bIns="45720" anchor="t" anchorCtr="0">
              <a:prstTxWarp prst="textNoShape"/>
            </a:bodyPr>
            <a:lstStyle/>
            <a:p>
              <a:pPr marL="0" indent="0" algn="ctr" fontAlgn="auto">
                <a:lnSpc>
                  <a:spcPct val="100000"/>
                </a:lnSpc>
                <a:spcBef>
                  <a:spcPts val="0"/>
                </a:spcBef>
                <a:spcAft>
                  <a:spcPts val="0"/>
                </a:spcAft>
                <a:buNone/>
              </a:pPr>
              <a:r>
                <a:rPr lang="en-US" altLang="zh-CN" sz="1400" b="0" i="0" u="none" strike="noStrike" kern="1200" cap="none" spc="100" baseline="0">
                  <a:solidFill>
                    <a:srgbClr val="002060"/>
                  </a:solidFill>
                  <a:effectLst>
                    <a:outerShdw sx="100000" sy="100000" blurRad="38100" dir="2700000" dist="38100" algn="tl">
                      <a:srgbClr val="000000">
                        <a:alpha val="43000"/>
                      </a:srgbClr>
                    </a:outerShdw>
                  </a:effectLst>
                  <a:latin typeface="华文新魏" pitchFamily="2" charset="-122"/>
                  <a:ea typeface="华文新魏" pitchFamily="2" charset="-122"/>
                  <a:cs typeface="Times New Roman" pitchFamily="18" charset="0"/>
                  <a:sym typeface="微软雅黑" pitchFamily="0" charset="0"/>
                </a:rPr>
                <a:t>Department of Natural Resources of Jilin Province </a:t>
              </a:r>
              <a:endParaRPr lang="en-US" altLang="zh-CN" sz="1400" b="0" i="0" u="none" strike="noStrike" kern="1200" cap="none" spc="100" baseline="0">
                <a:solidFill>
                  <a:srgbClr val="002060"/>
                </a:solidFill>
                <a:effectLst>
                  <a:outerShdw sx="100000" sy="100000" blurRad="38100" dir="2700000" dist="38100" algn="tl">
                    <a:srgbClr val="000000">
                      <a:alpha val="43000"/>
                    </a:srgbClr>
                  </a:outerShdw>
                </a:effectLst>
                <a:latin typeface="华文新魏" pitchFamily="2" charset="-122"/>
                <a:ea typeface="华文新魏" pitchFamily="2" charset="-122"/>
                <a:cs typeface="Times New Roman" pitchFamily="18" charset="0"/>
              </a:endParaRPr>
            </a:p>
            <a:p>
              <a:pPr marL="0" indent="0" algn="ctr" fontAlgn="auto">
                <a:lnSpc>
                  <a:spcPct val="100000"/>
                </a:lnSpc>
                <a:spcBef>
                  <a:spcPts val="0"/>
                </a:spcBef>
                <a:spcAft>
                  <a:spcPts val="0"/>
                </a:spcAft>
                <a:buNone/>
              </a:pPr>
              <a:endParaRPr lang="zh-CN" altLang="en-US" sz="1400" b="0" i="0" u="none" strike="noStrike" kern="0" cap="none" spc="-100" baseline="0">
                <a:solidFill>
                  <a:srgbClr val="002060"/>
                </a:solidFill>
                <a:latin typeface="微软雅黑" pitchFamily="0" charset="0"/>
                <a:ea typeface="微软雅黑" pitchFamily="0" charset="0"/>
                <a:cs typeface="Times New Roman" pitchFamily="18" charset="0"/>
              </a:endParaRPr>
            </a:p>
          </p:txBody>
        </p:sp>
      </p:grpSp>
      <p:sp>
        <p:nvSpPr>
          <p:cNvPr id="114" name="矩形"/>
          <p:cNvSpPr>
            <a:spLocks/>
          </p:cNvSpPr>
          <p:nvPr/>
        </p:nvSpPr>
        <p:spPr>
          <a:xfrm rot="0">
            <a:off x="4039960" y="2588576"/>
            <a:ext cx="565149" cy="591820"/>
          </a:xfrm>
          <a:prstGeom prst="rect"/>
          <a:solidFill>
            <a:srgbClr val="32619C"/>
          </a:solidFill>
          <a:ln w="9525" cmpd="sng" cap="flat">
            <a:noFill/>
            <a:prstDash val="solid"/>
            <a:round/>
          </a:ln>
        </p:spPr>
        <p:txBody>
          <a:bodyPr rtlCol="0" anchor="ctr"/>
          <a:lstStyle/>
          <a:p>
            <a:pPr algn="ctr"/>
          </a:p>
        </p:txBody>
      </p:sp>
      <p:sp>
        <p:nvSpPr>
          <p:cNvPr id="115" name="矩形"/>
          <p:cNvSpPr>
            <a:spLocks/>
          </p:cNvSpPr>
          <p:nvPr/>
        </p:nvSpPr>
        <p:spPr>
          <a:xfrm rot="0">
            <a:off x="4102191" y="2534601"/>
            <a:ext cx="467995" cy="634365"/>
          </a:xfrm>
          <a:prstGeom prst="rect"/>
          <a:noFill/>
          <a:ln w="9525" cmpd="sng" cap="flat">
            <a:noFill/>
            <a:prstDash val="solid"/>
            <a:round/>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3600" b="0" i="0" u="none" strike="noStrike" kern="1200" cap="none" spc="0" baseline="0">
                <a:solidFill>
                  <a:schemeClr val="bg1"/>
                </a:solidFill>
                <a:latin typeface="Calibri" pitchFamily="0" charset="0"/>
                <a:ea typeface="宋体" pitchFamily="0" charset="0"/>
                <a:cs typeface="Calibri" pitchFamily="0" charset="0"/>
              </a:rPr>
              <a:t>2</a:t>
            </a:r>
            <a:endParaRPr lang="zh-CN" altLang="en-US" sz="3600" b="0" i="0" u="none" strike="noStrike" kern="1200" cap="none" spc="0" baseline="0">
              <a:solidFill>
                <a:schemeClr val="bg1"/>
              </a:solidFill>
              <a:latin typeface="Calibri" pitchFamily="0" charset="0"/>
              <a:ea typeface="宋体" pitchFamily="0" charset="0"/>
              <a:cs typeface="Calibri" pitchFamily="0" charset="0"/>
            </a:endParaRPr>
          </a:p>
        </p:txBody>
      </p:sp>
      <p:sp>
        <p:nvSpPr>
          <p:cNvPr id="116" name="曲线"/>
          <p:cNvSpPr>
            <a:spLocks/>
          </p:cNvSpPr>
          <p:nvPr/>
        </p:nvSpPr>
        <p:spPr>
          <a:xfrm rot="16200000">
            <a:off x="4088856" y="2594744"/>
            <a:ext cx="614680" cy="607694"/>
          </a:xfrm>
          <a:custGeom>
            <a:gdLst>
              <a:gd name="T1" fmla="*/ 0 w 21600"/>
              <a:gd name="T2" fmla="*/ 0 h 21600"/>
              <a:gd name="T3" fmla="*/ 21600 w 21600"/>
              <a:gd name="T4" fmla="*/ 21600 h 21600"/>
            </a:gdLst>
            <a:rect l="T1" t="T2" r="T3" b="T4"/>
            <a:pathLst>
              <a:path w="21600" h="21600">
                <a:moveTo>
                  <a:pt x="0" y="0"/>
                </a:moveTo>
                <a:lnTo>
                  <a:pt x="0" y="0"/>
                </a:lnTo>
                <a:lnTo>
                  <a:pt x="0" y="21600"/>
                </a:lnTo>
                <a:lnTo>
                  <a:pt x="21600" y="21600"/>
                </a:lnTo>
                <a:lnTo>
                  <a:pt x="0" y="21600"/>
                </a:lnTo>
                <a:lnTo>
                  <a:pt x="0" y="0"/>
                </a:lnTo>
                <a:close/>
              </a:path>
            </a:pathLst>
          </a:custGeom>
          <a:solidFill>
            <a:srgbClr val="AFABAB"/>
          </a:solidFill>
          <a:ln w="12700" cmpd="sng" cap="flat">
            <a:solidFill>
              <a:srgbClr val="7F7F7F"/>
            </a:solidFill>
            <a:prstDash val="solid"/>
            <a:round/>
          </a:ln>
        </p:spPr>
        <p:txBody>
          <a:bodyPr rtlCol="0" anchor="ctr"/>
          <a:lstStyle/>
          <a:p>
            <a:pPr algn="ctr"/>
          </a:p>
        </p:txBody>
      </p:sp>
      <p:sp>
        <p:nvSpPr>
          <p:cNvPr id="117" name="矩形"/>
          <p:cNvSpPr>
            <a:spLocks/>
          </p:cNvSpPr>
          <p:nvPr/>
        </p:nvSpPr>
        <p:spPr>
          <a:xfrm rot="0">
            <a:off x="5157561" y="2588576"/>
            <a:ext cx="5803900" cy="577215"/>
          </a:xfrm>
          <a:prstGeom prst="rect"/>
          <a:noFill/>
          <a:ln w="9525" cmpd="sng" cap="flat">
            <a:noFill/>
            <a:prstDash val="solid"/>
            <a:round/>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3200" b="1" i="0" u="none" strike="noStrike" kern="1200" cap="none" spc="300" baseline="0">
                <a:solidFill>
                  <a:schemeClr val="tx1"/>
                </a:solidFill>
                <a:latin typeface="微软雅黑" pitchFamily="0" charset="0"/>
                <a:ea typeface="微软雅黑" pitchFamily="0" charset="0"/>
                <a:cs typeface="Calibri" pitchFamily="0" charset="0"/>
              </a:rPr>
              <a:t>政策依据</a:t>
            </a:r>
            <a:endParaRPr lang="zh-CN" altLang="en-US" sz="3200" b="1" i="0" u="none" strike="noStrike" kern="1200" cap="none" spc="300" baseline="0">
              <a:solidFill>
                <a:schemeClr val="tx1"/>
              </a:solidFill>
              <a:latin typeface="微软雅黑" pitchFamily="0" charset="0"/>
              <a:ea typeface="微软雅黑" pitchFamily="0" charset="0"/>
              <a:cs typeface="Calibri" pitchFamily="0" charset="0"/>
            </a:endParaRPr>
          </a:p>
        </p:txBody>
      </p:sp>
      <p:sp>
        <p:nvSpPr>
          <p:cNvPr id="118" name="矩形"/>
          <p:cNvSpPr>
            <a:spLocks/>
          </p:cNvSpPr>
          <p:nvPr/>
        </p:nvSpPr>
        <p:spPr>
          <a:xfrm rot="0">
            <a:off x="4064091" y="4518341"/>
            <a:ext cx="565149" cy="591820"/>
          </a:xfrm>
          <a:prstGeom prst="rect"/>
          <a:solidFill>
            <a:srgbClr val="32619C"/>
          </a:solidFill>
          <a:ln w="9525" cmpd="sng" cap="flat">
            <a:noFill/>
            <a:prstDash val="solid"/>
            <a:round/>
          </a:ln>
        </p:spPr>
        <p:txBody>
          <a:bodyPr rtlCol="0" anchor="ctr"/>
          <a:lstStyle/>
          <a:p>
            <a:pPr algn="ctr"/>
          </a:p>
        </p:txBody>
      </p:sp>
      <p:sp>
        <p:nvSpPr>
          <p:cNvPr id="119" name="矩形"/>
          <p:cNvSpPr>
            <a:spLocks/>
          </p:cNvSpPr>
          <p:nvPr/>
        </p:nvSpPr>
        <p:spPr>
          <a:xfrm rot="0">
            <a:off x="4137115" y="4491036"/>
            <a:ext cx="467995" cy="634365"/>
          </a:xfrm>
          <a:prstGeom prst="rect"/>
          <a:noFill/>
          <a:ln w="9525" cmpd="sng" cap="flat">
            <a:noFill/>
            <a:prstDash val="solid"/>
            <a:round/>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3600" b="0" i="0" u="none" strike="noStrike" kern="1200" cap="none" spc="0" baseline="0">
                <a:solidFill>
                  <a:schemeClr val="bg1"/>
                </a:solidFill>
                <a:latin typeface="Calibri" pitchFamily="0" charset="0"/>
                <a:ea typeface="宋体" pitchFamily="0" charset="0"/>
                <a:cs typeface="Calibri" pitchFamily="0" charset="0"/>
              </a:rPr>
              <a:t>4</a:t>
            </a:r>
            <a:endParaRPr lang="zh-CN" altLang="en-US" sz="3600" b="0" i="0" u="none" strike="noStrike" kern="1200" cap="none" spc="0" baseline="0">
              <a:solidFill>
                <a:schemeClr val="bg1"/>
              </a:solidFill>
              <a:latin typeface="Calibri" pitchFamily="0" charset="0"/>
              <a:ea typeface="宋体" pitchFamily="0" charset="0"/>
              <a:cs typeface="Calibri" pitchFamily="0" charset="0"/>
            </a:endParaRPr>
          </a:p>
        </p:txBody>
      </p:sp>
      <p:sp>
        <p:nvSpPr>
          <p:cNvPr id="120" name="曲线"/>
          <p:cNvSpPr>
            <a:spLocks/>
          </p:cNvSpPr>
          <p:nvPr/>
        </p:nvSpPr>
        <p:spPr>
          <a:xfrm rot="16200000">
            <a:off x="4100921" y="4523148"/>
            <a:ext cx="614679" cy="607694"/>
          </a:xfrm>
          <a:custGeom>
            <a:gdLst>
              <a:gd name="T1" fmla="*/ 0 w 21600"/>
              <a:gd name="T2" fmla="*/ 0 h 21600"/>
              <a:gd name="T3" fmla="*/ 21600 w 21600"/>
              <a:gd name="T4" fmla="*/ 21600 h 21600"/>
            </a:gdLst>
            <a:rect l="T1" t="T2" r="T3" b="T4"/>
            <a:pathLst>
              <a:path w="21600" h="21600">
                <a:moveTo>
                  <a:pt x="0" y="0"/>
                </a:moveTo>
                <a:lnTo>
                  <a:pt x="0" y="0"/>
                </a:lnTo>
                <a:lnTo>
                  <a:pt x="0" y="21600"/>
                </a:lnTo>
                <a:lnTo>
                  <a:pt x="21600" y="21600"/>
                </a:lnTo>
                <a:lnTo>
                  <a:pt x="0" y="21600"/>
                </a:lnTo>
                <a:lnTo>
                  <a:pt x="0" y="0"/>
                </a:lnTo>
                <a:close/>
              </a:path>
            </a:pathLst>
          </a:custGeom>
          <a:solidFill>
            <a:srgbClr val="AFABAB"/>
          </a:solidFill>
          <a:ln w="12700" cmpd="sng" cap="flat">
            <a:solidFill>
              <a:srgbClr val="7F7F7F"/>
            </a:solidFill>
            <a:prstDash val="solid"/>
            <a:round/>
          </a:ln>
        </p:spPr>
        <p:txBody>
          <a:bodyPr rtlCol="0" anchor="ctr"/>
          <a:lstStyle/>
          <a:p>
            <a:pPr algn="ctr"/>
          </a:p>
        </p:txBody>
      </p:sp>
      <p:sp>
        <p:nvSpPr>
          <p:cNvPr id="121" name="矩形"/>
          <p:cNvSpPr>
            <a:spLocks/>
          </p:cNvSpPr>
          <p:nvPr/>
        </p:nvSpPr>
        <p:spPr>
          <a:xfrm rot="0">
            <a:off x="5157561" y="4522786"/>
            <a:ext cx="3938270" cy="577215"/>
          </a:xfrm>
          <a:prstGeom prst="rect"/>
          <a:noFill/>
          <a:ln w="9525" cmpd="sng" cap="flat">
            <a:noFill/>
            <a:prstDash val="solid"/>
            <a:round/>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3200" b="1" i="0" u="none" strike="noStrike" kern="1200" cap="none" spc="300" baseline="0">
                <a:solidFill>
                  <a:schemeClr val="tx1"/>
                </a:solidFill>
                <a:latin typeface="微软雅黑" pitchFamily="0" charset="0"/>
                <a:ea typeface="微软雅黑" pitchFamily="0" charset="0"/>
                <a:cs typeface="Calibri" pitchFamily="0" charset="0"/>
              </a:rPr>
              <a:t>规范内容</a:t>
            </a:r>
            <a:endParaRPr lang="zh-CN" altLang="en-US" sz="3200" b="1" i="0" u="none" strike="noStrike" kern="1200" cap="none" spc="300" baseline="0">
              <a:solidFill>
                <a:schemeClr val="tx1"/>
              </a:solidFill>
              <a:latin typeface="微软雅黑" pitchFamily="0" charset="0"/>
              <a:ea typeface="微软雅黑" pitchFamily="0" charset="0"/>
              <a:cs typeface="Calibri" pitchFamily="0" charset="0"/>
            </a:endParaRPr>
          </a:p>
        </p:txBody>
      </p:sp>
      <p:pic>
        <p:nvPicPr>
          <p:cNvPr id="122" name="图片" descr="0LMj9Nl4nc"/>
          <p:cNvPicPr>
            <a:picLocks noChangeAspect="1"/>
          </p:cNvPicPr>
          <p:nvPr/>
        </p:nvPicPr>
        <p:blipFill>
          <a:blip r:embed="rId1" cstate="print"/>
          <a:stretch>
            <a:fillRect/>
          </a:stretch>
        </p:blipFill>
        <p:spPr>
          <a:xfrm rot="0">
            <a:off x="747395" y="340995"/>
            <a:ext cx="763904" cy="763904"/>
          </a:xfrm>
          <a:prstGeom prst="ellipse"/>
          <a:noFill/>
          <a:ln w="9525" cmpd="sng" cap="flat">
            <a:solidFill>
              <a:srgbClr val="FFFFFF"/>
            </a:solidFill>
            <a:prstDash val="solid"/>
            <a:round/>
          </a:ln>
        </p:spPr>
      </p:pic>
      <p:sp>
        <p:nvSpPr>
          <p:cNvPr id="123" name="矩形"/>
          <p:cNvSpPr>
            <a:spLocks/>
          </p:cNvSpPr>
          <p:nvPr/>
        </p:nvSpPr>
        <p:spPr>
          <a:xfrm rot="0">
            <a:off x="4061869" y="5454332"/>
            <a:ext cx="565149" cy="591820"/>
          </a:xfrm>
          <a:prstGeom prst="rect"/>
          <a:solidFill>
            <a:srgbClr val="32619C"/>
          </a:solidFill>
          <a:ln w="9525" cmpd="sng" cap="flat">
            <a:noFill/>
            <a:prstDash val="solid"/>
            <a:round/>
          </a:ln>
        </p:spPr>
        <p:txBody>
          <a:bodyPr rtlCol="0" anchor="ctr"/>
          <a:lstStyle/>
          <a:p>
            <a:pPr algn="ctr"/>
          </a:p>
        </p:txBody>
      </p:sp>
      <p:sp>
        <p:nvSpPr>
          <p:cNvPr id="124" name="矩形"/>
          <p:cNvSpPr>
            <a:spLocks/>
          </p:cNvSpPr>
          <p:nvPr/>
        </p:nvSpPr>
        <p:spPr>
          <a:xfrm rot="0">
            <a:off x="4134894" y="5427027"/>
            <a:ext cx="467995" cy="634365"/>
          </a:xfrm>
          <a:prstGeom prst="rect"/>
          <a:noFill/>
          <a:ln w="9525" cmpd="sng" cap="flat">
            <a:noFill/>
            <a:prstDash val="solid"/>
            <a:round/>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3600" b="0" i="0" u="none" strike="noStrike" kern="1200" cap="none" spc="0" baseline="0">
                <a:solidFill>
                  <a:schemeClr val="bg1"/>
                </a:solidFill>
                <a:latin typeface="Calibri" pitchFamily="0" charset="0"/>
                <a:ea typeface="宋体" pitchFamily="0" charset="0"/>
                <a:cs typeface="Calibri" pitchFamily="0" charset="0"/>
              </a:rPr>
              <a:t>5</a:t>
            </a:r>
            <a:endParaRPr lang="zh-CN" altLang="en-US" sz="3600" b="0" i="0" u="none" strike="noStrike" kern="1200" cap="none" spc="0" baseline="0">
              <a:solidFill>
                <a:schemeClr val="bg1"/>
              </a:solidFill>
              <a:latin typeface="Calibri" pitchFamily="0" charset="0"/>
              <a:ea typeface="宋体" pitchFamily="0" charset="0"/>
              <a:cs typeface="Calibri" pitchFamily="0" charset="0"/>
            </a:endParaRPr>
          </a:p>
        </p:txBody>
      </p:sp>
      <p:sp>
        <p:nvSpPr>
          <p:cNvPr id="125" name="曲线"/>
          <p:cNvSpPr>
            <a:spLocks/>
          </p:cNvSpPr>
          <p:nvPr/>
        </p:nvSpPr>
        <p:spPr>
          <a:xfrm rot="16200000">
            <a:off x="4098698" y="5459138"/>
            <a:ext cx="614680" cy="607694"/>
          </a:xfrm>
          <a:custGeom>
            <a:gdLst>
              <a:gd name="T1" fmla="*/ 0 w 21600"/>
              <a:gd name="T2" fmla="*/ 0 h 21600"/>
              <a:gd name="T3" fmla="*/ 21600 w 21600"/>
              <a:gd name="T4" fmla="*/ 21600 h 21600"/>
            </a:gdLst>
            <a:rect l="T1" t="T2" r="T3" b="T4"/>
            <a:pathLst>
              <a:path w="21600" h="21600">
                <a:moveTo>
                  <a:pt x="0" y="0"/>
                </a:moveTo>
                <a:lnTo>
                  <a:pt x="0" y="0"/>
                </a:lnTo>
                <a:lnTo>
                  <a:pt x="0" y="21600"/>
                </a:lnTo>
                <a:lnTo>
                  <a:pt x="21600" y="21600"/>
                </a:lnTo>
                <a:lnTo>
                  <a:pt x="0" y="21600"/>
                </a:lnTo>
                <a:lnTo>
                  <a:pt x="0" y="0"/>
                </a:lnTo>
                <a:close/>
              </a:path>
            </a:pathLst>
          </a:custGeom>
          <a:solidFill>
            <a:srgbClr val="AFABAB"/>
          </a:solidFill>
          <a:ln w="12700" cmpd="sng" cap="flat">
            <a:solidFill>
              <a:srgbClr val="7F7F7F"/>
            </a:solidFill>
            <a:prstDash val="solid"/>
            <a:round/>
          </a:ln>
        </p:spPr>
        <p:txBody>
          <a:bodyPr rtlCol="0" anchor="ctr"/>
          <a:lstStyle/>
          <a:p>
            <a:pPr algn="ctr"/>
          </a:p>
        </p:txBody>
      </p:sp>
      <p:sp>
        <p:nvSpPr>
          <p:cNvPr id="126" name="矩形"/>
          <p:cNvSpPr>
            <a:spLocks/>
          </p:cNvSpPr>
          <p:nvPr/>
        </p:nvSpPr>
        <p:spPr>
          <a:xfrm rot="0">
            <a:off x="5157561" y="5462587"/>
            <a:ext cx="3938270" cy="577215"/>
          </a:xfrm>
          <a:prstGeom prst="rect"/>
          <a:noFill/>
          <a:ln w="9525" cmpd="sng" cap="flat">
            <a:noFill/>
            <a:prstDash val="solid"/>
            <a:round/>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3200" b="1" i="0" u="none" strike="noStrike" kern="1200" cap="none" spc="300" baseline="0">
                <a:solidFill>
                  <a:schemeClr val="tx1"/>
                </a:solidFill>
                <a:latin typeface="微软雅黑" pitchFamily="0" charset="0"/>
                <a:ea typeface="微软雅黑" pitchFamily="0" charset="0"/>
                <a:cs typeface="Calibri" pitchFamily="0" charset="0"/>
              </a:rPr>
              <a:t>主要特点</a:t>
            </a:r>
            <a:endParaRPr lang="zh-CN" altLang="en-US" sz="3200" b="1" i="0" u="none" strike="noStrike" kern="1200" cap="none" spc="300" baseline="0">
              <a:solidFill>
                <a:schemeClr val="tx1"/>
              </a:solidFill>
              <a:latin typeface="微软雅黑" pitchFamily="0" charset="0"/>
              <a:ea typeface="微软雅黑" pitchFamily="0" charset="0"/>
              <a:cs typeface="Calibri" pitchFamily="0" charset="0"/>
            </a:endParaRPr>
          </a:p>
        </p:txBody>
      </p:sp>
    </p:spTree>
    <p:extLst>
      <p:ext uri="{BB962C8B-B14F-4D97-AF65-F5344CB8AC3E}">
        <p14:creationId xmlns:p14="http://schemas.microsoft.com/office/powerpoint/2010/main" val="1872090593"/>
      </p:ext>
    </p:extLst>
  </p:cSld>
  <p:clrMapOvr>
    <a:masterClrMapping/>
  </p:clrMapOvr>
  <p:transition>
    <p:wipe dir="r"/>
  </p:transition>
</p:sld>
</file>

<file path=ppt/slides/slide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129" name="矩形"/>
          <p:cNvSpPr>
            <a:spLocks/>
          </p:cNvSpPr>
          <p:nvPr/>
        </p:nvSpPr>
        <p:spPr>
          <a:xfrm rot="0">
            <a:off x="1571624" y="912813"/>
            <a:ext cx="10620375" cy="117792"/>
          </a:xfrm>
          <a:prstGeom prst="rect"/>
          <a:solidFill>
            <a:srgbClr val="0070C0"/>
          </a:solidFill>
          <a:ln w="9525" cmpd="sng" cap="flat">
            <a:solidFill>
              <a:srgbClr val="0070C0"/>
            </a:solidFill>
            <a:prstDash val="solid"/>
            <a:round/>
          </a:ln>
        </p:spPr>
        <p:txBody>
          <a:bodyPr rtlCol="0" anchor="ctr"/>
          <a:lstStyle/>
          <a:p>
            <a:pPr algn="ctr"/>
          </a:p>
        </p:txBody>
      </p:sp>
      <p:sp>
        <p:nvSpPr>
          <p:cNvPr id="130" name="直线"/>
          <p:cNvSpPr>
            <a:spLocks/>
          </p:cNvSpPr>
          <p:nvPr/>
        </p:nvSpPr>
        <p:spPr>
          <a:xfrm rot="0">
            <a:off x="0" y="843074"/>
            <a:ext cx="12204001" cy="0"/>
          </a:xfrm>
          <a:prstGeom prst="line"/>
          <a:noFill/>
          <a:ln w="28575" cmpd="sng" cap="flat">
            <a:solidFill>
              <a:srgbClr val="0070C0"/>
            </a:solidFill>
            <a:prstDash val="solid"/>
            <a:round/>
          </a:ln>
        </p:spPr>
        <p:txBody>
          <a:bodyPr rtlCol="0" anchor="ctr"/>
          <a:lstStyle/>
          <a:p>
            <a:pPr algn="ctr"/>
          </a:p>
        </p:txBody>
      </p:sp>
      <p:sp>
        <p:nvSpPr>
          <p:cNvPr id="131" name="矩形"/>
          <p:cNvSpPr>
            <a:spLocks/>
          </p:cNvSpPr>
          <p:nvPr/>
        </p:nvSpPr>
        <p:spPr>
          <a:xfrm rot="0">
            <a:off x="0" y="912813"/>
            <a:ext cx="1571624" cy="117792"/>
          </a:xfrm>
          <a:prstGeom prst="rect"/>
          <a:solidFill>
            <a:srgbClr val="0070C0"/>
          </a:solidFill>
          <a:ln w="9525" cmpd="sng" cap="flat">
            <a:solidFill>
              <a:srgbClr val="0070C0"/>
            </a:solidFill>
            <a:prstDash val="solid"/>
            <a:round/>
          </a:ln>
        </p:spPr>
        <p:txBody>
          <a:bodyPr rtlCol="0" anchor="ctr"/>
          <a:lstStyle/>
          <a:p>
            <a:pPr algn="ctr"/>
          </a:p>
        </p:txBody>
      </p:sp>
      <p:sp>
        <p:nvSpPr>
          <p:cNvPr id="132" name="矩形"/>
          <p:cNvSpPr>
            <a:spLocks/>
          </p:cNvSpPr>
          <p:nvPr/>
        </p:nvSpPr>
        <p:spPr>
          <a:xfrm rot="0">
            <a:off x="325241" y="2976725"/>
            <a:ext cx="1071570" cy="1223275"/>
          </a:xfrm>
          <a:prstGeom prst="rect"/>
          <a:noFill/>
          <a:ln w="9525" cmpd="sng" cap="flat">
            <a:noFill/>
            <a:prstDash val="solid"/>
            <a:miter/>
          </a:ln>
        </p:spPr>
        <p:txBody>
          <a:bodyPr vert="horz" wrap="square" lIns="108850" tIns="54425" rIns="108850" bIns="54425" anchor="t" anchorCtr="0">
            <a:prstTxWarp prst="textNoShape"/>
            <a:spAutoFit/>
          </a:bodyPr>
          <a:lstStyle/>
          <a:p>
            <a:pPr marL="0" indent="0" algn="ctr">
              <a:lnSpc>
                <a:spcPct val="129999"/>
              </a:lnSpc>
              <a:spcBef>
                <a:spcPts val="0"/>
              </a:spcBef>
              <a:spcAft>
                <a:spcPts val="0"/>
              </a:spcAft>
              <a:buNone/>
            </a:pPr>
            <a:r>
              <a:rPr lang="zh-CN" altLang="en-US" sz="2800" b="1" i="0" u="none" strike="noStrike" kern="1200" cap="none" spc="0" baseline="0">
                <a:solidFill>
                  <a:srgbClr val="0070C0"/>
                </a:solidFill>
                <a:latin typeface="微软雅黑" pitchFamily="0" charset="0"/>
                <a:ea typeface="微软雅黑" pitchFamily="0" charset="0"/>
                <a:cs typeface="Calibri" pitchFamily="0" charset="0"/>
              </a:rPr>
              <a:t>背景介绍</a:t>
            </a:r>
            <a:endParaRPr lang="zh-CN" altLang="en-US" sz="2800" b="1" i="0" u="none" strike="noStrike" kern="1200" cap="none" spc="0" baseline="0">
              <a:solidFill>
                <a:srgbClr val="0070C0"/>
              </a:solidFill>
              <a:latin typeface="微软雅黑" pitchFamily="0" charset="0"/>
              <a:ea typeface="微软雅黑" pitchFamily="0" charset="0"/>
              <a:cs typeface="Calibri" pitchFamily="0" charset="0"/>
            </a:endParaRPr>
          </a:p>
        </p:txBody>
      </p:sp>
      <p:sp>
        <p:nvSpPr>
          <p:cNvPr id="133" name="直线"/>
          <p:cNvSpPr>
            <a:spLocks/>
          </p:cNvSpPr>
          <p:nvPr/>
        </p:nvSpPr>
        <p:spPr>
          <a:xfrm flipH="1" rot="0">
            <a:off x="6095206" y="1601549"/>
            <a:ext cx="4445" cy="4179570"/>
          </a:xfrm>
          <a:prstGeom prst="line"/>
          <a:noFill/>
          <a:ln w="6350" cmpd="sng" cap="flat">
            <a:solidFill>
              <a:srgbClr val="808080"/>
            </a:solidFill>
            <a:prstDash val="solid"/>
            <a:round/>
          </a:ln>
        </p:spPr>
        <p:txBody>
          <a:bodyPr rtlCol="0" anchor="ctr"/>
          <a:lstStyle/>
          <a:p>
            <a:pPr algn="ctr"/>
          </a:p>
        </p:txBody>
      </p:sp>
      <p:sp>
        <p:nvSpPr>
          <p:cNvPr id="134" name="矩形"/>
          <p:cNvSpPr>
            <a:spLocks/>
          </p:cNvSpPr>
          <p:nvPr/>
        </p:nvSpPr>
        <p:spPr>
          <a:xfrm rot="0">
            <a:off x="1512212" y="1514381"/>
            <a:ext cx="4215061" cy="4625340"/>
          </a:xfrm>
          <a:prstGeom prst="rect"/>
          <a:noFill/>
          <a:ln w="9525"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1800" b="0" i="0" u="none" strike="noStrike" kern="1200" cap="none" spc="0" baseline="0">
                <a:solidFill>
                  <a:schemeClr val="tx1"/>
                </a:solidFill>
                <a:latin typeface="方正黑体_GBK" pitchFamily="0" charset="-122"/>
                <a:ea typeface="方正黑体_GBK" pitchFamily="0" charset="-122"/>
                <a:cs typeface="文泉驿正黑" pitchFamily="0" charset="0"/>
              </a:rPr>
              <a:t>        为规范省级以上（含省级）地质灾害治理工程项目管理，</a:t>
            </a:r>
            <a:r>
              <a:rPr lang="en-US" altLang="zh-CN" sz="1800" b="0" i="0" u="none" strike="noStrike" kern="1200" cap="none" spc="0" baseline="0">
                <a:solidFill>
                  <a:schemeClr val="tx1"/>
                </a:solidFill>
                <a:latin typeface="方正黑体_GBK" pitchFamily="0" charset="-122"/>
                <a:ea typeface="方正黑体_GBK" pitchFamily="0" charset="-122"/>
                <a:cs typeface="文泉驿正黑" pitchFamily="0" charset="0"/>
              </a:rPr>
              <a:t>2023年</a:t>
            </a:r>
            <a:r>
              <a:rPr lang="en-US" altLang="zh-CN" sz="1800" b="0" i="0" u="none" strike="noStrike" kern="1200" cap="none" spc="0" baseline="0">
                <a:solidFill>
                  <a:schemeClr val="tx1"/>
                </a:solidFill>
                <a:latin typeface="方正黑体_GBK" pitchFamily="0" charset="-122"/>
                <a:ea typeface="方正黑体_GBK" pitchFamily="0" charset="-122"/>
                <a:cs typeface="文泉驿正黑" pitchFamily="0" charset="0"/>
              </a:rPr>
              <a:t>7月下旬，省厅印发了《</a:t>
            </a:r>
            <a:r>
              <a:rPr lang="zh-CN" altLang="en-US" sz="1800" b="0" i="0" u="none" strike="noStrike" kern="1200" cap="none" spc="0" baseline="0">
                <a:solidFill>
                  <a:srgbClr val="0000FF"/>
                </a:solidFill>
                <a:effectLst>
                  <a:outerShdw sx="100000" sy="100000" blurRad="38100" dir="2700000" dist="38100" algn="tl">
                    <a:srgbClr val="000000">
                      <a:alpha val="43000"/>
                    </a:srgbClr>
                  </a:outerShdw>
                </a:effectLst>
                <a:latin typeface="方正黑体_GBK" pitchFamily="0" charset="-122"/>
                <a:ea typeface="方正黑体_GBK" pitchFamily="0" charset="-122"/>
                <a:cs typeface="方正小标宋简体" pitchFamily="2" charset="-122"/>
              </a:rPr>
              <a:t>吉林省自然资源厅关于加强吉林省地质灾害工程治理项目管理的通知</a:t>
            </a:r>
            <a:r>
              <a:rPr lang="zh-CN" altLang="en-US" sz="1800" b="0" i="0" u="none" strike="noStrike" kern="1200" cap="none" spc="0" baseline="0">
                <a:solidFill>
                  <a:schemeClr val="tx1"/>
                </a:solidFill>
                <a:latin typeface="方正黑体_GBK" pitchFamily="0" charset="-122"/>
                <a:ea typeface="方正黑体_GBK" pitchFamily="0" charset="-122"/>
                <a:cs typeface="文泉驿正黑" pitchFamily="0" charset="0"/>
              </a:rPr>
              <a:t>》（吉自然资办发〔2023〕137号），该通知主要在地质灾害治理工程项目管理流程上提出了具体要求，进一步</a:t>
            </a:r>
            <a:r>
              <a:rPr lang="zh-CN" altLang="en-US" sz="1800" b="0" i="0" u="none" strike="noStrike" kern="1200" cap="none" spc="0" baseline="0">
                <a:solidFill>
                  <a:schemeClr val="tx1"/>
                </a:solidFill>
                <a:latin typeface="方正黑体_GBK" pitchFamily="0" charset="-122"/>
                <a:ea typeface="方正黑体_GBK" pitchFamily="0" charset="-122"/>
                <a:cs typeface="方正仿宋_GBK" pitchFamily="0" charset="-122"/>
              </a:rPr>
              <a:t>规范了全省地质灾害治理工程项目管理。</a:t>
            </a:r>
            <a:endParaRPr lang="en-US" altLang="zh-CN" sz="1800" b="0" i="0" u="none" strike="noStrike" kern="1200" cap="none" spc="0" baseline="0">
              <a:solidFill>
                <a:schemeClr val="tx1"/>
              </a:solidFill>
              <a:latin typeface="方正黑体_GBK" pitchFamily="0" charset="-122"/>
              <a:ea typeface="方正黑体_GBK" pitchFamily="0" charset="-122"/>
              <a:cs typeface="方正仿宋_GBK" pitchFamily="0" charset="-122"/>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方正黑体_GBK" pitchFamily="0" charset="-122"/>
                <a:ea typeface="方正黑体_GBK" pitchFamily="0" charset="-122"/>
                <a:cs typeface="方正仿宋_GBK" pitchFamily="0" charset="-122"/>
              </a:rPr>
              <a:t>        2023年9月以来，在已下发项目管理通知的基础上</a:t>
            </a:r>
            <a:r>
              <a:rPr lang="zh-CN" altLang="en-US" sz="1800" b="0" i="0" u="none" strike="noStrike" kern="1200" cap="none" spc="0" baseline="0">
                <a:solidFill>
                  <a:schemeClr val="tx1"/>
                </a:solidFill>
                <a:latin typeface="方正黑体_GBK" pitchFamily="0" charset="-122"/>
                <a:ea typeface="方正黑体_GBK" pitchFamily="0" charset="-122"/>
                <a:cs typeface="方正仿宋_GBK" pitchFamily="0" charset="-122"/>
              </a:rPr>
              <a:t>，我厅通过电话沟通、调研，并学习借鉴四川、云南、贵州、浙江、辽宁、甘肃等省外项目管理先进经验与做法的基础上，针对我省地质灾害</a:t>
            </a:r>
            <a:r>
              <a:rPr lang="zh-CN" altLang="en-US" sz="1800" b="0" i="0" u="none" strike="noStrike" kern="1200" cap="none" spc="0" baseline="0">
                <a:solidFill>
                  <a:schemeClr val="tx1"/>
                </a:solidFill>
                <a:latin typeface="方正黑体_GBK" pitchFamily="0" charset="-122"/>
                <a:ea typeface="方正黑体_GBK" pitchFamily="0" charset="-122"/>
                <a:cs typeface="文泉驿正黑" pitchFamily="0" charset="0"/>
              </a:rPr>
              <a:t>治理工程</a:t>
            </a:r>
            <a:r>
              <a:rPr lang="zh-CN" altLang="en-US" sz="1800" b="0" i="0" u="none" strike="noStrike" kern="1200" cap="none" spc="0" baseline="0">
                <a:solidFill>
                  <a:schemeClr val="tx1"/>
                </a:solidFill>
                <a:latin typeface="方正黑体_GBK" pitchFamily="0" charset="-122"/>
                <a:ea typeface="方正黑体_GBK" pitchFamily="0" charset="-122"/>
                <a:cs typeface="方正仿宋_GBK" pitchFamily="0" charset="-122"/>
              </a:rPr>
              <a:t>项目管理中存在的突出问题和薄弱环节，对原项目管理通知</a:t>
            </a:r>
            <a:r>
              <a:rPr lang="zh-CN" altLang="en-US" sz="1800" b="0" i="0" u="none" strike="noStrike" kern="1200" cap="none" spc="0" baseline="0">
                <a:solidFill>
                  <a:schemeClr val="tx1"/>
                </a:solidFill>
                <a:latin typeface="方正黑体_GBK" pitchFamily="0" charset="-122"/>
                <a:ea typeface="方正黑体_GBK" pitchFamily="0" charset="-122"/>
                <a:cs typeface="方正仿宋_GBK" pitchFamily="0" charset="-122"/>
              </a:rPr>
              <a:t>进行了</a:t>
            </a:r>
            <a:r>
              <a:rPr lang="zh-CN" altLang="en-US" sz="1800" b="0" i="0" u="none" strike="noStrike" kern="1200" cap="none" spc="0" baseline="0">
                <a:solidFill>
                  <a:schemeClr val="tx1"/>
                </a:solidFill>
                <a:latin typeface="方正黑体_GBK" pitchFamily="0" charset="-122"/>
                <a:ea typeface="方正黑体_GBK" pitchFamily="0" charset="-122"/>
                <a:cs typeface="方正仿宋_GBK" pitchFamily="0" charset="-122"/>
              </a:rPr>
              <a:t>修改补充完善，形成了本</a:t>
            </a:r>
            <a:r>
              <a:rPr lang="zh-CN" altLang="en-US" sz="1800" b="0" i="0" u="none" strike="noStrike" kern="1200" cap="none" spc="0" baseline="0">
                <a:solidFill>
                  <a:schemeClr val="tx1"/>
                </a:solidFill>
                <a:latin typeface="方正黑体_GBK" pitchFamily="0" charset="-122"/>
                <a:ea typeface="方正黑体_GBK" pitchFamily="0" charset="-122"/>
                <a:cs typeface="文泉驿正黑" pitchFamily="0" charset="0"/>
              </a:rPr>
              <a:t>《办法》</a:t>
            </a:r>
            <a:r>
              <a:rPr lang="zh-CN" altLang="en-US" sz="1800" b="0" i="0" u="none" strike="noStrike" kern="1200" cap="none" spc="0" baseline="0">
                <a:solidFill>
                  <a:schemeClr val="tx1"/>
                </a:solidFill>
                <a:latin typeface="方正黑体_GBK" pitchFamily="0" charset="-122"/>
                <a:ea typeface="方正黑体_GBK" pitchFamily="0" charset="-122"/>
                <a:cs typeface="方正仿宋_GBK" pitchFamily="0" charset="-122"/>
              </a:rPr>
              <a:t>。</a:t>
            </a:r>
            <a:endParaRPr lang="zh-CN" altLang="en-US" sz="1800" b="1" i="0" u="none" strike="noStrike" kern="1200" cap="none" spc="0" baseline="0">
              <a:solidFill>
                <a:schemeClr val="tx1"/>
              </a:solidFill>
              <a:latin typeface="方正黑体_GBK" pitchFamily="0" charset="-122"/>
              <a:ea typeface="方正黑体_GBK" pitchFamily="0" charset="-122"/>
              <a:cs typeface="Calibri" pitchFamily="0" charset="0"/>
            </a:endParaRPr>
          </a:p>
        </p:txBody>
      </p:sp>
      <p:sp>
        <p:nvSpPr>
          <p:cNvPr id="135" name="矩形"/>
          <p:cNvSpPr>
            <a:spLocks/>
          </p:cNvSpPr>
          <p:nvPr/>
        </p:nvSpPr>
        <p:spPr>
          <a:xfrm rot="0">
            <a:off x="202454" y="262105"/>
            <a:ext cx="5636284" cy="546100"/>
          </a:xfrm>
          <a:prstGeom prst="rect"/>
          <a:noFill/>
          <a:ln w="9525" cmpd="sng" cap="flat">
            <a:noFill/>
            <a:prstDash val="solid"/>
            <a:round/>
          </a:ln>
        </p:spPr>
        <p:txBody>
          <a:bodyPr vert="horz" wrap="square" lIns="90000" tIns="46800" rIns="90000" bIns="46800" anchor="ctr" anchorCtr="0">
            <a:prstTxWarp prst="textNoShape"/>
          </a:bodyPr>
          <a:lstStyle/>
          <a:p>
            <a:pPr marL="0" indent="0" algn="l" fontAlgn="base">
              <a:lnSpc>
                <a:spcPct val="100000"/>
              </a:lnSpc>
              <a:spcBef>
                <a:spcPts val="0"/>
              </a:spcBef>
              <a:spcAft>
                <a:spcPts val="0"/>
              </a:spcAft>
              <a:buNone/>
            </a:pPr>
            <a:r>
              <a:rPr lang="zh-CN" altLang="en-US" sz="3200" b="1" i="0" u="none" strike="noStrike" kern="1200" cap="none" spc="300" baseline="0">
                <a:solidFill>
                  <a:schemeClr val="tx2"/>
                </a:solidFill>
                <a:latin typeface="微软雅黑" pitchFamily="0" charset="0"/>
                <a:ea typeface="微软雅黑" pitchFamily="0" charset="0"/>
                <a:cs typeface="Calibri" pitchFamily="0" charset="0"/>
              </a:rPr>
              <a:t>一、出台背景</a:t>
            </a:r>
            <a:endParaRPr lang="zh-CN" altLang="en-US" sz="3200" b="1" i="0" u="none" strike="noStrike" kern="1200" cap="none" spc="300" baseline="0">
              <a:solidFill>
                <a:schemeClr val="tx2"/>
              </a:solidFill>
              <a:latin typeface="微软雅黑" pitchFamily="0" charset="0"/>
              <a:ea typeface="微软雅黑" pitchFamily="0" charset="0"/>
              <a:cs typeface="Calibri" pitchFamily="0" charset="0"/>
            </a:endParaRPr>
          </a:p>
        </p:txBody>
      </p:sp>
      <p:pic>
        <p:nvPicPr>
          <p:cNvPr id="136" name="图片"/>
          <p:cNvPicPr>
            <a:picLocks/>
          </p:cNvPicPr>
          <p:nvPr/>
        </p:nvPicPr>
        <p:blipFill>
          <a:blip r:embed="rId1" cstate="print"/>
          <a:stretch>
            <a:fillRect/>
          </a:stretch>
        </p:blipFill>
        <p:spPr>
          <a:xfrm rot="0">
            <a:off x="6468110" y="1495108"/>
            <a:ext cx="5274310" cy="4542154"/>
          </a:xfrm>
          <a:prstGeom prst="rect"/>
          <a:noFill/>
          <a:ln w="9525" cmpd="sng" cap="flat">
            <a:noFill/>
            <a:prstDash val="solid"/>
            <a:miter/>
          </a:ln>
        </p:spPr>
      </p:pic>
    </p:spTree>
    <p:extLst>
      <p:ext uri="{BB962C8B-B14F-4D97-AF65-F5344CB8AC3E}">
        <p14:creationId xmlns:p14="http://schemas.microsoft.com/office/powerpoint/2010/main" val="64549194"/>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140" name="矩形"/>
          <p:cNvSpPr>
            <a:spLocks/>
          </p:cNvSpPr>
          <p:nvPr/>
        </p:nvSpPr>
        <p:spPr>
          <a:xfrm rot="0">
            <a:off x="1571624" y="912813"/>
            <a:ext cx="10620375" cy="117792"/>
          </a:xfrm>
          <a:prstGeom prst="rect"/>
          <a:solidFill>
            <a:srgbClr val="0070C0"/>
          </a:solidFill>
          <a:ln w="9525" cmpd="sng" cap="flat">
            <a:solidFill>
              <a:srgbClr val="0070C0"/>
            </a:solidFill>
            <a:prstDash val="solid"/>
            <a:round/>
          </a:ln>
        </p:spPr>
        <p:txBody>
          <a:bodyPr rtlCol="0" anchor="ctr"/>
          <a:lstStyle/>
          <a:p>
            <a:pPr algn="ctr"/>
          </a:p>
        </p:txBody>
      </p:sp>
      <p:sp>
        <p:nvSpPr>
          <p:cNvPr id="141" name="直线"/>
          <p:cNvSpPr>
            <a:spLocks/>
          </p:cNvSpPr>
          <p:nvPr/>
        </p:nvSpPr>
        <p:spPr>
          <a:xfrm rot="0">
            <a:off x="0" y="843074"/>
            <a:ext cx="12204001" cy="0"/>
          </a:xfrm>
          <a:prstGeom prst="line"/>
          <a:noFill/>
          <a:ln w="28575" cmpd="sng" cap="flat">
            <a:solidFill>
              <a:srgbClr val="0070C0"/>
            </a:solidFill>
            <a:prstDash val="solid"/>
            <a:round/>
          </a:ln>
        </p:spPr>
        <p:txBody>
          <a:bodyPr rtlCol="0" anchor="ctr"/>
          <a:lstStyle/>
          <a:p>
            <a:pPr algn="ctr"/>
          </a:p>
        </p:txBody>
      </p:sp>
      <p:sp>
        <p:nvSpPr>
          <p:cNvPr id="142" name="矩形"/>
          <p:cNvSpPr>
            <a:spLocks/>
          </p:cNvSpPr>
          <p:nvPr/>
        </p:nvSpPr>
        <p:spPr>
          <a:xfrm rot="0">
            <a:off x="0" y="912813"/>
            <a:ext cx="1571624" cy="117792"/>
          </a:xfrm>
          <a:prstGeom prst="rect"/>
          <a:solidFill>
            <a:srgbClr val="0070C0"/>
          </a:solidFill>
          <a:ln w="9525" cmpd="sng" cap="flat">
            <a:solidFill>
              <a:srgbClr val="0070C0"/>
            </a:solidFill>
            <a:prstDash val="solid"/>
            <a:round/>
          </a:ln>
        </p:spPr>
        <p:txBody>
          <a:bodyPr rtlCol="0" anchor="ctr"/>
          <a:lstStyle/>
          <a:p>
            <a:pPr algn="ctr"/>
          </a:p>
        </p:txBody>
      </p:sp>
      <p:sp>
        <p:nvSpPr>
          <p:cNvPr id="143" name="矩形"/>
          <p:cNvSpPr>
            <a:spLocks/>
          </p:cNvSpPr>
          <p:nvPr/>
        </p:nvSpPr>
        <p:spPr>
          <a:xfrm rot="0">
            <a:off x="202454" y="262105"/>
            <a:ext cx="5636284" cy="546100"/>
          </a:xfrm>
          <a:prstGeom prst="rect"/>
          <a:noFill/>
          <a:ln w="9525" cmpd="sng" cap="flat">
            <a:noFill/>
            <a:prstDash val="solid"/>
            <a:round/>
          </a:ln>
        </p:spPr>
        <p:txBody>
          <a:bodyPr vert="horz" wrap="square" lIns="90000" tIns="46800" rIns="90000" bIns="46800" anchor="ctr" anchorCtr="0">
            <a:prstTxWarp prst="textNoShape"/>
          </a:bodyPr>
          <a:lstStyle/>
          <a:p>
            <a:pPr marL="0" indent="0" algn="l" eaLnBrk="1" fontAlgn="base" latinLnBrk="0" hangingPunct="1">
              <a:lnSpc>
                <a:spcPct val="100000"/>
              </a:lnSpc>
              <a:spcBef>
                <a:spcPts val="0"/>
              </a:spcBef>
              <a:spcAft>
                <a:spcPts val="0"/>
              </a:spcAft>
              <a:buNone/>
            </a:pPr>
            <a:r>
              <a:rPr lang="zh-CN" altLang="en-US" sz="3200" b="1" i="0" u="none" strike="noStrike" kern="1200" cap="none" spc="300" baseline="0">
                <a:solidFill>
                  <a:schemeClr val="tx2"/>
                </a:solidFill>
                <a:latin typeface="微软雅黑" pitchFamily="0" charset="0"/>
                <a:ea typeface="微软雅黑" pitchFamily="0" charset="0"/>
                <a:cs typeface="Calibri" pitchFamily="0" charset="0"/>
              </a:rPr>
              <a:t>二、政策依据</a:t>
            </a:r>
            <a:endParaRPr lang="zh-CN" altLang="en-US" sz="3200" b="1" i="0" u="none" strike="noStrike" kern="1200" cap="none" spc="300" baseline="0">
              <a:solidFill>
                <a:schemeClr val="tx2"/>
              </a:solidFill>
              <a:latin typeface="微软雅黑" pitchFamily="0" charset="0"/>
              <a:ea typeface="微软雅黑" pitchFamily="0" charset="0"/>
              <a:cs typeface="Calibri" pitchFamily="0" charset="0"/>
            </a:endParaRPr>
          </a:p>
        </p:txBody>
      </p:sp>
      <p:sp>
        <p:nvSpPr>
          <p:cNvPr id="144" name="矩形"/>
          <p:cNvSpPr>
            <a:spLocks/>
          </p:cNvSpPr>
          <p:nvPr/>
        </p:nvSpPr>
        <p:spPr>
          <a:xfrm rot="0">
            <a:off x="338455" y="1249045"/>
            <a:ext cx="6899274" cy="5120640"/>
          </a:xfrm>
          <a:prstGeom prst="rect"/>
          <a:noFill/>
          <a:ln w="9525" cmpd="sng" cap="flat">
            <a:noFill/>
            <a:prstDash val="solid"/>
            <a:round/>
          </a:ln>
        </p:spPr>
        <p:txBody>
          <a:bodyPr vert="horz" wrap="square" lIns="91440" tIns="45720" rIns="91440" bIns="45720" anchor="t" anchorCtr="0">
            <a:prstTxWarp prst="textNoShape"/>
            <a:spAutoFit/>
          </a:bodyPr>
          <a:lstStyle/>
          <a:p>
            <a:pPr marL="0" indent="127000" algn="l" fontAlgn="auto">
              <a:lnSpc>
                <a:spcPct val="100000"/>
              </a:lnSpc>
              <a:spcBef>
                <a:spcPts val="600"/>
              </a:spcBef>
              <a:spcAft>
                <a:spcPts val="0"/>
              </a:spcAft>
              <a:buNone/>
            </a:pPr>
            <a:r>
              <a:rPr lang="en-US" altLang="zh-CN" sz="1800" b="0" i="0" u="none" strike="noStrike" kern="1200" cap="none" spc="0" baseline="0">
                <a:solidFill>
                  <a:schemeClr val="tx1"/>
                </a:solidFill>
                <a:latin typeface="微软雅黑" pitchFamily="0" charset="0"/>
                <a:ea typeface="微软雅黑" pitchFamily="0" charset="0"/>
                <a:cs typeface="微软雅黑" pitchFamily="0" charset="0"/>
              </a:rPr>
              <a:t>1.</a:t>
            </a:r>
            <a:r>
              <a:rPr lang="zh-CN" altLang="en-US" sz="1800" b="0" i="0" u="none" strike="noStrike" kern="1200" cap="none" spc="0" baseline="0">
                <a:solidFill>
                  <a:schemeClr val="tx1"/>
                </a:solidFill>
                <a:latin typeface="微软雅黑" pitchFamily="0" charset="0"/>
                <a:ea typeface="微软雅黑" pitchFamily="0" charset="0"/>
                <a:cs typeface="微软雅黑" pitchFamily="0" charset="0"/>
              </a:rPr>
              <a:t>《地质灾害防治条例》（国务院令第394号）</a:t>
            </a:r>
            <a:endParaRPr lang="en-US" altLang="zh-CN" sz="1800" b="0" i="0" u="none" strike="noStrike" kern="1200" cap="none" spc="0" baseline="0">
              <a:solidFill>
                <a:schemeClr val="tx1"/>
              </a:solidFill>
              <a:latin typeface="微软雅黑" pitchFamily="0" charset="0"/>
              <a:ea typeface="微软雅黑" pitchFamily="0" charset="0"/>
              <a:cs typeface="微软雅黑" pitchFamily="0" charset="0"/>
            </a:endParaRPr>
          </a:p>
          <a:p>
            <a:pPr marL="0" indent="127000" algn="l" fontAlgn="auto">
              <a:lnSpc>
                <a:spcPct val="100000"/>
              </a:lnSpc>
              <a:spcBef>
                <a:spcPts val="600"/>
              </a:spcBef>
              <a:spcAft>
                <a:spcPts val="0"/>
              </a:spcAft>
              <a:buNone/>
            </a:pPr>
            <a:r>
              <a:rPr lang="en-US" altLang="zh-CN" sz="1800" b="0" i="0" u="none" strike="noStrike" kern="1200" cap="none" spc="0" baseline="0">
                <a:solidFill>
                  <a:schemeClr val="tx1"/>
                </a:solidFill>
                <a:latin typeface="微软雅黑" pitchFamily="0" charset="0"/>
                <a:ea typeface="微软雅黑" pitchFamily="0" charset="0"/>
                <a:cs typeface="微软雅黑" pitchFamily="0" charset="0"/>
              </a:rPr>
              <a:t>2.</a:t>
            </a:r>
            <a:r>
              <a:rPr lang="zh-CN" altLang="en-US" sz="1800" b="0" i="0" u="none" strike="noStrike" kern="1200" cap="none" spc="0" baseline="0">
                <a:solidFill>
                  <a:schemeClr val="tx1"/>
                </a:solidFill>
                <a:latin typeface="微软雅黑" pitchFamily="0" charset="0"/>
                <a:ea typeface="微软雅黑" pitchFamily="0" charset="0"/>
                <a:cs typeface="微软雅黑" pitchFamily="0" charset="0"/>
              </a:rPr>
              <a:t>《政府投资条例》（国务院令第712号）</a:t>
            </a:r>
            <a:endParaRPr lang="en-US" altLang="zh-CN" sz="1800" b="0" i="0" u="none" strike="noStrike" kern="1200" cap="none" spc="0" baseline="0">
              <a:solidFill>
                <a:schemeClr val="tx1"/>
              </a:solidFill>
              <a:latin typeface="微软雅黑" pitchFamily="0" charset="0"/>
              <a:ea typeface="微软雅黑" pitchFamily="0" charset="0"/>
              <a:cs typeface="微软雅黑" pitchFamily="0" charset="0"/>
            </a:endParaRPr>
          </a:p>
          <a:p>
            <a:pPr marL="0" indent="127000" algn="l" fontAlgn="auto">
              <a:lnSpc>
                <a:spcPct val="100000"/>
              </a:lnSpc>
              <a:spcBef>
                <a:spcPts val="600"/>
              </a:spcBef>
              <a:spcAft>
                <a:spcPts val="0"/>
              </a:spcAft>
              <a:buNone/>
            </a:pPr>
            <a:r>
              <a:rPr lang="en-US" altLang="zh-CN" sz="1800" b="0" i="0" u="none" strike="noStrike" kern="1200" cap="none" spc="0" baseline="0">
                <a:solidFill>
                  <a:schemeClr val="tx1"/>
                </a:solidFill>
                <a:latin typeface="微软雅黑" pitchFamily="0" charset="0"/>
                <a:ea typeface="微软雅黑" pitchFamily="0" charset="0"/>
                <a:cs typeface="微软雅黑" pitchFamily="0" charset="0"/>
              </a:rPr>
              <a:t>3.</a:t>
            </a:r>
            <a:r>
              <a:rPr lang="zh-CN" altLang="en-US" sz="1800" b="0" i="0" u="none" strike="noStrike" kern="1200" cap="none" spc="0" baseline="0">
                <a:solidFill>
                  <a:schemeClr val="tx1"/>
                </a:solidFill>
                <a:latin typeface="微软雅黑" pitchFamily="0" charset="0"/>
                <a:ea typeface="微软雅黑" pitchFamily="0" charset="0"/>
                <a:cs typeface="微软雅黑" pitchFamily="0" charset="0"/>
              </a:rPr>
              <a:t>《国务院关于加强地质灾害防治工作的决定》（国发〔2011〕20号）</a:t>
            </a:r>
            <a:endParaRPr lang="en-US" altLang="zh-CN" sz="1800" b="0" i="0" u="none" strike="noStrike" kern="1200" cap="none" spc="0" baseline="0">
              <a:solidFill>
                <a:schemeClr val="tx1"/>
              </a:solidFill>
              <a:latin typeface="微软雅黑" pitchFamily="0" charset="0"/>
              <a:ea typeface="微软雅黑" pitchFamily="0" charset="0"/>
              <a:cs typeface="微软雅黑" pitchFamily="0" charset="0"/>
            </a:endParaRPr>
          </a:p>
          <a:p>
            <a:pPr marL="0" indent="127000" algn="l" fontAlgn="auto">
              <a:lnSpc>
                <a:spcPct val="100000"/>
              </a:lnSpc>
              <a:spcBef>
                <a:spcPts val="600"/>
              </a:spcBef>
              <a:spcAft>
                <a:spcPts val="0"/>
              </a:spcAft>
              <a:buNone/>
            </a:pPr>
            <a:r>
              <a:rPr lang="en-US" altLang="zh-CN" sz="1800" b="0" i="0" u="none" strike="noStrike" kern="1200" cap="none" spc="0" baseline="0">
                <a:solidFill>
                  <a:schemeClr val="tx1"/>
                </a:solidFill>
                <a:latin typeface="微软雅黑" pitchFamily="0" charset="0"/>
                <a:ea typeface="微软雅黑" pitchFamily="0" charset="0"/>
                <a:cs typeface="微软雅黑" pitchFamily="0" charset="0"/>
              </a:rPr>
              <a:t>4.</a:t>
            </a:r>
            <a:r>
              <a:rPr lang="zh-CN" altLang="en-US" sz="1800" b="0" i="0" u="none" strike="noStrike" kern="1200" cap="none" spc="0" baseline="0">
                <a:solidFill>
                  <a:schemeClr val="tx1"/>
                </a:solidFill>
                <a:latin typeface="微软雅黑" pitchFamily="0" charset="0"/>
                <a:ea typeface="微软雅黑" pitchFamily="0" charset="0"/>
                <a:cs typeface="微软雅黑" pitchFamily="0" charset="0"/>
              </a:rPr>
              <a:t>《国务院办公厅关于印发自然资源领域中央与地方财政事权和支出责任划分改革方案的通知》（国办发〔2020〕19号）</a:t>
            </a:r>
            <a:endParaRPr lang="en-US" altLang="zh-CN" sz="1800" b="0" i="0" u="none" strike="noStrike" kern="1200" cap="none" spc="0" baseline="0">
              <a:solidFill>
                <a:schemeClr val="tx1"/>
              </a:solidFill>
              <a:latin typeface="微软雅黑" pitchFamily="0" charset="0"/>
              <a:ea typeface="微软雅黑" pitchFamily="0" charset="0"/>
              <a:cs typeface="微软雅黑" pitchFamily="0" charset="0"/>
            </a:endParaRPr>
          </a:p>
          <a:p>
            <a:pPr marL="0" indent="127000" algn="l" fontAlgn="auto">
              <a:lnSpc>
                <a:spcPct val="100000"/>
              </a:lnSpc>
              <a:spcBef>
                <a:spcPts val="600"/>
              </a:spcBef>
              <a:spcAft>
                <a:spcPts val="0"/>
              </a:spcAft>
              <a:buNone/>
            </a:pPr>
            <a:r>
              <a:rPr lang="en-US" altLang="zh-CN" sz="1800" b="0" i="0" u="none" strike="noStrike" kern="1200" cap="none" spc="0" baseline="0">
                <a:solidFill>
                  <a:schemeClr val="tx1"/>
                </a:solidFill>
                <a:latin typeface="微软雅黑" pitchFamily="0" charset="0"/>
                <a:ea typeface="微软雅黑" pitchFamily="0" charset="0"/>
                <a:cs typeface="微软雅黑" pitchFamily="0" charset="0"/>
              </a:rPr>
              <a:t>5.</a:t>
            </a:r>
            <a:r>
              <a:rPr lang="zh-CN" altLang="en-US" sz="1800" b="0" i="0" u="none" strike="noStrike" kern="1200" cap="none" spc="0" baseline="0">
                <a:solidFill>
                  <a:schemeClr val="tx1"/>
                </a:solidFill>
                <a:latin typeface="微软雅黑" pitchFamily="0" charset="0"/>
                <a:ea typeface="微软雅黑" pitchFamily="0" charset="0"/>
                <a:cs typeface="微软雅黑" pitchFamily="0" charset="0"/>
              </a:rPr>
              <a:t>《吉林省人民政府办公厅关于印发吉林省自然资源领域财政事权和支出责任划分改革方案的通知》（吉政办发〔2020〕36号）</a:t>
            </a:r>
            <a:endParaRPr lang="en-US" altLang="zh-CN" sz="1800" b="0" i="0" u="none" strike="noStrike" kern="1200" cap="none" spc="0" baseline="0">
              <a:solidFill>
                <a:schemeClr val="tx1"/>
              </a:solidFill>
              <a:latin typeface="微软雅黑" pitchFamily="0" charset="0"/>
              <a:ea typeface="微软雅黑" pitchFamily="0" charset="0"/>
              <a:cs typeface="微软雅黑" pitchFamily="0" charset="0"/>
            </a:endParaRPr>
          </a:p>
          <a:p>
            <a:pPr marL="0" indent="127000" algn="l" fontAlgn="auto">
              <a:lnSpc>
                <a:spcPct val="100000"/>
              </a:lnSpc>
              <a:spcBef>
                <a:spcPts val="600"/>
              </a:spcBef>
              <a:spcAft>
                <a:spcPts val="0"/>
              </a:spcAft>
              <a:buNone/>
            </a:pPr>
            <a:r>
              <a:rPr lang="en-US" altLang="zh-CN" sz="1800" b="0" i="0" u="none" strike="noStrike" kern="1200" cap="none" spc="0" baseline="0">
                <a:solidFill>
                  <a:schemeClr val="tx1"/>
                </a:solidFill>
                <a:latin typeface="微软雅黑" pitchFamily="0" charset="0"/>
                <a:ea typeface="微软雅黑" pitchFamily="0" charset="0"/>
                <a:cs typeface="微软雅黑" pitchFamily="0" charset="0"/>
              </a:rPr>
              <a:t>6.</a:t>
            </a:r>
            <a:r>
              <a:rPr lang="zh-CN" altLang="en-US" sz="1800" b="0" i="0" u="none" strike="noStrike" kern="1200" cap="none" spc="0" baseline="0">
                <a:solidFill>
                  <a:schemeClr val="tx1"/>
                </a:solidFill>
                <a:latin typeface="微软雅黑" pitchFamily="0" charset="0"/>
                <a:ea typeface="微软雅黑" pitchFamily="0" charset="0"/>
                <a:cs typeface="微软雅黑" pitchFamily="0" charset="0"/>
              </a:rPr>
              <a:t>《地质灾害防治单位资质管理办法》（自然资源部令第</a:t>
            </a:r>
            <a:r>
              <a:rPr lang="en-US" altLang="zh-CN" sz="1800" b="0" i="0" u="none" strike="noStrike" kern="1200" cap="none" spc="0" baseline="0">
                <a:solidFill>
                  <a:schemeClr val="tx1"/>
                </a:solidFill>
                <a:latin typeface="微软雅黑" pitchFamily="0" charset="0"/>
                <a:ea typeface="微软雅黑" pitchFamily="0" charset="0"/>
                <a:cs typeface="微软雅黑" pitchFamily="0" charset="0"/>
              </a:rPr>
              <a:t>8</a:t>
            </a:r>
            <a:r>
              <a:rPr lang="zh-CN" altLang="en-US" sz="1800" b="0" i="0" u="none" strike="noStrike" kern="1200" cap="none" spc="0" baseline="0">
                <a:solidFill>
                  <a:schemeClr val="tx1"/>
                </a:solidFill>
                <a:latin typeface="微软雅黑" pitchFamily="0" charset="0"/>
                <a:ea typeface="微软雅黑" pitchFamily="0" charset="0"/>
                <a:cs typeface="微软雅黑" pitchFamily="0" charset="0"/>
              </a:rPr>
              <a:t>号）</a:t>
            </a:r>
            <a:endParaRPr lang="en-US" altLang="zh-CN" sz="1800" b="0" i="0" u="none" strike="noStrike" kern="1200" cap="none" spc="0" baseline="0">
              <a:solidFill>
                <a:schemeClr val="tx1"/>
              </a:solidFill>
              <a:latin typeface="微软雅黑" pitchFamily="0" charset="0"/>
              <a:ea typeface="微软雅黑" pitchFamily="0" charset="0"/>
              <a:cs typeface="微软雅黑" pitchFamily="0" charset="0"/>
            </a:endParaRPr>
          </a:p>
          <a:p>
            <a:pPr marL="0" indent="127000" algn="l" fontAlgn="auto">
              <a:lnSpc>
                <a:spcPct val="100000"/>
              </a:lnSpc>
              <a:spcBef>
                <a:spcPts val="600"/>
              </a:spcBef>
              <a:spcAft>
                <a:spcPts val="0"/>
              </a:spcAft>
              <a:buNone/>
            </a:pPr>
            <a:r>
              <a:rPr lang="en-US" altLang="zh-CN" sz="1800" b="0" i="0" u="none" strike="noStrike" kern="1200" cap="none" spc="0" baseline="0">
                <a:solidFill>
                  <a:schemeClr val="tx1"/>
                </a:solidFill>
                <a:latin typeface="微软雅黑" pitchFamily="0" charset="0"/>
                <a:ea typeface="微软雅黑" pitchFamily="0" charset="0"/>
                <a:cs typeface="微软雅黑" pitchFamily="0" charset="0"/>
              </a:rPr>
              <a:t>7.</a:t>
            </a:r>
            <a:r>
              <a:rPr lang="zh-CN" altLang="en-US" sz="1800" b="0" i="0" u="none" strike="noStrike" kern="1200" cap="none" spc="0" baseline="0">
                <a:solidFill>
                  <a:schemeClr val="tx1"/>
                </a:solidFill>
                <a:latin typeface="微软雅黑" pitchFamily="0" charset="0"/>
                <a:ea typeface="微软雅黑" pitchFamily="0" charset="0"/>
                <a:cs typeface="微软雅黑" pitchFamily="0" charset="0"/>
              </a:rPr>
              <a:t>《吉林省地质灾害防治条例》（2015年修正）</a:t>
            </a:r>
            <a:endParaRPr lang="en-US" altLang="zh-CN" sz="1800" b="0" i="0" u="none" strike="noStrike" kern="1200" cap="none" spc="0" baseline="0">
              <a:solidFill>
                <a:schemeClr val="tx1"/>
              </a:solidFill>
              <a:latin typeface="微软雅黑" pitchFamily="0" charset="0"/>
              <a:ea typeface="微软雅黑" pitchFamily="0" charset="0"/>
              <a:cs typeface="微软雅黑" pitchFamily="0" charset="0"/>
            </a:endParaRPr>
          </a:p>
          <a:p>
            <a:pPr marL="0" indent="127000" algn="l" fontAlgn="auto">
              <a:lnSpc>
                <a:spcPct val="100000"/>
              </a:lnSpc>
              <a:spcBef>
                <a:spcPts val="600"/>
              </a:spcBef>
              <a:spcAft>
                <a:spcPts val="0"/>
              </a:spcAft>
              <a:buNone/>
            </a:pPr>
            <a:r>
              <a:rPr lang="en-US" altLang="zh-CN" sz="1800" b="0" i="0" u="none" strike="noStrike" kern="1200" cap="none" spc="0" baseline="0">
                <a:solidFill>
                  <a:schemeClr val="tx1"/>
                </a:solidFill>
                <a:latin typeface="微软雅黑" pitchFamily="0" charset="0"/>
                <a:ea typeface="微软雅黑" pitchFamily="0" charset="0"/>
                <a:cs typeface="微软雅黑" pitchFamily="0" charset="0"/>
              </a:rPr>
              <a:t>8.</a:t>
            </a:r>
            <a:r>
              <a:rPr lang="zh-CN" altLang="en-US" sz="1800" b="0" i="0" u="none" strike="noStrike" kern="1200" cap="none" spc="0" baseline="0">
                <a:solidFill>
                  <a:schemeClr val="tx1"/>
                </a:solidFill>
                <a:latin typeface="微软雅黑" pitchFamily="0" charset="0"/>
                <a:ea typeface="微软雅黑" pitchFamily="0" charset="0"/>
                <a:cs typeface="微软雅黑" pitchFamily="0" charset="0"/>
              </a:rPr>
              <a:t>《中华人民共和国招标投标法》（</a:t>
            </a:r>
            <a:r>
              <a:rPr lang="en-US" altLang="zh-CN" sz="1800" b="0" i="0" u="none" strike="noStrike" kern="1200" cap="none" spc="0" baseline="0">
                <a:solidFill>
                  <a:schemeClr val="tx1"/>
                </a:solidFill>
                <a:latin typeface="微软雅黑" pitchFamily="0" charset="0"/>
                <a:ea typeface="微软雅黑" pitchFamily="0" charset="0"/>
                <a:cs typeface="微软雅黑" pitchFamily="0" charset="0"/>
              </a:rPr>
              <a:t>2017</a:t>
            </a:r>
            <a:r>
              <a:rPr lang="zh-CN" altLang="en-US" sz="1800" b="0" i="0" u="none" strike="noStrike" kern="1200" cap="none" spc="0" baseline="0">
                <a:solidFill>
                  <a:schemeClr val="tx1"/>
                </a:solidFill>
                <a:latin typeface="微软雅黑" pitchFamily="0" charset="0"/>
                <a:ea typeface="微软雅黑" pitchFamily="0" charset="0"/>
                <a:cs typeface="微软雅黑" pitchFamily="0" charset="0"/>
              </a:rPr>
              <a:t>年修正）</a:t>
            </a:r>
            <a:endParaRPr lang="en-US" altLang="zh-CN" sz="1800" b="0" i="0" u="none" strike="noStrike" kern="1200" cap="none" spc="0" baseline="0">
              <a:solidFill>
                <a:schemeClr val="tx1"/>
              </a:solidFill>
              <a:latin typeface="微软雅黑" pitchFamily="0" charset="0"/>
              <a:ea typeface="微软雅黑" pitchFamily="0" charset="0"/>
              <a:cs typeface="微软雅黑" pitchFamily="0" charset="0"/>
            </a:endParaRPr>
          </a:p>
          <a:p>
            <a:pPr marL="0" indent="127000" algn="l" fontAlgn="auto">
              <a:lnSpc>
                <a:spcPct val="100000"/>
              </a:lnSpc>
              <a:spcBef>
                <a:spcPts val="600"/>
              </a:spcBef>
              <a:spcAft>
                <a:spcPts val="0"/>
              </a:spcAft>
              <a:buNone/>
            </a:pPr>
            <a:r>
              <a:rPr lang="en-US" altLang="zh-CN" sz="1800" b="0" i="0" u="none" strike="noStrike" kern="1200" cap="none" spc="0" baseline="0">
                <a:solidFill>
                  <a:schemeClr val="tx1"/>
                </a:solidFill>
                <a:latin typeface="微软雅黑" pitchFamily="0" charset="0"/>
                <a:ea typeface="微软雅黑" pitchFamily="0" charset="0"/>
                <a:cs typeface="微软雅黑" pitchFamily="0" charset="0"/>
              </a:rPr>
              <a:t>9.</a:t>
            </a:r>
            <a:r>
              <a:rPr lang="zh-CN" altLang="en-US" sz="1800" b="0" i="0" u="none" strike="noStrike" kern="1200" cap="none" spc="0" baseline="0">
                <a:solidFill>
                  <a:schemeClr val="tx1"/>
                </a:solidFill>
                <a:latin typeface="微软雅黑" pitchFamily="0" charset="0"/>
                <a:ea typeface="微软雅黑" pitchFamily="0" charset="0"/>
                <a:cs typeface="微软雅黑" pitchFamily="0" charset="0"/>
              </a:rPr>
              <a:t>《必须招标的工程项目规定》（中华人民共和国国家发展和改革委员会令第16号）</a:t>
            </a:r>
            <a:endParaRPr lang="en-US" altLang="zh-CN" sz="1800" b="0" i="0" u="none" strike="noStrike" kern="1200" cap="none" spc="0" baseline="0">
              <a:solidFill>
                <a:schemeClr val="tx1"/>
              </a:solidFill>
              <a:latin typeface="微软雅黑" pitchFamily="0" charset="0"/>
              <a:ea typeface="微软雅黑" pitchFamily="0" charset="0"/>
              <a:cs typeface="微软雅黑" pitchFamily="0" charset="0"/>
            </a:endParaRPr>
          </a:p>
          <a:p>
            <a:pPr marL="0" indent="127000" algn="l" fontAlgn="auto">
              <a:lnSpc>
                <a:spcPct val="100000"/>
              </a:lnSpc>
              <a:spcBef>
                <a:spcPts val="600"/>
              </a:spcBef>
              <a:spcAft>
                <a:spcPts val="0"/>
              </a:spcAft>
              <a:buNone/>
            </a:pPr>
            <a:r>
              <a:rPr lang="en-US" altLang="zh-CN" sz="1800" b="0" i="0" u="none" strike="noStrike" kern="1200" cap="none" spc="0" baseline="0">
                <a:solidFill>
                  <a:schemeClr val="tx1"/>
                </a:solidFill>
                <a:latin typeface="微软雅黑" pitchFamily="0" charset="0"/>
                <a:ea typeface="微软雅黑" pitchFamily="0" charset="0"/>
                <a:cs typeface="微软雅黑" pitchFamily="0" charset="0"/>
              </a:rPr>
              <a:t>10.</a:t>
            </a:r>
            <a:r>
              <a:rPr lang="zh-CN" altLang="en-US" sz="1800" b="0" i="0" u="none" strike="noStrike" kern="1200" cap="none" spc="0" baseline="0">
                <a:solidFill>
                  <a:schemeClr val="tx1"/>
                </a:solidFill>
                <a:latin typeface="微软雅黑" pitchFamily="0" charset="0"/>
                <a:ea typeface="微软雅黑" pitchFamily="0" charset="0"/>
                <a:cs typeface="微软雅黑" pitchFamily="0" charset="0"/>
              </a:rPr>
              <a:t>《政府采购法》（</a:t>
            </a:r>
            <a:r>
              <a:rPr lang="en-US" altLang="zh-CN" sz="1800" b="0" i="0" u="none" strike="noStrike" kern="1200" cap="none" spc="0" baseline="0">
                <a:solidFill>
                  <a:schemeClr val="tx1"/>
                </a:solidFill>
                <a:latin typeface="微软雅黑" pitchFamily="0" charset="0"/>
                <a:ea typeface="微软雅黑" pitchFamily="0" charset="0"/>
                <a:cs typeface="微软雅黑" pitchFamily="0" charset="0"/>
              </a:rPr>
              <a:t>2014</a:t>
            </a:r>
            <a:r>
              <a:rPr lang="zh-CN" altLang="en-US" sz="1800" b="0" i="0" u="none" strike="noStrike" kern="1200" cap="none" spc="0" baseline="0">
                <a:solidFill>
                  <a:schemeClr val="tx1"/>
                </a:solidFill>
                <a:latin typeface="微软雅黑" pitchFamily="0" charset="0"/>
                <a:ea typeface="微软雅黑" pitchFamily="0" charset="0"/>
                <a:cs typeface="微软雅黑" pitchFamily="0" charset="0"/>
              </a:rPr>
              <a:t>年修正）</a:t>
            </a:r>
            <a:endParaRPr lang="en-US" altLang="zh-CN" sz="1800" b="0" i="0" u="none" strike="noStrike" kern="1200" cap="none" spc="0" baseline="0">
              <a:solidFill>
                <a:schemeClr val="tx1"/>
              </a:solidFill>
              <a:latin typeface="微软雅黑" pitchFamily="0" charset="0"/>
              <a:ea typeface="微软雅黑" pitchFamily="0" charset="0"/>
              <a:cs typeface="微软雅黑" pitchFamily="0" charset="0"/>
            </a:endParaRPr>
          </a:p>
          <a:p>
            <a:pPr marL="0" indent="127000" algn="l" fontAlgn="auto">
              <a:lnSpc>
                <a:spcPct val="100000"/>
              </a:lnSpc>
              <a:spcBef>
                <a:spcPts val="600"/>
              </a:spcBef>
              <a:spcAft>
                <a:spcPts val="0"/>
              </a:spcAft>
              <a:buNone/>
            </a:pPr>
            <a:r>
              <a:rPr lang="en-US" altLang="zh-CN" sz="1800" b="0" i="0" u="none" strike="noStrike" kern="1200" cap="none" spc="0" baseline="0">
                <a:solidFill>
                  <a:schemeClr val="tx1"/>
                </a:solidFill>
                <a:latin typeface="微软雅黑" pitchFamily="0" charset="0"/>
                <a:ea typeface="微软雅黑" pitchFamily="0" charset="0"/>
                <a:cs typeface="微软雅黑" pitchFamily="0" charset="0"/>
              </a:rPr>
              <a:t>11.</a:t>
            </a:r>
            <a:r>
              <a:rPr lang="zh-CN" altLang="en-US" sz="1800" b="0" i="0" u="none" strike="noStrike" kern="1200" cap="none" spc="0" baseline="0">
                <a:solidFill>
                  <a:schemeClr val="tx1"/>
                </a:solidFill>
                <a:latin typeface="微软雅黑" pitchFamily="0" charset="0"/>
                <a:ea typeface="微软雅黑" pitchFamily="0" charset="0"/>
                <a:cs typeface="微软雅黑" pitchFamily="0" charset="0"/>
              </a:rPr>
              <a:t>《吉林省矿产资源和生态修复治理专项资金管理办法》（吉财资环〔2020〕337号）</a:t>
            </a:r>
            <a:endParaRPr lang="zh-CN" altLang="en-US" sz="1800" b="0" i="0" u="none" strike="noStrike" kern="1200" cap="none" spc="0" baseline="0">
              <a:solidFill>
                <a:schemeClr val="tx1"/>
              </a:solidFill>
              <a:latin typeface="微软雅黑" pitchFamily="0" charset="0"/>
              <a:ea typeface="微软雅黑" pitchFamily="0" charset="0"/>
              <a:cs typeface="微软雅黑" pitchFamily="0" charset="0"/>
            </a:endParaRPr>
          </a:p>
        </p:txBody>
      </p:sp>
      <p:pic>
        <p:nvPicPr>
          <p:cNvPr id="145" name="图片"/>
          <p:cNvPicPr>
            <a:picLocks noChangeAspect="1"/>
          </p:cNvPicPr>
          <p:nvPr/>
        </p:nvPicPr>
        <p:blipFill>
          <a:blip r:embed="rId1" cstate="print"/>
          <a:srcRect b="75147"/>
          <a:stretch>
            <a:fillRect/>
          </a:stretch>
        </p:blipFill>
        <p:spPr>
          <a:xfrm rot="0">
            <a:off x="7151370" y="1135380"/>
            <a:ext cx="4766944" cy="1337945"/>
          </a:xfrm>
          <a:prstGeom prst="rect"/>
          <a:noFill/>
          <a:ln w="9525" cmpd="sng" cap="flat">
            <a:noFill/>
            <a:prstDash val="solid"/>
            <a:miter/>
          </a:ln>
        </p:spPr>
      </p:pic>
      <p:pic>
        <p:nvPicPr>
          <p:cNvPr id="146" name="图片"/>
          <p:cNvPicPr>
            <a:picLocks noChangeAspect="1"/>
          </p:cNvPicPr>
          <p:nvPr/>
        </p:nvPicPr>
        <p:blipFill>
          <a:blip r:embed="rId2" cstate="print"/>
          <a:stretch>
            <a:fillRect/>
          </a:stretch>
        </p:blipFill>
        <p:spPr>
          <a:xfrm rot="0">
            <a:off x="7181850" y="2578099"/>
            <a:ext cx="4736465" cy="1708785"/>
          </a:xfrm>
          <a:prstGeom prst="rect"/>
          <a:noFill/>
          <a:ln w="9525" cmpd="sng" cap="flat">
            <a:noFill/>
            <a:prstDash val="solid"/>
            <a:miter/>
          </a:ln>
        </p:spPr>
      </p:pic>
      <p:pic>
        <p:nvPicPr>
          <p:cNvPr id="147" name="图片"/>
          <p:cNvPicPr>
            <a:picLocks noChangeAspect="1"/>
          </p:cNvPicPr>
          <p:nvPr/>
        </p:nvPicPr>
        <p:blipFill>
          <a:blip r:embed="rId3" cstate="print"/>
          <a:stretch>
            <a:fillRect/>
          </a:stretch>
        </p:blipFill>
        <p:spPr>
          <a:xfrm rot="0">
            <a:off x="7237730" y="4391660"/>
            <a:ext cx="4822825" cy="1546860"/>
          </a:xfrm>
          <a:prstGeom prst="rect"/>
          <a:noFill/>
          <a:ln w="9525" cmpd="sng" cap="flat">
            <a:noFill/>
            <a:prstDash val="solid"/>
            <a:miter/>
          </a:ln>
        </p:spPr>
      </p:pic>
    </p:spTree>
    <p:extLst>
      <p:ext uri="{BB962C8B-B14F-4D97-AF65-F5344CB8AC3E}">
        <p14:creationId xmlns:p14="http://schemas.microsoft.com/office/powerpoint/2010/main" val="108801273"/>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151" name="矩形"/>
          <p:cNvSpPr>
            <a:spLocks/>
          </p:cNvSpPr>
          <p:nvPr/>
        </p:nvSpPr>
        <p:spPr>
          <a:xfrm rot="0">
            <a:off x="1571624" y="912813"/>
            <a:ext cx="10620375" cy="117792"/>
          </a:xfrm>
          <a:prstGeom prst="rect"/>
          <a:solidFill>
            <a:srgbClr val="0070C0"/>
          </a:solidFill>
          <a:ln w="9525" cmpd="sng" cap="flat">
            <a:solidFill>
              <a:srgbClr val="0070C0"/>
            </a:solidFill>
            <a:prstDash val="solid"/>
            <a:round/>
          </a:ln>
        </p:spPr>
        <p:txBody>
          <a:bodyPr rtlCol="0" anchor="ctr"/>
          <a:lstStyle/>
          <a:p>
            <a:pPr algn="ctr"/>
          </a:p>
        </p:txBody>
      </p:sp>
      <p:sp>
        <p:nvSpPr>
          <p:cNvPr id="152" name="直线"/>
          <p:cNvSpPr>
            <a:spLocks/>
          </p:cNvSpPr>
          <p:nvPr/>
        </p:nvSpPr>
        <p:spPr>
          <a:xfrm rot="0">
            <a:off x="0" y="843074"/>
            <a:ext cx="12204001" cy="0"/>
          </a:xfrm>
          <a:prstGeom prst="line"/>
          <a:noFill/>
          <a:ln w="28575" cmpd="sng" cap="flat">
            <a:solidFill>
              <a:srgbClr val="0070C0"/>
            </a:solidFill>
            <a:prstDash val="solid"/>
            <a:round/>
          </a:ln>
        </p:spPr>
        <p:txBody>
          <a:bodyPr rtlCol="0" anchor="ctr"/>
          <a:lstStyle/>
          <a:p>
            <a:pPr algn="ctr"/>
          </a:p>
        </p:txBody>
      </p:sp>
      <p:sp>
        <p:nvSpPr>
          <p:cNvPr id="153" name="矩形"/>
          <p:cNvSpPr>
            <a:spLocks/>
          </p:cNvSpPr>
          <p:nvPr/>
        </p:nvSpPr>
        <p:spPr>
          <a:xfrm rot="0">
            <a:off x="0" y="912813"/>
            <a:ext cx="1571624" cy="117792"/>
          </a:xfrm>
          <a:prstGeom prst="rect"/>
          <a:solidFill>
            <a:srgbClr val="0070C0"/>
          </a:solidFill>
          <a:ln w="9525" cmpd="sng" cap="flat">
            <a:solidFill>
              <a:srgbClr val="0070C0"/>
            </a:solidFill>
            <a:prstDash val="solid"/>
            <a:round/>
          </a:ln>
        </p:spPr>
        <p:txBody>
          <a:bodyPr rtlCol="0" anchor="ctr"/>
          <a:lstStyle/>
          <a:p>
            <a:pPr algn="ctr"/>
          </a:p>
        </p:txBody>
      </p:sp>
      <p:sp>
        <p:nvSpPr>
          <p:cNvPr id="154" name="矩形"/>
          <p:cNvSpPr>
            <a:spLocks/>
          </p:cNvSpPr>
          <p:nvPr/>
        </p:nvSpPr>
        <p:spPr>
          <a:xfrm rot="0">
            <a:off x="202454" y="262105"/>
            <a:ext cx="5636284" cy="546100"/>
          </a:xfrm>
          <a:prstGeom prst="rect"/>
          <a:noFill/>
          <a:ln w="9525" cmpd="sng" cap="flat">
            <a:noFill/>
            <a:prstDash val="solid"/>
            <a:round/>
          </a:ln>
        </p:spPr>
        <p:txBody>
          <a:bodyPr vert="horz" wrap="square" lIns="90000" tIns="46800" rIns="90000" bIns="46800" anchor="ctr" anchorCtr="0">
            <a:prstTxWarp prst="textNoShape"/>
          </a:bodyPr>
          <a:lstStyle/>
          <a:p>
            <a:pPr marL="0" indent="0" algn="l" eaLnBrk="1" fontAlgn="base" latinLnBrk="0" hangingPunct="1">
              <a:lnSpc>
                <a:spcPct val="100000"/>
              </a:lnSpc>
              <a:spcBef>
                <a:spcPts val="0"/>
              </a:spcBef>
              <a:spcAft>
                <a:spcPts val="0"/>
              </a:spcAft>
              <a:buNone/>
            </a:pPr>
            <a:r>
              <a:rPr lang="zh-CN" altLang="en-US" sz="3200" b="1" i="0" u="none" strike="noStrike" kern="1200" cap="none" spc="300" baseline="0">
                <a:solidFill>
                  <a:schemeClr val="tx2"/>
                </a:solidFill>
                <a:latin typeface="微软雅黑" pitchFamily="0" charset="0"/>
                <a:ea typeface="微软雅黑" pitchFamily="0" charset="0"/>
                <a:cs typeface="Calibri" pitchFamily="0" charset="0"/>
              </a:rPr>
              <a:t>三、主体框架</a:t>
            </a:r>
            <a:endParaRPr lang="zh-CN" altLang="en-US" sz="3200" b="1" i="0" u="none" strike="noStrike" kern="1200" cap="none" spc="300" baseline="0">
              <a:solidFill>
                <a:schemeClr val="tx2"/>
              </a:solidFill>
              <a:latin typeface="微软雅黑" pitchFamily="0" charset="0"/>
              <a:ea typeface="微软雅黑" pitchFamily="0" charset="0"/>
              <a:cs typeface="Calibri" pitchFamily="0" charset="0"/>
            </a:endParaRPr>
          </a:p>
        </p:txBody>
      </p:sp>
      <p:grpSp>
        <p:nvGrpSpPr>
          <p:cNvPr id="163" name="组合"/>
          <p:cNvGrpSpPr>
            <a:grpSpLocks/>
          </p:cNvGrpSpPr>
          <p:nvPr/>
        </p:nvGrpSpPr>
        <p:grpSpPr>
          <a:xfrm rot="5400000">
            <a:off x="2544808" y="1915068"/>
            <a:ext cx="638174" cy="4078604"/>
            <a:chOff x="2544808" y="1915068"/>
            <a:chExt cx="638174" cy="4078604"/>
          </a:xfrm>
        </p:grpSpPr>
        <p:sp>
          <p:nvSpPr>
            <p:cNvPr id="155" name="椭圆"/>
            <p:cNvSpPr>
              <a:spLocks/>
            </p:cNvSpPr>
            <p:nvPr/>
          </p:nvSpPr>
          <p:spPr>
            <a:xfrm rot="0">
              <a:off x="2544808" y="1915068"/>
              <a:ext cx="638174" cy="638175"/>
            </a:xfrm>
            <a:prstGeom prst="ellipse"/>
            <a:solidFill>
              <a:srgbClr val="5B9BD5">
                <a:alpha val="20000"/>
              </a:srgbClr>
            </a:solidFill>
            <a:ln w="9525" cmpd="sng" cap="flat">
              <a:noFill/>
              <a:prstDash val="solid"/>
              <a:miter/>
            </a:ln>
          </p:spPr>
          <p:txBody>
            <a:bodyPr rtlCol="0" anchor="ctr"/>
            <a:lstStyle/>
            <a:p>
              <a:pPr algn="ctr"/>
            </a:p>
          </p:txBody>
        </p:sp>
        <p:sp>
          <p:nvSpPr>
            <p:cNvPr id="156" name="椭圆"/>
            <p:cNvSpPr>
              <a:spLocks/>
            </p:cNvSpPr>
            <p:nvPr/>
          </p:nvSpPr>
          <p:spPr>
            <a:xfrm rot="0">
              <a:off x="2679428" y="2049689"/>
              <a:ext cx="368934" cy="368934"/>
            </a:xfrm>
            <a:prstGeom prst="ellipse"/>
            <a:solidFill>
              <a:srgbClr val="5B9BD5"/>
            </a:solidFill>
            <a:ln w="9525" cmpd="sng" cap="flat">
              <a:noFill/>
              <a:prstDash val="solid"/>
              <a:miter/>
            </a:ln>
          </p:spPr>
          <p:txBody>
            <a:bodyPr rtlCol="0" anchor="ctr"/>
            <a:lstStyle/>
            <a:p>
              <a:pPr algn="ctr"/>
            </a:p>
          </p:txBody>
        </p:sp>
        <p:sp>
          <p:nvSpPr>
            <p:cNvPr id="157" name="直线"/>
            <p:cNvSpPr>
              <a:spLocks/>
            </p:cNvSpPr>
            <p:nvPr/>
          </p:nvSpPr>
          <p:spPr>
            <a:xfrm rot="0">
              <a:off x="2863578" y="2553243"/>
              <a:ext cx="0" cy="872489"/>
            </a:xfrm>
            <a:prstGeom prst="line"/>
            <a:solidFill>
              <a:schemeClr val="accent1"/>
            </a:solidFill>
            <a:ln w="9525" cmpd="sng" cap="flat">
              <a:solidFill>
                <a:srgbClr val="5B9BD5"/>
              </a:solidFill>
              <a:prstDash val="dash"/>
              <a:round/>
            </a:ln>
          </p:spPr>
          <p:txBody>
            <a:bodyPr rtlCol="0" anchor="ctr"/>
            <a:lstStyle/>
            <a:p>
              <a:pPr algn="ctr"/>
            </a:p>
          </p:txBody>
        </p:sp>
        <p:sp>
          <p:nvSpPr>
            <p:cNvPr id="158" name="椭圆"/>
            <p:cNvSpPr>
              <a:spLocks/>
            </p:cNvSpPr>
            <p:nvPr/>
          </p:nvSpPr>
          <p:spPr>
            <a:xfrm rot="0">
              <a:off x="2544808" y="3635284"/>
              <a:ext cx="638174" cy="638174"/>
            </a:xfrm>
            <a:prstGeom prst="ellipse"/>
            <a:solidFill>
              <a:srgbClr val="5B9BD5">
                <a:alpha val="20000"/>
              </a:srgbClr>
            </a:solidFill>
            <a:ln w="9525" cmpd="sng" cap="flat">
              <a:noFill/>
              <a:prstDash val="solid"/>
              <a:miter/>
            </a:ln>
          </p:spPr>
          <p:txBody>
            <a:bodyPr rtlCol="0" anchor="ctr"/>
            <a:lstStyle/>
            <a:p>
              <a:pPr algn="ctr"/>
            </a:p>
          </p:txBody>
        </p:sp>
        <p:sp>
          <p:nvSpPr>
            <p:cNvPr id="159" name="椭圆"/>
            <p:cNvSpPr>
              <a:spLocks/>
            </p:cNvSpPr>
            <p:nvPr/>
          </p:nvSpPr>
          <p:spPr>
            <a:xfrm rot="0">
              <a:off x="2679428" y="3769903"/>
              <a:ext cx="368934" cy="368934"/>
            </a:xfrm>
            <a:prstGeom prst="ellipse"/>
            <a:solidFill>
              <a:srgbClr val="5B9BD5"/>
            </a:solidFill>
            <a:ln w="9525" cmpd="sng" cap="flat">
              <a:noFill/>
              <a:prstDash val="solid"/>
              <a:miter/>
            </a:ln>
          </p:spPr>
          <p:txBody>
            <a:bodyPr rtlCol="0" anchor="ctr"/>
            <a:lstStyle/>
            <a:p>
              <a:pPr algn="ctr"/>
            </a:p>
          </p:txBody>
        </p:sp>
        <p:sp>
          <p:nvSpPr>
            <p:cNvPr id="160" name="直线"/>
            <p:cNvSpPr>
              <a:spLocks/>
            </p:cNvSpPr>
            <p:nvPr/>
          </p:nvSpPr>
          <p:spPr>
            <a:xfrm rot="0">
              <a:off x="2863578" y="4273458"/>
              <a:ext cx="0" cy="872490"/>
            </a:xfrm>
            <a:prstGeom prst="line"/>
            <a:solidFill>
              <a:schemeClr val="accent1"/>
            </a:solidFill>
            <a:ln w="9525" cmpd="sng" cap="flat">
              <a:solidFill>
                <a:srgbClr val="5B9BD5"/>
              </a:solidFill>
              <a:prstDash val="dash"/>
              <a:round/>
            </a:ln>
          </p:spPr>
          <p:txBody>
            <a:bodyPr rtlCol="0" anchor="ctr"/>
            <a:lstStyle/>
            <a:p>
              <a:pPr algn="ctr"/>
            </a:p>
          </p:txBody>
        </p:sp>
        <p:sp>
          <p:nvSpPr>
            <p:cNvPr id="161" name="椭圆"/>
            <p:cNvSpPr>
              <a:spLocks/>
            </p:cNvSpPr>
            <p:nvPr/>
          </p:nvSpPr>
          <p:spPr>
            <a:xfrm rot="0">
              <a:off x="2544808" y="5355498"/>
              <a:ext cx="638174" cy="638175"/>
            </a:xfrm>
            <a:prstGeom prst="ellipse"/>
            <a:solidFill>
              <a:srgbClr val="5B9BD5">
                <a:alpha val="20000"/>
              </a:srgbClr>
            </a:solidFill>
            <a:ln w="9525" cmpd="sng" cap="flat">
              <a:noFill/>
              <a:prstDash val="solid"/>
              <a:miter/>
            </a:ln>
          </p:spPr>
          <p:txBody>
            <a:bodyPr rtlCol="0" anchor="ctr"/>
            <a:lstStyle/>
            <a:p>
              <a:pPr algn="ctr"/>
            </a:p>
          </p:txBody>
        </p:sp>
        <p:sp>
          <p:nvSpPr>
            <p:cNvPr id="162" name="椭圆"/>
            <p:cNvSpPr>
              <a:spLocks/>
            </p:cNvSpPr>
            <p:nvPr/>
          </p:nvSpPr>
          <p:spPr>
            <a:xfrm rot="0">
              <a:off x="2679428" y="5490118"/>
              <a:ext cx="368934" cy="368935"/>
            </a:xfrm>
            <a:prstGeom prst="ellipse"/>
            <a:solidFill>
              <a:srgbClr val="5B9BD5"/>
            </a:solidFill>
            <a:ln w="9525" cmpd="sng" cap="flat">
              <a:noFill/>
              <a:prstDash val="solid"/>
              <a:miter/>
            </a:ln>
          </p:spPr>
          <p:txBody>
            <a:bodyPr rtlCol="0" anchor="ctr"/>
            <a:lstStyle/>
            <a:p>
              <a:pPr algn="ctr"/>
            </a:p>
          </p:txBody>
        </p:sp>
      </p:grpSp>
      <p:sp>
        <p:nvSpPr>
          <p:cNvPr id="164" name="椭圆"/>
          <p:cNvSpPr>
            <a:spLocks/>
          </p:cNvSpPr>
          <p:nvPr/>
        </p:nvSpPr>
        <p:spPr>
          <a:xfrm rot="5400000">
            <a:off x="9468848" y="3635284"/>
            <a:ext cx="638175" cy="638175"/>
          </a:xfrm>
          <a:prstGeom prst="ellipse"/>
          <a:solidFill>
            <a:srgbClr val="5B9BD5">
              <a:alpha val="20000"/>
            </a:srgbClr>
          </a:solidFill>
          <a:ln w="9525" cmpd="sng" cap="flat">
            <a:noFill/>
            <a:prstDash val="solid"/>
            <a:miter/>
          </a:ln>
        </p:spPr>
        <p:txBody>
          <a:bodyPr rtlCol="0" anchor="ctr"/>
          <a:lstStyle/>
          <a:p>
            <a:pPr algn="ctr"/>
          </a:p>
        </p:txBody>
      </p:sp>
      <p:sp>
        <p:nvSpPr>
          <p:cNvPr id="165" name="椭圆"/>
          <p:cNvSpPr>
            <a:spLocks/>
          </p:cNvSpPr>
          <p:nvPr/>
        </p:nvSpPr>
        <p:spPr>
          <a:xfrm rot="5400000">
            <a:off x="9603468" y="3769903"/>
            <a:ext cx="368935" cy="368934"/>
          </a:xfrm>
          <a:prstGeom prst="ellipse"/>
          <a:solidFill>
            <a:srgbClr val="5B9BD5"/>
          </a:solidFill>
          <a:ln w="9525" cmpd="sng" cap="flat">
            <a:noFill/>
            <a:prstDash val="solid"/>
            <a:miter/>
          </a:ln>
        </p:spPr>
        <p:txBody>
          <a:bodyPr rtlCol="0" anchor="ctr"/>
          <a:lstStyle/>
          <a:p>
            <a:pPr algn="ctr"/>
          </a:p>
        </p:txBody>
      </p:sp>
      <p:sp>
        <p:nvSpPr>
          <p:cNvPr id="166" name="直线"/>
          <p:cNvSpPr>
            <a:spLocks/>
          </p:cNvSpPr>
          <p:nvPr/>
        </p:nvSpPr>
        <p:spPr>
          <a:xfrm rot="5400000">
            <a:off x="9032603" y="3517809"/>
            <a:ext cx="0" cy="872489"/>
          </a:xfrm>
          <a:prstGeom prst="line"/>
          <a:solidFill>
            <a:schemeClr val="accent1"/>
          </a:solidFill>
          <a:ln w="9525" cmpd="sng" cap="flat">
            <a:solidFill>
              <a:srgbClr val="5B9BD5"/>
            </a:solidFill>
            <a:prstDash val="dash"/>
            <a:round/>
          </a:ln>
        </p:spPr>
        <p:txBody>
          <a:bodyPr rtlCol="0" anchor="ctr"/>
          <a:lstStyle/>
          <a:p>
            <a:pPr algn="ctr"/>
          </a:p>
        </p:txBody>
      </p:sp>
      <p:sp>
        <p:nvSpPr>
          <p:cNvPr id="167" name="椭圆"/>
          <p:cNvSpPr>
            <a:spLocks/>
          </p:cNvSpPr>
          <p:nvPr/>
        </p:nvSpPr>
        <p:spPr>
          <a:xfrm rot="5400000">
            <a:off x="7748633" y="3635284"/>
            <a:ext cx="638175" cy="638175"/>
          </a:xfrm>
          <a:prstGeom prst="ellipse"/>
          <a:solidFill>
            <a:srgbClr val="5B9BD5">
              <a:alpha val="20000"/>
            </a:srgbClr>
          </a:solidFill>
          <a:ln w="9525" cmpd="sng" cap="flat">
            <a:noFill/>
            <a:prstDash val="solid"/>
            <a:miter/>
          </a:ln>
        </p:spPr>
        <p:txBody>
          <a:bodyPr rtlCol="0" anchor="ctr"/>
          <a:lstStyle/>
          <a:p>
            <a:pPr algn="ctr"/>
          </a:p>
        </p:txBody>
      </p:sp>
      <p:sp>
        <p:nvSpPr>
          <p:cNvPr id="168" name="椭圆"/>
          <p:cNvSpPr>
            <a:spLocks/>
          </p:cNvSpPr>
          <p:nvPr/>
        </p:nvSpPr>
        <p:spPr>
          <a:xfrm rot="5400000">
            <a:off x="7883253" y="3769903"/>
            <a:ext cx="368935" cy="368934"/>
          </a:xfrm>
          <a:prstGeom prst="ellipse"/>
          <a:solidFill>
            <a:srgbClr val="5B9BD5"/>
          </a:solidFill>
          <a:ln w="9525" cmpd="sng" cap="flat">
            <a:noFill/>
            <a:prstDash val="solid"/>
            <a:miter/>
          </a:ln>
        </p:spPr>
        <p:txBody>
          <a:bodyPr rtlCol="0" anchor="ctr"/>
          <a:lstStyle/>
          <a:p>
            <a:pPr algn="ctr"/>
          </a:p>
        </p:txBody>
      </p:sp>
      <p:sp>
        <p:nvSpPr>
          <p:cNvPr id="169" name="直线"/>
          <p:cNvSpPr>
            <a:spLocks/>
          </p:cNvSpPr>
          <p:nvPr/>
        </p:nvSpPr>
        <p:spPr>
          <a:xfrm rot="5400000">
            <a:off x="7312388" y="3517809"/>
            <a:ext cx="0" cy="872489"/>
          </a:xfrm>
          <a:prstGeom prst="line"/>
          <a:solidFill>
            <a:schemeClr val="accent1"/>
          </a:solidFill>
          <a:ln w="9525" cmpd="sng" cap="flat">
            <a:solidFill>
              <a:srgbClr val="5B9BD5"/>
            </a:solidFill>
            <a:prstDash val="dash"/>
            <a:round/>
          </a:ln>
        </p:spPr>
        <p:txBody>
          <a:bodyPr rtlCol="0" anchor="ctr"/>
          <a:lstStyle/>
          <a:p>
            <a:pPr algn="ctr"/>
          </a:p>
        </p:txBody>
      </p:sp>
      <p:sp>
        <p:nvSpPr>
          <p:cNvPr id="170" name="椭圆"/>
          <p:cNvSpPr>
            <a:spLocks/>
          </p:cNvSpPr>
          <p:nvPr/>
        </p:nvSpPr>
        <p:spPr>
          <a:xfrm rot="5400000">
            <a:off x="6028418" y="3635284"/>
            <a:ext cx="638175" cy="638175"/>
          </a:xfrm>
          <a:prstGeom prst="ellipse"/>
          <a:solidFill>
            <a:srgbClr val="5B9BD5">
              <a:alpha val="20000"/>
            </a:srgbClr>
          </a:solidFill>
          <a:ln w="9525" cmpd="sng" cap="flat">
            <a:noFill/>
            <a:prstDash val="solid"/>
            <a:miter/>
          </a:ln>
        </p:spPr>
        <p:txBody>
          <a:bodyPr rtlCol="0" anchor="ctr"/>
          <a:lstStyle/>
          <a:p>
            <a:pPr algn="ctr"/>
          </a:p>
        </p:txBody>
      </p:sp>
      <p:sp>
        <p:nvSpPr>
          <p:cNvPr id="171" name="椭圆"/>
          <p:cNvSpPr>
            <a:spLocks/>
          </p:cNvSpPr>
          <p:nvPr/>
        </p:nvSpPr>
        <p:spPr>
          <a:xfrm rot="5400000">
            <a:off x="6163038" y="3769903"/>
            <a:ext cx="368935" cy="368934"/>
          </a:xfrm>
          <a:prstGeom prst="ellipse"/>
          <a:solidFill>
            <a:srgbClr val="5B9BD5"/>
          </a:solidFill>
          <a:ln w="9525" cmpd="sng" cap="flat">
            <a:noFill/>
            <a:prstDash val="solid"/>
            <a:miter/>
          </a:ln>
        </p:spPr>
        <p:txBody>
          <a:bodyPr rtlCol="0" anchor="ctr"/>
          <a:lstStyle/>
          <a:p>
            <a:pPr algn="ctr"/>
          </a:p>
        </p:txBody>
      </p:sp>
      <p:sp>
        <p:nvSpPr>
          <p:cNvPr id="172" name="直线"/>
          <p:cNvSpPr>
            <a:spLocks/>
          </p:cNvSpPr>
          <p:nvPr/>
        </p:nvSpPr>
        <p:spPr>
          <a:xfrm rot="5400000">
            <a:off x="5592173" y="3517809"/>
            <a:ext cx="0" cy="872489"/>
          </a:xfrm>
          <a:prstGeom prst="line"/>
          <a:solidFill>
            <a:schemeClr val="accent1"/>
          </a:solidFill>
          <a:ln w="9525" cmpd="sng" cap="flat">
            <a:solidFill>
              <a:srgbClr val="5B9BD5"/>
            </a:solidFill>
            <a:prstDash val="dash"/>
            <a:round/>
          </a:ln>
        </p:spPr>
        <p:txBody>
          <a:bodyPr rtlCol="0" anchor="ctr"/>
          <a:lstStyle/>
          <a:p>
            <a:pPr algn="ctr"/>
          </a:p>
        </p:txBody>
      </p:sp>
      <p:sp>
        <p:nvSpPr>
          <p:cNvPr id="173" name="矩形"/>
          <p:cNvSpPr>
            <a:spLocks/>
          </p:cNvSpPr>
          <p:nvPr/>
        </p:nvSpPr>
        <p:spPr>
          <a:xfrm rot="0">
            <a:off x="416923" y="4467134"/>
            <a:ext cx="1371600" cy="1047750"/>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ctr">
              <a:lnSpc>
                <a:spcPct val="150000"/>
              </a:lnSpc>
              <a:spcBef>
                <a:spcPts val="0"/>
              </a:spcBef>
              <a:spcAft>
                <a:spcPts val="0"/>
              </a:spcAft>
              <a:buNone/>
            </a:pPr>
            <a:r>
              <a:rPr lang="zh-CN" altLang="en-US" sz="1800" b="1" i="0" u="none" strike="noStrike" kern="1200" cap="none" spc="0" baseline="0">
                <a:solidFill>
                  <a:srgbClr val="C00000"/>
                </a:solidFill>
                <a:latin typeface="微软雅黑" pitchFamily="0" charset="0"/>
                <a:ea typeface="微软雅黑" pitchFamily="0" charset="0"/>
                <a:cs typeface="微软雅黑" pitchFamily="0" charset="0"/>
                <a:sym typeface="微软雅黑" pitchFamily="0" charset="0"/>
              </a:rPr>
              <a:t>总则</a:t>
            </a:r>
            <a:endParaRPr lang="en-US" altLang="zh-CN" sz="1800" b="1" i="0" u="none" strike="noStrike" kern="1200" cap="none" spc="0" baseline="0">
              <a:solidFill>
                <a:srgbClr val="C00000"/>
              </a:solidFill>
              <a:latin typeface="微软雅黑" pitchFamily="0" charset="0"/>
              <a:ea typeface="微软雅黑" pitchFamily="0" charset="0"/>
              <a:cs typeface="微软雅黑" pitchFamily="0" charset="0"/>
              <a:sym typeface="微软雅黑" pitchFamily="0" charset="0"/>
            </a:endParaRPr>
          </a:p>
          <a:p>
            <a:pPr marL="0" indent="0" algn="ctr">
              <a:lnSpc>
                <a:spcPct val="150000"/>
              </a:lnSpc>
              <a:spcBef>
                <a:spcPts val="0"/>
              </a:spcBef>
              <a:spcAft>
                <a:spcPts val="0"/>
              </a:spcAft>
              <a:buNone/>
            </a:pPr>
            <a:r>
              <a:rPr lang="zh-CN" altLang="en-US" sz="1800" b="1" i="0" u="none" strike="noStrike" kern="1200" cap="none" spc="0" baseline="0">
                <a:solidFill>
                  <a:srgbClr val="5B9BD5"/>
                </a:solidFill>
                <a:latin typeface="微软雅黑" pitchFamily="0" charset="0"/>
                <a:ea typeface="微软雅黑" pitchFamily="0" charset="0"/>
                <a:cs typeface="微软雅黑" pitchFamily="0" charset="0"/>
                <a:sym typeface="微软雅黑" pitchFamily="0" charset="0"/>
              </a:rPr>
              <a:t>总体要求</a:t>
            </a:r>
            <a:endParaRPr lang="zh-CN" altLang="en-US" sz="1800" b="1" i="0" u="none" strike="noStrike" kern="1200" cap="none" spc="0" baseline="0">
              <a:solidFill>
                <a:srgbClr val="5B9BD5"/>
              </a:solidFill>
              <a:latin typeface="微软雅黑" pitchFamily="0" charset="0"/>
              <a:ea typeface="微软雅黑" pitchFamily="0" charset="0"/>
              <a:cs typeface="微软雅黑" pitchFamily="0" charset="0"/>
              <a:sym typeface="微软雅黑" pitchFamily="0" charset="0"/>
            </a:endParaRPr>
          </a:p>
        </p:txBody>
      </p:sp>
      <p:sp>
        <p:nvSpPr>
          <p:cNvPr id="174" name="矩形"/>
          <p:cNvSpPr>
            <a:spLocks/>
          </p:cNvSpPr>
          <p:nvPr/>
        </p:nvSpPr>
        <p:spPr>
          <a:xfrm rot="0">
            <a:off x="2029189" y="4457609"/>
            <a:ext cx="1597423" cy="1447799"/>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ctr">
              <a:lnSpc>
                <a:spcPct val="150000"/>
              </a:lnSpc>
              <a:spcBef>
                <a:spcPts val="0"/>
              </a:spcBef>
              <a:spcAft>
                <a:spcPts val="0"/>
              </a:spcAft>
              <a:buNone/>
            </a:pPr>
            <a:r>
              <a:rPr lang="zh-CN" altLang="en-US" sz="1800" b="1" i="0" u="none" strike="noStrike" kern="1200" cap="none" spc="0" baseline="0">
                <a:solidFill>
                  <a:srgbClr val="C00000"/>
                </a:solidFill>
                <a:latin typeface="微软雅黑" pitchFamily="0" charset="0"/>
                <a:ea typeface="微软雅黑" pitchFamily="0" charset="0"/>
                <a:cs typeface="微软雅黑" pitchFamily="0" charset="0"/>
                <a:sym typeface="微软雅黑" pitchFamily="0" charset="0"/>
              </a:rPr>
              <a:t>项目库建设</a:t>
            </a:r>
            <a:r>
              <a:rPr lang="zh-CN" altLang="en-US" sz="1800" b="1" i="0" u="none" strike="noStrike" kern="1200" cap="none" spc="0" baseline="0">
                <a:solidFill>
                  <a:srgbClr val="5B9BD5"/>
                </a:solidFill>
                <a:latin typeface="微软雅黑" pitchFamily="0" charset="0"/>
                <a:ea typeface="微软雅黑" pitchFamily="0" charset="0"/>
                <a:cs typeface="微软雅黑" pitchFamily="0" charset="0"/>
                <a:sym typeface="微软雅黑" pitchFamily="0" charset="0"/>
              </a:rPr>
              <a:t>项目</a:t>
            </a:r>
            <a:r>
              <a:rPr lang="zh-CN" altLang="en-US" sz="1800" b="1" i="0" u="none" strike="noStrike" kern="1200" cap="none" spc="0" baseline="0">
                <a:solidFill>
                  <a:srgbClr val="5B9BD5"/>
                </a:solidFill>
                <a:latin typeface="微软雅黑" pitchFamily="0" charset="0"/>
                <a:ea typeface="微软雅黑" pitchFamily="0" charset="0"/>
                <a:cs typeface="微软雅黑" pitchFamily="0" charset="0"/>
                <a:sym typeface="微软雅黑" pitchFamily="0" charset="0"/>
              </a:rPr>
              <a:t>入库流程</a:t>
            </a:r>
            <a:endParaRPr lang="zh-CN" altLang="en-US" sz="1800" b="1" i="0" u="none" strike="noStrike" kern="1200" cap="none" spc="0" baseline="0">
              <a:solidFill>
                <a:srgbClr val="5B9BD5"/>
              </a:solidFill>
              <a:latin typeface="微软雅黑" pitchFamily="0" charset="0"/>
              <a:ea typeface="微软雅黑" pitchFamily="0" charset="0"/>
              <a:cs typeface="微软雅黑" pitchFamily="0" charset="0"/>
              <a:sym typeface="微软雅黑" pitchFamily="0" charset="0"/>
            </a:endParaRPr>
          </a:p>
        </p:txBody>
      </p:sp>
      <p:sp>
        <p:nvSpPr>
          <p:cNvPr id="175" name="矩形"/>
          <p:cNvSpPr>
            <a:spLocks/>
          </p:cNvSpPr>
          <p:nvPr/>
        </p:nvSpPr>
        <p:spPr>
          <a:xfrm rot="0">
            <a:off x="3851003" y="4467134"/>
            <a:ext cx="1371599" cy="1847850"/>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ctr">
              <a:lnSpc>
                <a:spcPct val="150000"/>
              </a:lnSpc>
              <a:spcBef>
                <a:spcPts val="0"/>
              </a:spcBef>
              <a:spcAft>
                <a:spcPts val="0"/>
              </a:spcAft>
              <a:buNone/>
            </a:pPr>
            <a:r>
              <a:rPr lang="zh-CN" altLang="en-US" sz="1800" b="1" i="0" u="none" strike="noStrike" kern="1200" cap="none" spc="0" baseline="0">
                <a:solidFill>
                  <a:srgbClr val="C00000"/>
                </a:solidFill>
                <a:latin typeface="微软雅黑" pitchFamily="0" charset="0"/>
                <a:ea typeface="微软雅黑" pitchFamily="0" charset="0"/>
                <a:cs typeface="微软雅黑" pitchFamily="0" charset="0"/>
                <a:sym typeface="微软雅黑" pitchFamily="0" charset="0"/>
              </a:rPr>
              <a:t>项目实施</a:t>
            </a:r>
            <a:endParaRPr lang="en-US" altLang="zh-CN" sz="1800" b="1" i="0" u="none" strike="noStrike" kern="1200" cap="none" spc="0" baseline="0">
              <a:solidFill>
                <a:srgbClr val="C00000"/>
              </a:solidFill>
              <a:latin typeface="微软雅黑" pitchFamily="0" charset="0"/>
              <a:ea typeface="微软雅黑" pitchFamily="0" charset="0"/>
              <a:cs typeface="微软雅黑" pitchFamily="0" charset="0"/>
              <a:sym typeface="微软雅黑" pitchFamily="0" charset="0"/>
            </a:endParaRPr>
          </a:p>
          <a:p>
            <a:pPr marL="0" indent="0" algn="ctr">
              <a:lnSpc>
                <a:spcPct val="150000"/>
              </a:lnSpc>
              <a:spcBef>
                <a:spcPts val="0"/>
              </a:spcBef>
              <a:spcAft>
                <a:spcPts val="0"/>
              </a:spcAft>
              <a:buNone/>
            </a:pPr>
            <a:r>
              <a:rPr lang="zh-CN" altLang="en-US" sz="1800" b="1" i="0" u="none" strike="noStrike" kern="1200" cap="none" spc="0" baseline="0">
                <a:solidFill>
                  <a:srgbClr val="5B9BD5"/>
                </a:solidFill>
                <a:latin typeface="微软雅黑" pitchFamily="0" charset="0"/>
                <a:ea typeface="微软雅黑" pitchFamily="0" charset="0"/>
                <a:cs typeface="微软雅黑" pitchFamily="0" charset="0"/>
                <a:sym typeface="微软雅黑" pitchFamily="0" charset="0"/>
              </a:rPr>
              <a:t>勘查、设计、施工、监理单位职责</a:t>
            </a:r>
            <a:endParaRPr lang="zh-CN" altLang="en-US" sz="1800" b="1" i="0" u="none" strike="noStrike" kern="1200" cap="none" spc="0" baseline="0">
              <a:solidFill>
                <a:srgbClr val="5B9BD5"/>
              </a:solidFill>
              <a:latin typeface="微软雅黑" pitchFamily="0" charset="0"/>
              <a:ea typeface="微软雅黑" pitchFamily="0" charset="0"/>
              <a:cs typeface="微软雅黑" pitchFamily="0" charset="0"/>
              <a:sym typeface="微软雅黑" pitchFamily="0" charset="0"/>
            </a:endParaRPr>
          </a:p>
        </p:txBody>
      </p:sp>
      <p:sp>
        <p:nvSpPr>
          <p:cNvPr id="176" name="矩形"/>
          <p:cNvSpPr>
            <a:spLocks/>
          </p:cNvSpPr>
          <p:nvPr/>
        </p:nvSpPr>
        <p:spPr>
          <a:xfrm rot="0">
            <a:off x="5568043" y="4467134"/>
            <a:ext cx="1371600" cy="2247899"/>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ctr">
              <a:lnSpc>
                <a:spcPct val="150000"/>
              </a:lnSpc>
              <a:spcBef>
                <a:spcPts val="0"/>
              </a:spcBef>
              <a:spcAft>
                <a:spcPts val="0"/>
              </a:spcAft>
              <a:buNone/>
            </a:pPr>
            <a:r>
              <a:rPr lang="zh-CN" altLang="en-US" sz="1800" b="1" i="0" u="none" strike="noStrike" kern="1200" cap="none" spc="0" baseline="0">
                <a:solidFill>
                  <a:srgbClr val="C00000"/>
                </a:solidFill>
                <a:latin typeface="微软雅黑" pitchFamily="0" charset="0"/>
                <a:ea typeface="微软雅黑" pitchFamily="0" charset="0"/>
                <a:cs typeface="微软雅黑" pitchFamily="0" charset="0"/>
                <a:sym typeface="微软雅黑" pitchFamily="0" charset="0"/>
              </a:rPr>
              <a:t>项目验收</a:t>
            </a:r>
            <a:endParaRPr lang="en-US" altLang="zh-CN" sz="1800" b="1" i="0" u="none" strike="noStrike" kern="1200" cap="none" spc="0" baseline="0">
              <a:solidFill>
                <a:srgbClr val="C00000"/>
              </a:solidFill>
              <a:latin typeface="微软雅黑" pitchFamily="0" charset="0"/>
              <a:ea typeface="微软雅黑" pitchFamily="0" charset="0"/>
              <a:cs typeface="微软雅黑" pitchFamily="0" charset="0"/>
              <a:sym typeface="微软雅黑" pitchFamily="0" charset="0"/>
            </a:endParaRPr>
          </a:p>
          <a:p>
            <a:pPr marL="0" indent="0" algn="ctr">
              <a:lnSpc>
                <a:spcPct val="150000"/>
              </a:lnSpc>
              <a:spcBef>
                <a:spcPts val="0"/>
              </a:spcBef>
              <a:spcAft>
                <a:spcPts val="0"/>
              </a:spcAft>
              <a:buNone/>
            </a:pPr>
            <a:r>
              <a:rPr lang="zh-CN" altLang="en-US" sz="1800" b="1" i="0" u="none" strike="noStrike" kern="1200" cap="none" spc="0" baseline="0">
                <a:solidFill>
                  <a:srgbClr val="5B9BD5"/>
                </a:solidFill>
                <a:latin typeface="微软雅黑" pitchFamily="0" charset="0"/>
                <a:ea typeface="微软雅黑" pitchFamily="0" charset="0"/>
                <a:cs typeface="微软雅黑" pitchFamily="0" charset="0"/>
                <a:sym typeface="微软雅黑" pitchFamily="0" charset="0"/>
              </a:rPr>
              <a:t>明确项目验收分为自验、初步验收和竣工验收</a:t>
            </a:r>
            <a:endParaRPr lang="zh-CN" altLang="en-US" sz="1800" b="1" i="0" u="none" strike="noStrike" kern="1200" cap="none" spc="0" baseline="0">
              <a:solidFill>
                <a:srgbClr val="5B9BD5"/>
              </a:solidFill>
              <a:latin typeface="微软雅黑" pitchFamily="0" charset="0"/>
              <a:ea typeface="微软雅黑" pitchFamily="0" charset="0"/>
              <a:cs typeface="微软雅黑" pitchFamily="0" charset="0"/>
              <a:sym typeface="微软雅黑" pitchFamily="0" charset="0"/>
            </a:endParaRPr>
          </a:p>
        </p:txBody>
      </p:sp>
      <p:sp>
        <p:nvSpPr>
          <p:cNvPr id="177" name="矩形"/>
          <p:cNvSpPr>
            <a:spLocks/>
          </p:cNvSpPr>
          <p:nvPr/>
        </p:nvSpPr>
        <p:spPr>
          <a:xfrm rot="0">
            <a:off x="7204816" y="4467134"/>
            <a:ext cx="1746505" cy="1447799"/>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ctr">
              <a:lnSpc>
                <a:spcPct val="150000"/>
              </a:lnSpc>
              <a:spcBef>
                <a:spcPts val="0"/>
              </a:spcBef>
              <a:spcAft>
                <a:spcPts val="0"/>
              </a:spcAft>
              <a:buNone/>
            </a:pPr>
            <a:r>
              <a:rPr lang="zh-CN" altLang="en-US" sz="1800" b="1" i="0" u="none" strike="noStrike" kern="1200" cap="none" spc="0" baseline="0">
                <a:solidFill>
                  <a:srgbClr val="C00000"/>
                </a:solidFill>
                <a:latin typeface="微软雅黑" pitchFamily="0" charset="0"/>
                <a:ea typeface="微软雅黑" pitchFamily="0" charset="0"/>
                <a:cs typeface="微软雅黑" pitchFamily="0" charset="0"/>
                <a:sym typeface="微软雅黑" pitchFamily="0" charset="0"/>
              </a:rPr>
              <a:t>工程运行管护</a:t>
            </a:r>
            <a:r>
              <a:rPr lang="zh-CN" altLang="en-US" sz="1800" b="1" i="0" u="none" strike="noStrike" kern="1200" cap="none" spc="0" baseline="0">
                <a:solidFill>
                  <a:srgbClr val="5B9BD5"/>
                </a:solidFill>
                <a:latin typeface="微软雅黑" pitchFamily="0" charset="0"/>
                <a:ea typeface="微软雅黑" pitchFamily="0" charset="0"/>
                <a:cs typeface="微软雅黑" pitchFamily="0" charset="0"/>
                <a:sym typeface="微软雅黑" pitchFamily="0" charset="0"/>
              </a:rPr>
              <a:t>后期管护责任与要求</a:t>
            </a:r>
            <a:endParaRPr lang="zh-CN" altLang="en-US" sz="1800" b="1" i="0" u="none" strike="noStrike" kern="1200" cap="none" spc="0" baseline="0">
              <a:solidFill>
                <a:srgbClr val="5B9BD5"/>
              </a:solidFill>
              <a:latin typeface="微软雅黑" pitchFamily="0" charset="0"/>
              <a:ea typeface="微软雅黑" pitchFamily="0" charset="0"/>
              <a:cs typeface="微软雅黑" pitchFamily="0" charset="0"/>
              <a:sym typeface="微软雅黑" pitchFamily="0" charset="0"/>
            </a:endParaRPr>
          </a:p>
        </p:txBody>
      </p:sp>
      <p:sp>
        <p:nvSpPr>
          <p:cNvPr id="178" name="矩形"/>
          <p:cNvSpPr>
            <a:spLocks/>
          </p:cNvSpPr>
          <p:nvPr/>
        </p:nvSpPr>
        <p:spPr>
          <a:xfrm rot="0">
            <a:off x="9002123" y="4467134"/>
            <a:ext cx="1371600" cy="1447800"/>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ctr">
              <a:lnSpc>
                <a:spcPct val="150000"/>
              </a:lnSpc>
              <a:spcBef>
                <a:spcPts val="0"/>
              </a:spcBef>
              <a:spcAft>
                <a:spcPts val="0"/>
              </a:spcAft>
              <a:buNone/>
            </a:pPr>
            <a:r>
              <a:rPr lang="zh-CN" altLang="en-US" sz="1800" b="1" i="0" u="none" strike="noStrike" kern="1200" cap="none" spc="0" baseline="0">
                <a:solidFill>
                  <a:srgbClr val="C00000"/>
                </a:solidFill>
                <a:latin typeface="微软雅黑" pitchFamily="0" charset="0"/>
                <a:ea typeface="微软雅黑" pitchFamily="0" charset="0"/>
                <a:cs typeface="微软雅黑" pitchFamily="0" charset="0"/>
                <a:sym typeface="微软雅黑" pitchFamily="0" charset="0"/>
              </a:rPr>
              <a:t>监督检查</a:t>
            </a:r>
            <a:endParaRPr lang="en-US" altLang="zh-CN" sz="1800" b="1" i="0" u="none" strike="noStrike" kern="1200" cap="none" spc="0" baseline="0">
              <a:solidFill>
                <a:srgbClr val="C00000"/>
              </a:solidFill>
              <a:latin typeface="微软雅黑" pitchFamily="0" charset="0"/>
              <a:ea typeface="微软雅黑" pitchFamily="0" charset="0"/>
              <a:cs typeface="微软雅黑" pitchFamily="0" charset="0"/>
              <a:sym typeface="微软雅黑" pitchFamily="0" charset="0"/>
            </a:endParaRPr>
          </a:p>
          <a:p>
            <a:pPr marL="0" indent="0" algn="ctr">
              <a:lnSpc>
                <a:spcPct val="150000"/>
              </a:lnSpc>
              <a:spcBef>
                <a:spcPts val="0"/>
              </a:spcBef>
              <a:spcAft>
                <a:spcPts val="0"/>
              </a:spcAft>
              <a:buNone/>
            </a:pPr>
            <a:r>
              <a:rPr lang="zh-CN" altLang="en-US" sz="1800" b="1" i="0" u="none" strike="noStrike" kern="1200" cap="none" spc="0" baseline="0">
                <a:solidFill>
                  <a:srgbClr val="5B9BD5"/>
                </a:solidFill>
                <a:latin typeface="微软雅黑" pitchFamily="0" charset="0"/>
                <a:ea typeface="微软雅黑" pitchFamily="0" charset="0"/>
                <a:cs typeface="微软雅黑" pitchFamily="0" charset="0"/>
                <a:sym typeface="微软雅黑" pitchFamily="0" charset="0"/>
              </a:rPr>
              <a:t>全过程监督管理</a:t>
            </a:r>
            <a:endParaRPr lang="zh-CN" altLang="en-US" sz="1800" b="1" i="0" u="none" strike="noStrike" kern="1200" cap="none" spc="0" baseline="0">
              <a:solidFill>
                <a:srgbClr val="5B9BD5"/>
              </a:solidFill>
              <a:latin typeface="微软雅黑" pitchFamily="0" charset="0"/>
              <a:ea typeface="微软雅黑" pitchFamily="0" charset="0"/>
              <a:cs typeface="微软雅黑" pitchFamily="0" charset="0"/>
              <a:sym typeface="微软雅黑" pitchFamily="0" charset="0"/>
            </a:endParaRPr>
          </a:p>
        </p:txBody>
      </p:sp>
      <p:sp>
        <p:nvSpPr>
          <p:cNvPr id="179" name="椭圆"/>
          <p:cNvSpPr>
            <a:spLocks/>
          </p:cNvSpPr>
          <p:nvPr/>
        </p:nvSpPr>
        <p:spPr>
          <a:xfrm rot="5400000">
            <a:off x="11110420" y="3635284"/>
            <a:ext cx="638174" cy="638175"/>
          </a:xfrm>
          <a:prstGeom prst="ellipse"/>
          <a:solidFill>
            <a:srgbClr val="5B9BD5">
              <a:alpha val="20000"/>
            </a:srgbClr>
          </a:solidFill>
          <a:ln w="9525" cmpd="sng" cap="flat">
            <a:noFill/>
            <a:prstDash val="solid"/>
            <a:miter/>
          </a:ln>
        </p:spPr>
        <p:txBody>
          <a:bodyPr rtlCol="0" anchor="ctr"/>
          <a:lstStyle/>
          <a:p>
            <a:pPr algn="ctr"/>
          </a:p>
        </p:txBody>
      </p:sp>
      <p:sp>
        <p:nvSpPr>
          <p:cNvPr id="180" name="椭圆"/>
          <p:cNvSpPr>
            <a:spLocks/>
          </p:cNvSpPr>
          <p:nvPr/>
        </p:nvSpPr>
        <p:spPr>
          <a:xfrm rot="5400000">
            <a:off x="11245040" y="3769903"/>
            <a:ext cx="368934" cy="368934"/>
          </a:xfrm>
          <a:prstGeom prst="ellipse"/>
          <a:solidFill>
            <a:srgbClr val="5B9BD5"/>
          </a:solidFill>
          <a:ln w="9525" cmpd="sng" cap="flat">
            <a:noFill/>
            <a:prstDash val="solid"/>
            <a:miter/>
          </a:ln>
        </p:spPr>
        <p:txBody>
          <a:bodyPr rtlCol="0" anchor="ctr"/>
          <a:lstStyle/>
          <a:p>
            <a:pPr algn="ctr"/>
          </a:p>
        </p:txBody>
      </p:sp>
      <p:sp>
        <p:nvSpPr>
          <p:cNvPr id="181" name="直线"/>
          <p:cNvSpPr>
            <a:spLocks/>
          </p:cNvSpPr>
          <p:nvPr/>
        </p:nvSpPr>
        <p:spPr>
          <a:xfrm rot="5400000">
            <a:off x="10674176" y="3517809"/>
            <a:ext cx="0" cy="872489"/>
          </a:xfrm>
          <a:prstGeom prst="line"/>
          <a:solidFill>
            <a:schemeClr val="accent1"/>
          </a:solidFill>
          <a:ln w="9525" cmpd="sng" cap="flat">
            <a:solidFill>
              <a:srgbClr val="5B9BD5"/>
            </a:solidFill>
            <a:prstDash val="dash"/>
            <a:round/>
          </a:ln>
        </p:spPr>
        <p:txBody>
          <a:bodyPr rtlCol="0" anchor="ctr"/>
          <a:lstStyle/>
          <a:p>
            <a:pPr algn="ctr"/>
          </a:p>
        </p:txBody>
      </p:sp>
      <p:sp>
        <p:nvSpPr>
          <p:cNvPr id="182" name="矩形"/>
          <p:cNvSpPr>
            <a:spLocks/>
          </p:cNvSpPr>
          <p:nvPr/>
        </p:nvSpPr>
        <p:spPr>
          <a:xfrm rot="0">
            <a:off x="10643695" y="4467134"/>
            <a:ext cx="1371600" cy="1047750"/>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ctr">
              <a:lnSpc>
                <a:spcPct val="150000"/>
              </a:lnSpc>
              <a:spcBef>
                <a:spcPts val="0"/>
              </a:spcBef>
              <a:spcAft>
                <a:spcPts val="0"/>
              </a:spcAft>
              <a:buNone/>
            </a:pPr>
            <a:r>
              <a:rPr lang="zh-CN" altLang="en-US" sz="1800" b="1" i="0" u="none" strike="noStrike" kern="1200" cap="none" spc="0" baseline="0">
                <a:solidFill>
                  <a:srgbClr val="C00000"/>
                </a:solidFill>
                <a:latin typeface="微软雅黑" pitchFamily="0" charset="0"/>
                <a:ea typeface="微软雅黑" pitchFamily="0" charset="0"/>
                <a:cs typeface="微软雅黑" pitchFamily="0" charset="0"/>
                <a:sym typeface="微软雅黑" pitchFamily="0" charset="0"/>
              </a:rPr>
              <a:t>附则</a:t>
            </a:r>
            <a:endParaRPr lang="en-US" altLang="zh-CN" sz="1800" b="1" i="0" u="none" strike="noStrike" kern="1200" cap="none" spc="0" baseline="0">
              <a:solidFill>
                <a:srgbClr val="C00000"/>
              </a:solidFill>
              <a:latin typeface="微软雅黑" pitchFamily="0" charset="0"/>
              <a:ea typeface="微软雅黑" pitchFamily="0" charset="0"/>
              <a:cs typeface="微软雅黑" pitchFamily="0" charset="0"/>
              <a:sym typeface="微软雅黑" pitchFamily="0" charset="0"/>
            </a:endParaRPr>
          </a:p>
          <a:p>
            <a:pPr marL="0" indent="0" algn="ctr">
              <a:lnSpc>
                <a:spcPct val="150000"/>
              </a:lnSpc>
              <a:spcBef>
                <a:spcPts val="0"/>
              </a:spcBef>
              <a:spcAft>
                <a:spcPts val="0"/>
              </a:spcAft>
              <a:buNone/>
            </a:pPr>
            <a:r>
              <a:rPr lang="zh-CN" altLang="en-US" sz="1800" b="1" i="0" u="none" strike="noStrike" kern="1200" cap="none" spc="0" baseline="0">
                <a:solidFill>
                  <a:srgbClr val="5B9BD5"/>
                </a:solidFill>
                <a:latin typeface="微软雅黑" pitchFamily="0" charset="0"/>
                <a:ea typeface="微软雅黑" pitchFamily="0" charset="0"/>
                <a:cs typeface="微软雅黑" pitchFamily="0" charset="0"/>
                <a:sym typeface="微软雅黑" pitchFamily="0" charset="0"/>
              </a:rPr>
              <a:t>其它说明</a:t>
            </a:r>
            <a:endParaRPr lang="zh-CN" altLang="en-US" sz="1800" b="1" i="0" u="none" strike="noStrike" kern="1200" cap="none" spc="0" baseline="0">
              <a:solidFill>
                <a:srgbClr val="5B9BD5"/>
              </a:solidFill>
              <a:latin typeface="微软雅黑" pitchFamily="0" charset="0"/>
              <a:ea typeface="微软雅黑" pitchFamily="0" charset="0"/>
              <a:cs typeface="微软雅黑" pitchFamily="0" charset="0"/>
              <a:sym typeface="微软雅黑" pitchFamily="0" charset="0"/>
            </a:endParaRPr>
          </a:p>
        </p:txBody>
      </p:sp>
      <p:sp>
        <p:nvSpPr>
          <p:cNvPr id="183" name="矩形"/>
          <p:cNvSpPr>
            <a:spLocks/>
          </p:cNvSpPr>
          <p:nvPr/>
        </p:nvSpPr>
        <p:spPr>
          <a:xfrm rot="0">
            <a:off x="810894" y="1270635"/>
            <a:ext cx="10886440" cy="1872614"/>
          </a:xfrm>
          <a:prstGeom prst="rect"/>
          <a:noFill/>
          <a:ln w="12700" cmpd="sng" cap="flat">
            <a:solidFill>
              <a:srgbClr val="2E75B6"/>
            </a:solidFill>
            <a:prstDash val="lgDash"/>
            <a:round/>
          </a:ln>
        </p:spPr>
        <p:txBody>
          <a:bodyPr vert="horz" wrap="square" lIns="91440" tIns="45720" rIns="91440" bIns="45720" anchor="t" anchorCtr="0">
            <a:prstTxWarp prst="textNoShape"/>
            <a:spAutoFit/>
          </a:bodyPr>
          <a:lstStyle/>
          <a:p>
            <a:pPr marL="0" indent="0" algn="l" fontAlgn="base">
              <a:lnSpc>
                <a:spcPct val="150000"/>
              </a:lnSpc>
              <a:spcBef>
                <a:spcPts val="0"/>
              </a:spcBef>
              <a:spcAft>
                <a:spcPts val="0"/>
              </a:spcAft>
              <a:buNone/>
            </a:pPr>
            <a:r>
              <a:rPr lang="en-US" altLang="zh-CN" sz="2000" b="0" i="0" u="none" strike="noStrike" kern="1200" cap="none" spc="0" baseline="0">
                <a:solidFill>
                  <a:schemeClr val="tx1"/>
                </a:solidFill>
                <a:latin typeface="微软雅黑" pitchFamily="0" charset="0"/>
                <a:ea typeface="微软雅黑" pitchFamily="0" charset="0"/>
                <a:cs typeface="Calibri" pitchFamily="0" charset="0"/>
              </a:rPr>
              <a:t> </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《办法》</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共</a:t>
            </a:r>
            <a:r>
              <a:rPr lang="zh-CN" altLang="en-US" sz="20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方正仿宋_GBK" pitchFamily="0" charset="-122"/>
              </a:rPr>
              <a:t>七章</a:t>
            </a:r>
            <a:r>
              <a:rPr lang="en-US" altLang="zh-CN" sz="2000" b="0" i="0" u="none" strike="noStrike" kern="1200" cap="none" spc="0" baseline="0">
                <a:solidFill>
                  <a:schemeClr val="tx1"/>
                </a:solidFill>
                <a:latin typeface="微软雅黑" pitchFamily="0" charset="0"/>
                <a:ea typeface="微软雅黑" pitchFamily="0" charset="0"/>
                <a:cs typeface="方正仿宋_GBK" pitchFamily="0" charset="-122"/>
              </a:rPr>
              <a:t>28条</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分别为</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总则、</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项目库建设</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项目实施</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项目验收</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工程运行管护</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监督检查</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和附则</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a:t>
            </a:r>
            <a:endParaRPr lang="en-US" altLang="zh-CN" sz="2000" b="0" i="0" u="none" strike="noStrike" kern="1200" cap="none" spc="0" baseline="0">
              <a:solidFill>
                <a:schemeClr val="tx1"/>
              </a:solidFill>
              <a:latin typeface="微软雅黑" pitchFamily="0" charset="0"/>
              <a:ea typeface="微软雅黑" pitchFamily="0" charset="0"/>
              <a:cs typeface="Calibri" pitchFamily="0" charset="0"/>
              <a:sym typeface="微软雅黑" pitchFamily="0" charset="0"/>
            </a:endParaRPr>
          </a:p>
          <a:p>
            <a:pPr marL="0" indent="0" algn="l" fontAlgn="base">
              <a:lnSpc>
                <a:spcPct val="150000"/>
              </a:lnSpc>
              <a:spcBef>
                <a:spcPts val="0"/>
              </a:spcBef>
              <a:spcAft>
                <a:spcPts val="0"/>
              </a:spcAft>
              <a:buNone/>
            </a:pP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内容要点为</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sym typeface="微软雅黑" pitchFamily="0" charset="0"/>
              </a:rPr>
              <a:t>：</a:t>
            </a:r>
            <a:r>
              <a:rPr lang="en-US" altLang="zh-CN" sz="2000" b="0" i="0" u="none" strike="noStrike" kern="1200" cap="none" spc="0" baseline="0">
                <a:solidFill>
                  <a:schemeClr val="tx1"/>
                </a:solidFill>
                <a:latin typeface="微软雅黑" pitchFamily="0" charset="0"/>
                <a:ea typeface="微软雅黑" pitchFamily="0" charset="0"/>
                <a:cs typeface="方正仿宋_GBK" pitchFamily="0" charset="-122"/>
              </a:rPr>
              <a:t>1.</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严格</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项目入库流程</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a:t>
            </a:r>
            <a:r>
              <a:rPr lang="en-US" altLang="zh-CN" sz="2000" b="0" i="0" u="none" strike="noStrike" kern="1200" cap="none" spc="0" baseline="0">
                <a:solidFill>
                  <a:schemeClr val="tx1"/>
                </a:solidFill>
                <a:latin typeface="微软雅黑" pitchFamily="0" charset="0"/>
                <a:ea typeface="微软雅黑" pitchFamily="0" charset="0"/>
                <a:cs typeface="方正仿宋_GBK" pitchFamily="0" charset="-122"/>
              </a:rPr>
              <a:t>2.</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明确各级</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任务</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职责</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a:t>
            </a:r>
            <a:r>
              <a:rPr lang="en-US" altLang="zh-CN" sz="2000" b="0" i="0" u="none" strike="noStrike" kern="1200" cap="none" spc="0" baseline="0">
                <a:solidFill>
                  <a:schemeClr val="tx1"/>
                </a:solidFill>
                <a:latin typeface="微软雅黑" pitchFamily="0" charset="0"/>
                <a:ea typeface="微软雅黑" pitchFamily="0" charset="0"/>
                <a:cs typeface="方正仿宋_GBK" pitchFamily="0" charset="-122"/>
              </a:rPr>
              <a:t>3.</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规范项目验收程序</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a:t>
            </a:r>
            <a:r>
              <a:rPr lang="en-US" altLang="zh-CN" sz="2000" b="0" i="0" u="none" strike="noStrike" kern="1200" cap="none" spc="0" baseline="0">
                <a:solidFill>
                  <a:schemeClr val="tx1"/>
                </a:solidFill>
                <a:latin typeface="微软雅黑" pitchFamily="0" charset="0"/>
                <a:ea typeface="微软雅黑" pitchFamily="0" charset="0"/>
                <a:cs typeface="方正仿宋_GBK" pitchFamily="0" charset="-122"/>
              </a:rPr>
              <a:t>4.</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细化工程运行管护</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；5.</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加强项目监督检查</a:t>
            </a:r>
            <a:r>
              <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rPr>
              <a:t>。</a:t>
            </a:r>
            <a:endParaRPr lang="zh-CN" altLang="en-US" sz="2000" b="0" i="0" u="none" strike="noStrike" kern="1200" cap="none" spc="0" baseline="0">
              <a:solidFill>
                <a:schemeClr val="tx1"/>
              </a:solidFill>
              <a:latin typeface="微软雅黑" pitchFamily="0" charset="0"/>
              <a:ea typeface="微软雅黑" pitchFamily="0" charset="0"/>
              <a:cs typeface="方正仿宋_GBK" pitchFamily="0" charset="-122"/>
            </a:endParaRPr>
          </a:p>
        </p:txBody>
      </p:sp>
    </p:spTree>
    <p:extLst>
      <p:ext uri="{BB962C8B-B14F-4D97-AF65-F5344CB8AC3E}">
        <p14:creationId xmlns:p14="http://schemas.microsoft.com/office/powerpoint/2010/main" val="784653541"/>
      </p:ext>
    </p:extLst>
  </p:cSld>
  <p:clrMapOvr>
    <a:masterClrMapping/>
  </p:clrMapOvr>
</p:sld>
</file>

<file path=ppt/slides/slide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186" name="矩形"/>
          <p:cNvSpPr>
            <a:spLocks/>
          </p:cNvSpPr>
          <p:nvPr/>
        </p:nvSpPr>
        <p:spPr>
          <a:xfrm rot="0">
            <a:off x="1571624" y="912813"/>
            <a:ext cx="10620375" cy="117792"/>
          </a:xfrm>
          <a:prstGeom prst="rect"/>
          <a:solidFill>
            <a:srgbClr val="0070C0"/>
          </a:solidFill>
          <a:ln w="9525" cmpd="sng" cap="flat">
            <a:solidFill>
              <a:srgbClr val="0070C0"/>
            </a:solidFill>
            <a:prstDash val="solid"/>
            <a:round/>
          </a:ln>
        </p:spPr>
        <p:txBody>
          <a:bodyPr rtlCol="0" anchor="ctr"/>
          <a:lstStyle/>
          <a:p>
            <a:pPr algn="ctr"/>
          </a:p>
        </p:txBody>
      </p:sp>
      <p:sp>
        <p:nvSpPr>
          <p:cNvPr id="187" name="直线"/>
          <p:cNvSpPr>
            <a:spLocks/>
          </p:cNvSpPr>
          <p:nvPr/>
        </p:nvSpPr>
        <p:spPr>
          <a:xfrm rot="0">
            <a:off x="0" y="843074"/>
            <a:ext cx="12204001" cy="0"/>
          </a:xfrm>
          <a:prstGeom prst="line"/>
          <a:noFill/>
          <a:ln w="28575" cmpd="sng" cap="flat">
            <a:solidFill>
              <a:srgbClr val="0070C0"/>
            </a:solidFill>
            <a:prstDash val="solid"/>
            <a:round/>
          </a:ln>
        </p:spPr>
        <p:txBody>
          <a:bodyPr rtlCol="0" anchor="ctr"/>
          <a:lstStyle/>
          <a:p>
            <a:pPr algn="ctr"/>
          </a:p>
        </p:txBody>
      </p:sp>
      <p:sp>
        <p:nvSpPr>
          <p:cNvPr id="188" name="矩形"/>
          <p:cNvSpPr>
            <a:spLocks/>
          </p:cNvSpPr>
          <p:nvPr/>
        </p:nvSpPr>
        <p:spPr>
          <a:xfrm rot="0">
            <a:off x="0" y="912813"/>
            <a:ext cx="1571624" cy="117792"/>
          </a:xfrm>
          <a:prstGeom prst="rect"/>
          <a:solidFill>
            <a:srgbClr val="0070C0"/>
          </a:solidFill>
          <a:ln w="9525" cmpd="sng" cap="flat">
            <a:solidFill>
              <a:srgbClr val="0070C0"/>
            </a:solidFill>
            <a:prstDash val="solid"/>
            <a:round/>
          </a:ln>
        </p:spPr>
        <p:txBody>
          <a:bodyPr rtlCol="0" anchor="ctr"/>
          <a:lstStyle/>
          <a:p>
            <a:pPr algn="ctr"/>
          </a:p>
        </p:txBody>
      </p:sp>
      <p:sp>
        <p:nvSpPr>
          <p:cNvPr id="189" name="矩形"/>
          <p:cNvSpPr>
            <a:spLocks/>
          </p:cNvSpPr>
          <p:nvPr/>
        </p:nvSpPr>
        <p:spPr>
          <a:xfrm rot="0">
            <a:off x="202454" y="262105"/>
            <a:ext cx="3119866" cy="546100"/>
          </a:xfrm>
          <a:prstGeom prst="rect"/>
          <a:noFill/>
          <a:ln w="9525" cmpd="sng" cap="flat">
            <a:noFill/>
            <a:prstDash val="solid"/>
            <a:round/>
          </a:ln>
        </p:spPr>
        <p:txBody>
          <a:bodyPr vert="horz" wrap="square" lIns="90000" tIns="46800" rIns="90000" bIns="46800" anchor="ctr" anchorCtr="0">
            <a:prstTxWarp prst="textNoShape"/>
          </a:bodyPr>
          <a:lstStyle/>
          <a:p>
            <a:pPr marL="0" indent="0" algn="l" eaLnBrk="1" fontAlgn="base" latinLnBrk="0" hangingPunct="1">
              <a:lnSpc>
                <a:spcPct val="100000"/>
              </a:lnSpc>
              <a:spcBef>
                <a:spcPts val="0"/>
              </a:spcBef>
              <a:spcAft>
                <a:spcPts val="0"/>
              </a:spcAft>
              <a:buNone/>
            </a:pPr>
            <a:r>
              <a:rPr lang="zh-CN" altLang="en-US" sz="3200" b="1" i="0" u="none" strike="noStrike" kern="1200" cap="none" spc="300" baseline="0">
                <a:solidFill>
                  <a:schemeClr val="tx2"/>
                </a:solidFill>
                <a:latin typeface="微软雅黑" pitchFamily="0" charset="0"/>
                <a:ea typeface="微软雅黑" pitchFamily="0" charset="0"/>
                <a:cs typeface="Calibri" pitchFamily="0" charset="0"/>
              </a:rPr>
              <a:t>四、规范内容</a:t>
            </a:r>
            <a:endParaRPr lang="zh-CN" altLang="en-US" sz="3200" b="1" i="0" u="none" strike="noStrike" kern="1200" cap="none" spc="300" baseline="0">
              <a:solidFill>
                <a:schemeClr val="tx2"/>
              </a:solidFill>
              <a:latin typeface="微软雅黑" pitchFamily="0" charset="0"/>
              <a:ea typeface="微软雅黑" pitchFamily="0" charset="0"/>
              <a:cs typeface="Calibri" pitchFamily="0" charset="0"/>
            </a:endParaRPr>
          </a:p>
        </p:txBody>
      </p:sp>
      <p:sp>
        <p:nvSpPr>
          <p:cNvPr id="190" name="矩形"/>
          <p:cNvSpPr>
            <a:spLocks/>
          </p:cNvSpPr>
          <p:nvPr/>
        </p:nvSpPr>
        <p:spPr>
          <a:xfrm rot="0">
            <a:off x="304800" y="1282699"/>
            <a:ext cx="11038114" cy="1291344"/>
          </a:xfrm>
          <a:prstGeom prst="rect"/>
          <a:solidFill>
            <a:srgbClr val="0070C0"/>
          </a:solidFill>
          <a:ln w="12700" cmpd="sng" cap="flat">
            <a:solidFill>
              <a:srgbClr val="41719C"/>
            </a:solid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zh-CN" altLang="en-US" sz="2400" b="1" i="0" u="none" strike="noStrike" kern="1200" cap="none" spc="0" baseline="0">
                <a:solidFill>
                  <a:srgbClr val="FFFFFF"/>
                </a:solidFill>
                <a:latin typeface="Calibri" pitchFamily="0" charset="0"/>
                <a:ea typeface="微软雅黑" pitchFamily="0" charset="0"/>
                <a:cs typeface="Calibri" pitchFamily="0" charset="0"/>
              </a:rPr>
              <a:t>第六条  省自然资源厅负责组织建立省级</a:t>
            </a:r>
            <a:r>
              <a:rPr lang="zh-CN" altLang="en-US" sz="2400" b="1" i="0" u="none" strike="noStrike" kern="1200" cap="none" spc="0" baseline="0">
                <a:solidFill>
                  <a:srgbClr val="FFC000"/>
                </a:solidFill>
                <a:latin typeface="Calibri" pitchFamily="0" charset="0"/>
                <a:ea typeface="微软雅黑" pitchFamily="0" charset="0"/>
                <a:cs typeface="Calibri" pitchFamily="0" charset="0"/>
              </a:rPr>
              <a:t>地质灾害治理工程项目库</a:t>
            </a:r>
            <a:r>
              <a:rPr lang="zh-CN" altLang="en-US" sz="2400" b="1" i="0" u="none" strike="noStrike" kern="1200" cap="none" spc="0" baseline="0">
                <a:solidFill>
                  <a:srgbClr val="FFFFFF"/>
                </a:solidFill>
                <a:latin typeface="Calibri" pitchFamily="0" charset="0"/>
                <a:ea typeface="微软雅黑" pitchFamily="0" charset="0"/>
                <a:cs typeface="Calibri" pitchFamily="0" charset="0"/>
              </a:rPr>
              <a:t>（以下简称项目库），除灾情险情特别严重的突发情形外，未入库项目不予立项。具体入库流程如下：</a:t>
            </a:r>
            <a:endParaRPr lang="zh-CN" altLang="en-US" sz="2400" b="1" i="0" u="none" strike="noStrike" kern="1200" cap="none" spc="0" baseline="0">
              <a:solidFill>
                <a:srgbClr val="FFFFFF"/>
              </a:solidFill>
              <a:latin typeface="Calibri" pitchFamily="0" charset="0"/>
              <a:ea typeface="微软雅黑" pitchFamily="0" charset="0"/>
              <a:cs typeface="Calibri" pitchFamily="0" charset="0"/>
            </a:endParaRPr>
          </a:p>
        </p:txBody>
      </p:sp>
      <p:sp>
        <p:nvSpPr>
          <p:cNvPr id="191" name="直线"/>
          <p:cNvSpPr>
            <a:spLocks/>
          </p:cNvSpPr>
          <p:nvPr/>
        </p:nvSpPr>
        <p:spPr>
          <a:xfrm rot="0">
            <a:off x="494012" y="2812970"/>
            <a:ext cx="11160000" cy="0"/>
          </a:xfrm>
          <a:prstGeom prst="line"/>
          <a:noFill/>
          <a:ln w="25400" cmpd="sng" cap="flat">
            <a:solidFill>
              <a:srgbClr val="4472C4"/>
            </a:solidFill>
            <a:prstDash val="solid"/>
            <a:round/>
          </a:ln>
          <a:effectLst>
            <a:outerShdw sx="100000" sy="100000" algn="ctr" rotWithShape="0" blurRad="63500" dist="25400" dir="5400000">
              <a:srgbClr val="000000">
                <a:alpha val="49803"/>
              </a:srgbClr>
            </a:outerShdw>
          </a:effectLst>
        </p:spPr>
        <p:txBody>
          <a:bodyPr rtlCol="0" anchor="ctr"/>
          <a:lstStyle/>
          <a:p>
            <a:pPr algn="ctr"/>
          </a:p>
        </p:txBody>
      </p:sp>
      <p:grpSp>
        <p:nvGrpSpPr>
          <p:cNvPr id="194" name="组合"/>
          <p:cNvGrpSpPr>
            <a:grpSpLocks/>
          </p:cNvGrpSpPr>
          <p:nvPr/>
        </p:nvGrpSpPr>
        <p:grpSpPr>
          <a:xfrm>
            <a:off x="746598" y="3300246"/>
            <a:ext cx="441593" cy="441593"/>
            <a:chOff x="746598" y="3300246"/>
            <a:chExt cx="441593" cy="441593"/>
          </a:xfrm>
        </p:grpSpPr>
        <p:sp>
          <p:nvSpPr>
            <p:cNvPr id="192" name="矩形"/>
            <p:cNvSpPr>
              <a:spLocks/>
            </p:cNvSpPr>
            <p:nvPr/>
          </p:nvSpPr>
          <p:spPr>
            <a:xfrm rot="0">
              <a:off x="746598" y="3300246"/>
              <a:ext cx="441593" cy="441593"/>
            </a:xfrm>
            <a:prstGeom prst="rect"/>
            <a:solidFill>
              <a:srgbClr val="1F4E79"/>
            </a:solidFill>
            <a:ln w="9525" cmpd="sng" cap="flat">
              <a:noFill/>
              <a:prstDash val="solid"/>
              <a:miter/>
            </a:ln>
          </p:spPr>
          <p:txBody>
            <a:bodyPr rtlCol="0" anchor="ctr"/>
            <a:lstStyle/>
            <a:p>
              <a:pPr algn="ctr"/>
            </a:p>
          </p:txBody>
        </p:sp>
        <p:sp>
          <p:nvSpPr>
            <p:cNvPr id="193" name="矩形"/>
            <p:cNvSpPr>
              <a:spLocks/>
            </p:cNvSpPr>
            <p:nvPr/>
          </p:nvSpPr>
          <p:spPr>
            <a:xfrm rot="0">
              <a:off x="772013" y="3447094"/>
              <a:ext cx="391398" cy="243840"/>
            </a:xfrm>
            <a:prstGeom prst="rect"/>
            <a:noFill/>
            <a:ln w="9525" cmpd="sng" cap="flat">
              <a:noFill/>
              <a:prstDash val="solid"/>
              <a:miter/>
            </a:ln>
          </p:spPr>
          <p:txBody>
            <a:bodyPr vert="horz" wrap="square" lIns="85725" tIns="38100" rIns="85725" bIns="38100" anchor="ctr" anchorCtr="1">
              <a:prstTxWarp prst="textNoShape"/>
              <a:spAutoFit/>
            </a:bodyPr>
            <a:lstStyle/>
            <a:p>
              <a:pPr marL="0" indent="0" algn="l">
                <a:lnSpc>
                  <a:spcPct val="80000"/>
                </a:lnSpc>
                <a:spcBef>
                  <a:spcPts val="0"/>
                </a:spcBef>
                <a:spcAft>
                  <a:spcPts val="0"/>
                </a:spcAft>
                <a:buNone/>
              </a:pPr>
              <a:r>
                <a:rPr lang="en-US" altLang="zh-CN" sz="1425" b="0" i="0" u="none" strike="noStrike" kern="1200" cap="none" spc="0" baseline="0">
                  <a:solidFill>
                    <a:srgbClr val="FFFFFF"/>
                  </a:solidFill>
                  <a:latin typeface="微软雅黑" pitchFamily="0" charset="0"/>
                  <a:ea typeface="微软雅黑" pitchFamily="0" charset="0"/>
                  <a:cs typeface="微软雅黑" pitchFamily="0" charset="0"/>
                </a:rPr>
                <a:t>01</a:t>
              </a:r>
              <a:endParaRPr lang="zh-CN" altLang="en-US" sz="1425" b="0" i="0" u="none" strike="noStrike" kern="1200" cap="none" spc="0" baseline="0">
                <a:solidFill>
                  <a:srgbClr val="FFFFFF"/>
                </a:solidFill>
                <a:latin typeface="微软雅黑" pitchFamily="0" charset="0"/>
                <a:ea typeface="微软雅黑" pitchFamily="0" charset="0"/>
                <a:cs typeface="微软雅黑" pitchFamily="0" charset="0"/>
              </a:endParaRPr>
            </a:p>
          </p:txBody>
        </p:sp>
      </p:grpSp>
      <p:sp>
        <p:nvSpPr>
          <p:cNvPr id="195" name="矩形"/>
          <p:cNvSpPr>
            <a:spLocks/>
          </p:cNvSpPr>
          <p:nvPr/>
        </p:nvSpPr>
        <p:spPr>
          <a:xfrm rot="0">
            <a:off x="1306340" y="2834241"/>
            <a:ext cx="10493773" cy="1207343"/>
          </a:xfrm>
          <a:prstGeom prst="rect"/>
          <a:noFill/>
          <a:ln w="9525" cmpd="sng" cap="flat">
            <a:noFill/>
            <a:prstDash val="solid"/>
            <a:miter/>
          </a:ln>
        </p:spPr>
        <p:txBody>
          <a:bodyPr vert="horz" wrap="square" lIns="85725" tIns="85725" rIns="47625" bIns="85725" anchor="t" anchorCtr="0">
            <a:prstTxWarp prst="textNoShape"/>
          </a:bodyPr>
          <a:lstStyle/>
          <a:p>
            <a:pPr marL="0" indent="0" algn="just">
              <a:lnSpc>
                <a:spcPct val="100000"/>
              </a:lnSpc>
              <a:spcBef>
                <a:spcPts val="375"/>
              </a:spcBef>
              <a:spcAft>
                <a:spcPts val="0"/>
              </a:spcAft>
              <a:buNone/>
            </a:pPr>
            <a:r>
              <a:rPr lang="zh-CN" altLang="en-US" sz="1800" b="1" i="0" u="none" strike="noStrike" kern="1200" cap="none" spc="0" baseline="0">
                <a:solidFill>
                  <a:srgbClr val="FF0000"/>
                </a:solidFill>
                <a:latin typeface="微软雅黑" pitchFamily="0" charset="0"/>
                <a:ea typeface="微软雅黑" pitchFamily="0" charset="0"/>
                <a:cs typeface="微软雅黑" pitchFamily="0" charset="0"/>
              </a:rPr>
              <a:t>初选申报</a:t>
            </a: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a:t>
            </a:r>
            <a:r>
              <a:rPr lang="zh-CN" altLang="en-US" sz="1800" b="0" i="0" u="none" strike="noStrike" kern="100" cap="none" spc="0" baseline="0">
                <a:solidFill>
                  <a:srgbClr val="000000"/>
                </a:solidFill>
                <a:latin typeface="黑体" pitchFamily="0" charset="-122"/>
                <a:ea typeface="黑体" pitchFamily="0" charset="-122"/>
                <a:cs typeface="Times New Roman" pitchFamily="18" charset="0"/>
              </a:rPr>
              <a:t>由市、县级自然资源主管部门主要根据本级地质灾害防治规划及突发灾情险情，在</a:t>
            </a:r>
            <a:r>
              <a:rPr lang="zh-CN" altLang="en-US" sz="1800" b="0" i="0" u="none" strike="noStrike" kern="100" cap="none" spc="0" baseline="0">
                <a:solidFill>
                  <a:srgbClr val="FF0000"/>
                </a:solidFill>
                <a:effectLst>
                  <a:outerShdw sx="100000" sy="100000" blurRad="38100" dir="2700000" dist="38100" algn="tl">
                    <a:srgbClr val="000000">
                      <a:alpha val="43000"/>
                    </a:srgbClr>
                  </a:outerShdw>
                </a:effectLst>
                <a:latin typeface="黑体" pitchFamily="0" charset="-122"/>
                <a:ea typeface="黑体" pitchFamily="0" charset="-122"/>
                <a:cs typeface="Times New Roman" pitchFamily="18" charset="0"/>
              </a:rPr>
              <a:t>重点区域</a:t>
            </a:r>
            <a:r>
              <a:rPr lang="zh-CN" altLang="en-US" sz="1800" b="0" i="0" u="none" strike="noStrike" kern="100" cap="none" spc="0" baseline="0">
                <a:solidFill>
                  <a:srgbClr val="000000"/>
                </a:solidFill>
                <a:latin typeface="黑体" pitchFamily="0" charset="-122"/>
                <a:ea typeface="黑体" pitchFamily="0" charset="-122"/>
                <a:cs typeface="Times New Roman" pitchFamily="18" charset="0"/>
              </a:rPr>
              <a:t>内确定</a:t>
            </a:r>
            <a:r>
              <a:rPr lang="zh-CN" altLang="en-US" sz="1800" b="0" i="1" u="none" strike="noStrike" kern="100" cap="none" spc="0" baseline="0">
                <a:solidFill>
                  <a:srgbClr val="0000FF"/>
                </a:solidFill>
                <a:latin typeface="黑体" pitchFamily="0" charset="-122"/>
                <a:ea typeface="黑体" pitchFamily="0" charset="-122"/>
                <a:cs typeface="Times New Roman" pitchFamily="18" charset="0"/>
              </a:rPr>
              <a:t>初选项目</a:t>
            </a:r>
            <a:r>
              <a:rPr lang="zh-CN" altLang="en-US" sz="1800" b="0" i="0" u="none" strike="noStrike" kern="100" cap="none" spc="0" baseline="0">
                <a:solidFill>
                  <a:srgbClr val="000000"/>
                </a:solidFill>
                <a:latin typeface="黑体" pitchFamily="0" charset="-122"/>
                <a:ea typeface="黑体" pitchFamily="0" charset="-122"/>
                <a:cs typeface="Times New Roman" pitchFamily="18" charset="0"/>
              </a:rPr>
              <a:t>，组织编制项目</a:t>
            </a:r>
            <a:r>
              <a:rPr lang="zh-CN" altLang="en-US" sz="1800" b="0" i="1" u="none" strike="noStrike" kern="100" cap="none" spc="0" baseline="0">
                <a:solidFill>
                  <a:srgbClr val="0000FF"/>
                </a:solidFill>
                <a:latin typeface="黑体" pitchFamily="0" charset="-122"/>
                <a:ea typeface="黑体" pitchFamily="0" charset="-122"/>
                <a:cs typeface="Times New Roman" pitchFamily="18" charset="0"/>
              </a:rPr>
              <a:t>可行性研究报告</a:t>
            </a:r>
            <a:r>
              <a:rPr lang="zh-CN" altLang="en-US" sz="1800" b="0" i="0" u="none" strike="noStrike" kern="100" cap="none" spc="0" baseline="0">
                <a:solidFill>
                  <a:srgbClr val="000000"/>
                </a:solidFill>
                <a:latin typeface="黑体" pitchFamily="0" charset="-122"/>
                <a:ea typeface="黑体" pitchFamily="0" charset="-122"/>
                <a:cs typeface="Times New Roman" pitchFamily="18" charset="0"/>
              </a:rPr>
              <a:t>，会同</a:t>
            </a:r>
            <a:r>
              <a:rPr lang="zh-CN" altLang="en-US" sz="1800" b="0" i="1" u="none" strike="noStrike" kern="100" cap="none" spc="0" baseline="0">
                <a:solidFill>
                  <a:srgbClr val="0000FF"/>
                </a:solidFill>
                <a:latin typeface="黑体" pitchFamily="0" charset="-122"/>
                <a:ea typeface="黑体" pitchFamily="0" charset="-122"/>
                <a:cs typeface="Times New Roman" pitchFamily="18" charset="0"/>
              </a:rPr>
              <a:t>同级财政部门制定</a:t>
            </a:r>
            <a:r>
              <a:rPr lang="zh-CN" altLang="en-US" sz="1800" b="0" i="1" u="none" strike="noStrike" kern="100" cap="none" spc="0" baseline="0">
                <a:solidFill>
                  <a:srgbClr val="0000FF"/>
                </a:solidFill>
                <a:latin typeface="黑体" pitchFamily="0" charset="-122"/>
                <a:ea typeface="黑体" pitchFamily="0" charset="-122"/>
                <a:cs typeface="仿宋_GB2312" pitchFamily="49" charset="-122"/>
              </a:rPr>
              <a:t>资金筹措方案</a:t>
            </a:r>
            <a:r>
              <a:rPr lang="zh-CN" altLang="en-US" sz="1800" b="0" i="0" u="none" strike="noStrike" kern="100" cap="none" spc="0" baseline="0">
                <a:solidFill>
                  <a:srgbClr val="000000"/>
                </a:solidFill>
                <a:latin typeface="黑体" pitchFamily="0" charset="-122"/>
                <a:ea typeface="黑体" pitchFamily="0" charset="-122"/>
                <a:cs typeface="仿宋_GB2312" pitchFamily="49" charset="-122"/>
              </a:rPr>
              <a:t>经同级人民政府批准后，</a:t>
            </a:r>
            <a:r>
              <a:rPr lang="zh-CN" altLang="en-US" sz="1800" b="0" i="1" u="none" strike="noStrike" kern="100" cap="none" spc="0" baseline="0">
                <a:solidFill>
                  <a:srgbClr val="0000FF"/>
                </a:solidFill>
                <a:latin typeface="黑体" pitchFamily="0" charset="-122"/>
                <a:ea typeface="黑体" pitchFamily="0" charset="-122"/>
                <a:cs typeface="Times New Roman" pitchFamily="18" charset="0"/>
              </a:rPr>
              <a:t>填报</a:t>
            </a:r>
            <a:r>
              <a:rPr lang="zh-CN" altLang="en-US" sz="1800" b="0" i="1" u="none" strike="noStrike" kern="100" cap="none" spc="0" baseline="0">
                <a:solidFill>
                  <a:srgbClr val="0000FF"/>
                </a:solidFill>
                <a:latin typeface="黑体" pitchFamily="0" charset="-122"/>
                <a:ea typeface="黑体" pitchFamily="0" charset="-122"/>
                <a:cs typeface="仿宋_GB2312" pitchFamily="49" charset="-122"/>
              </a:rPr>
              <a:t>项目绩效目标表</a:t>
            </a:r>
            <a:r>
              <a:rPr lang="zh-CN" altLang="en-US" sz="1800" b="0" i="0" u="none" strike="noStrike" kern="100" cap="none" spc="0" baseline="0">
                <a:solidFill>
                  <a:srgbClr val="000000"/>
                </a:solidFill>
                <a:latin typeface="黑体" pitchFamily="0" charset="-122"/>
                <a:ea typeface="黑体" pitchFamily="0" charset="-122"/>
                <a:cs typeface="仿宋_GB2312" pitchFamily="49" charset="-122"/>
              </a:rPr>
              <a:t>，报上一级自然资源</a:t>
            </a:r>
            <a:r>
              <a:rPr lang="zh-CN" altLang="en-US" sz="1800" b="0" i="1" u="none" strike="noStrike" kern="100" cap="none" spc="0" baseline="0">
                <a:solidFill>
                  <a:srgbClr val="0000FF"/>
                </a:solidFill>
                <a:latin typeface="黑体" pitchFamily="0" charset="-122"/>
                <a:ea typeface="黑体" pitchFamily="0" charset="-122"/>
                <a:cs typeface="仿宋_GB2312" pitchFamily="49" charset="-122"/>
              </a:rPr>
              <a:t>主管部门核查</a:t>
            </a:r>
            <a:r>
              <a:rPr lang="zh-CN" altLang="en-US" sz="1800" b="0" i="0" u="none" strike="noStrike" kern="100" cap="none" spc="0" baseline="0">
                <a:solidFill>
                  <a:srgbClr val="000000"/>
                </a:solidFill>
                <a:latin typeface="黑体" pitchFamily="0" charset="-122"/>
                <a:ea typeface="黑体" pitchFamily="0" charset="-122"/>
                <a:cs typeface="Times New Roman" pitchFamily="18" charset="0"/>
              </a:rPr>
              <a:t>。</a:t>
            </a:r>
            <a:r>
              <a:rPr lang="en-US" altLang="zh-CN" sz="1800" b="0" i="0" u="none" strike="noStrike" kern="100" cap="none" spc="0" baseline="0">
                <a:solidFill>
                  <a:srgbClr val="000000"/>
                </a:solidFill>
                <a:latin typeface="黑体" pitchFamily="0" charset="-122"/>
                <a:ea typeface="黑体" pitchFamily="0" charset="-122"/>
                <a:cs typeface="Times New Roman" pitchFamily="18" charset="0"/>
              </a:rPr>
              <a:t>  </a:t>
            </a:r>
            <a:r>
              <a:rPr lang="zh-CN" altLang="en-US" sz="1800" b="0" i="0" u="none" strike="noStrike" kern="100" cap="none" spc="0" baseline="0">
                <a:solidFill>
                  <a:srgbClr val="FF0000"/>
                </a:solidFill>
                <a:latin typeface="黑体" pitchFamily="0" charset="-122"/>
                <a:ea typeface="黑体" pitchFamily="0" charset="-122"/>
                <a:cs typeface="Times New Roman" pitchFamily="18" charset="0"/>
              </a:rPr>
              <a:t>※</a:t>
            </a:r>
            <a:r>
              <a:rPr lang="zh-CN" altLang="en-US" sz="1800" b="0" i="0" u="none" strike="noStrike" kern="100" cap="none" spc="0" baseline="0">
                <a:solidFill>
                  <a:srgbClr val="000000"/>
                </a:solidFill>
                <a:latin typeface="黑体" pitchFamily="0" charset="-122"/>
                <a:ea typeface="黑体" pitchFamily="0" charset="-122"/>
                <a:cs typeface="Arial" pitchFamily="34" charset="0"/>
              </a:rPr>
              <a:t>对于</a:t>
            </a:r>
            <a:r>
              <a:rPr lang="zh-CN" altLang="en-US" sz="1800" b="0" i="0" u="none" strike="noStrike" kern="100" cap="none" spc="0" baseline="0">
                <a:solidFill>
                  <a:srgbClr val="FF0000"/>
                </a:solidFill>
                <a:effectLst>
                  <a:outerShdw sx="100000" sy="100000" blurRad="38100" dir="2700000" dist="38100" algn="tl">
                    <a:srgbClr val="000000">
                      <a:alpha val="43000"/>
                    </a:srgbClr>
                  </a:outerShdw>
                </a:effectLst>
                <a:latin typeface="黑体" pitchFamily="0" charset="-122"/>
                <a:ea typeface="黑体" pitchFamily="0" charset="-122"/>
                <a:cs typeface="宋体" pitchFamily="0" charset="0"/>
              </a:rPr>
              <a:t>跨行政区</a:t>
            </a:r>
            <a:r>
              <a:rPr lang="zh-CN" altLang="en-US" sz="1800" b="0" i="0" u="none" strike="noStrike" kern="100" cap="none" spc="0" baseline="0">
                <a:solidFill>
                  <a:srgbClr val="000000"/>
                </a:solidFill>
                <a:latin typeface="黑体" pitchFamily="0" charset="-122"/>
                <a:ea typeface="黑体" pitchFamily="0" charset="-122"/>
                <a:cs typeface="宋体" pitchFamily="0" charset="0"/>
              </a:rPr>
              <a:t>的地质灾害治理工程项目，由共同的上一级自然资源主管部门，明确其中一个市、县级自然资源主管部门组织申报。</a:t>
            </a:r>
            <a:endParaRPr lang="zh-CN" altLang="en-US" sz="1800" b="0" i="0" u="none" strike="noStrike" kern="1200" cap="none" spc="0" baseline="0">
              <a:solidFill>
                <a:srgbClr val="000000"/>
              </a:solidFill>
              <a:latin typeface="黑体" pitchFamily="0" charset="-122"/>
              <a:ea typeface="黑体" pitchFamily="0" charset="-122"/>
              <a:cs typeface="微软雅黑" pitchFamily="0" charset="0"/>
            </a:endParaRPr>
          </a:p>
        </p:txBody>
      </p:sp>
      <p:grpSp>
        <p:nvGrpSpPr>
          <p:cNvPr id="198" name="组合"/>
          <p:cNvGrpSpPr>
            <a:grpSpLocks/>
          </p:cNvGrpSpPr>
          <p:nvPr/>
        </p:nvGrpSpPr>
        <p:grpSpPr>
          <a:xfrm>
            <a:off x="746598" y="4340333"/>
            <a:ext cx="441324" cy="441324"/>
            <a:chOff x="746598" y="4340333"/>
            <a:chExt cx="441324" cy="441324"/>
          </a:xfrm>
        </p:grpSpPr>
        <p:sp>
          <p:nvSpPr>
            <p:cNvPr id="196" name="矩形"/>
            <p:cNvSpPr>
              <a:spLocks/>
            </p:cNvSpPr>
            <p:nvPr/>
          </p:nvSpPr>
          <p:spPr>
            <a:xfrm rot="0">
              <a:off x="746598" y="4340333"/>
              <a:ext cx="441324" cy="441324"/>
            </a:xfrm>
            <a:prstGeom prst="rect"/>
            <a:solidFill>
              <a:srgbClr val="1F4E79"/>
            </a:solidFill>
            <a:ln w="9525" cmpd="sng" cap="flat">
              <a:noFill/>
              <a:prstDash val="solid"/>
              <a:miter/>
            </a:ln>
          </p:spPr>
          <p:txBody>
            <a:bodyPr rtlCol="0" anchor="ctr"/>
            <a:lstStyle/>
            <a:p>
              <a:pPr algn="ctr"/>
            </a:p>
          </p:txBody>
        </p:sp>
        <p:sp>
          <p:nvSpPr>
            <p:cNvPr id="197" name="矩形"/>
            <p:cNvSpPr>
              <a:spLocks/>
            </p:cNvSpPr>
            <p:nvPr/>
          </p:nvSpPr>
          <p:spPr>
            <a:xfrm rot="0">
              <a:off x="756757" y="4487018"/>
              <a:ext cx="416560" cy="243840"/>
            </a:xfrm>
            <a:prstGeom prst="rect"/>
            <a:noFill/>
            <a:ln w="9525" cmpd="sng" cap="flat">
              <a:noFill/>
              <a:prstDash val="solid"/>
              <a:miter/>
            </a:ln>
          </p:spPr>
          <p:txBody>
            <a:bodyPr vert="horz" wrap="square" lIns="85725" tIns="38100" rIns="85725" bIns="38100" anchor="ctr" anchorCtr="1">
              <a:prstTxWarp prst="textNoShape"/>
              <a:spAutoFit/>
            </a:bodyPr>
            <a:lstStyle/>
            <a:p>
              <a:pPr marL="0" indent="0" algn="l">
                <a:lnSpc>
                  <a:spcPct val="80000"/>
                </a:lnSpc>
                <a:spcBef>
                  <a:spcPts val="0"/>
                </a:spcBef>
                <a:spcAft>
                  <a:spcPts val="0"/>
                </a:spcAft>
                <a:buNone/>
              </a:pPr>
              <a:r>
                <a:rPr lang="en-US" altLang="zh-CN" sz="1425" b="0" i="0" u="none" strike="noStrike" kern="1200" cap="none" spc="0" baseline="0">
                  <a:solidFill>
                    <a:srgbClr val="FFFFFF"/>
                  </a:solidFill>
                  <a:latin typeface="微软雅黑" pitchFamily="0" charset="0"/>
                  <a:ea typeface="微软雅黑" pitchFamily="0" charset="0"/>
                  <a:cs typeface="微软雅黑" pitchFamily="0" charset="0"/>
                </a:rPr>
                <a:t>02</a:t>
              </a:r>
              <a:endParaRPr lang="zh-CN" altLang="en-US" sz="1425" b="0" i="0" u="none" strike="noStrike" kern="1200" cap="none" spc="0" baseline="0">
                <a:solidFill>
                  <a:srgbClr val="FFFFFF"/>
                </a:solidFill>
                <a:latin typeface="微软雅黑" pitchFamily="0" charset="0"/>
                <a:ea typeface="微软雅黑" pitchFamily="0" charset="0"/>
                <a:cs typeface="微软雅黑" pitchFamily="0" charset="0"/>
              </a:endParaRPr>
            </a:p>
          </p:txBody>
        </p:sp>
      </p:grpSp>
      <p:sp>
        <p:nvSpPr>
          <p:cNvPr id="199" name="矩形"/>
          <p:cNvSpPr>
            <a:spLocks/>
          </p:cNvSpPr>
          <p:nvPr/>
        </p:nvSpPr>
        <p:spPr>
          <a:xfrm rot="0">
            <a:off x="1280864" y="4041583"/>
            <a:ext cx="10449581" cy="996023"/>
          </a:xfrm>
          <a:prstGeom prst="rect"/>
          <a:noFill/>
          <a:ln w="9525" cmpd="sng" cap="flat">
            <a:noFill/>
            <a:prstDash val="solid"/>
            <a:miter/>
          </a:ln>
        </p:spPr>
        <p:txBody>
          <a:bodyPr vert="horz" wrap="square" lIns="85725" tIns="85725" rIns="47625" bIns="85725" anchor="t" anchorCtr="0">
            <a:prstTxWarp prst="textNoShape"/>
          </a:bodyPr>
          <a:lstStyle/>
          <a:p>
            <a:pPr marL="0" indent="0" algn="just">
              <a:lnSpc>
                <a:spcPct val="100000"/>
              </a:lnSpc>
              <a:spcBef>
                <a:spcPts val="375"/>
              </a:spcBef>
              <a:spcAft>
                <a:spcPts val="0"/>
              </a:spcAft>
              <a:buNone/>
            </a:pPr>
            <a:r>
              <a:rPr lang="zh-CN" altLang="en-US" sz="1800" b="1" i="0" u="none" strike="noStrike" kern="1200" cap="none" spc="0" baseline="0">
                <a:solidFill>
                  <a:srgbClr val="FF0000"/>
                </a:solidFill>
                <a:latin typeface="微软雅黑" pitchFamily="0" charset="0"/>
                <a:ea typeface="微软雅黑" pitchFamily="0" charset="0"/>
                <a:cs typeface="Calibri" pitchFamily="0" charset="0"/>
              </a:rPr>
              <a:t>现场核查。</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对市、县级自然资源主管部门确定的初选项目，</a:t>
            </a:r>
            <a:r>
              <a:rPr lang="zh-CN" altLang="en-US" sz="1800" b="0" i="0" u="none" strike="noStrike" kern="1200" cap="none" spc="0" baseline="0">
                <a:solidFill>
                  <a:srgbClr val="FF0000"/>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上一级</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自然资源主管部门要组织专家现场核查，</a:t>
            </a:r>
            <a:r>
              <a:rPr lang="zh-CN" altLang="en-US" sz="1800" b="0" i="1"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形成核查意见</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后，由市（州）级自然资源主管部门向省自然资源厅和省财政厅统一申报。对拟申请中央财政资金支持的，按照</a:t>
            </a:r>
            <a:r>
              <a:rPr lang="zh-CN" altLang="en-US" sz="1800" b="0" i="0" u="none" strike="noStrike" kern="1200" cap="none" spc="0" baseline="0">
                <a:solidFill>
                  <a:srgbClr val="0000FF"/>
                </a:solidFill>
                <a:latin typeface="微软雅黑" pitchFamily="0" charset="0"/>
                <a:ea typeface="微软雅黑" pitchFamily="0" charset="0"/>
                <a:cs typeface="Calibri" pitchFamily="0" charset="0"/>
              </a:rPr>
              <a:t>《</a:t>
            </a:r>
            <a:r>
              <a:rPr lang="zh-CN" altLang="en-US" sz="1800" b="0" i="0" u="none" strike="noStrike" kern="1200" cap="none" spc="0" baseline="0">
                <a:solidFill>
                  <a:srgbClr val="0000FF"/>
                </a:solidFill>
                <a:latin typeface="微软雅黑" pitchFamily="0" charset="0"/>
                <a:ea typeface="微软雅黑" pitchFamily="0" charset="0"/>
                <a:cs typeface="Calibri" pitchFamily="0" charset="0"/>
              </a:rPr>
              <a:t>中央财政自然资源领域转移支付资金项目储备库入库指南</a:t>
            </a:r>
            <a:r>
              <a:rPr lang="zh-CN" altLang="en-US" sz="1800" b="0" i="0" u="none" strike="noStrike" kern="1200" cap="none" spc="0" baseline="0">
                <a:solidFill>
                  <a:srgbClr val="0000FF"/>
                </a:solidFill>
                <a:latin typeface="微软雅黑" pitchFamily="0" charset="0"/>
                <a:ea typeface="微软雅黑" pitchFamily="0" charset="0"/>
                <a:cs typeface="Calibri" pitchFamily="0" charset="0"/>
              </a:rPr>
              <a:t>》</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相关要求申报。</a:t>
            </a:r>
            <a:endParaRPr lang="zh-CN" altLang="en-US" sz="1800" b="0" i="0" u="none" strike="noStrike" kern="1200" cap="none" spc="0" baseline="0">
              <a:solidFill>
                <a:schemeClr val="tx1"/>
              </a:solidFill>
              <a:latin typeface="微软雅黑" pitchFamily="0" charset="0"/>
              <a:ea typeface="微软雅黑" pitchFamily="0" charset="0"/>
              <a:cs typeface="Calibri" pitchFamily="0" charset="0"/>
            </a:endParaRPr>
          </a:p>
        </p:txBody>
      </p:sp>
      <p:grpSp>
        <p:nvGrpSpPr>
          <p:cNvPr id="202" name="组合"/>
          <p:cNvGrpSpPr>
            <a:grpSpLocks/>
          </p:cNvGrpSpPr>
          <p:nvPr/>
        </p:nvGrpSpPr>
        <p:grpSpPr>
          <a:xfrm>
            <a:off x="744241" y="5159356"/>
            <a:ext cx="441594" cy="441594"/>
            <a:chOff x="744241" y="5159356"/>
            <a:chExt cx="441594" cy="441594"/>
          </a:xfrm>
        </p:grpSpPr>
        <p:sp>
          <p:nvSpPr>
            <p:cNvPr id="200" name="矩形"/>
            <p:cNvSpPr>
              <a:spLocks/>
            </p:cNvSpPr>
            <p:nvPr/>
          </p:nvSpPr>
          <p:spPr>
            <a:xfrm rot="0">
              <a:off x="744241" y="5159356"/>
              <a:ext cx="441594" cy="441594"/>
            </a:xfrm>
            <a:prstGeom prst="rect"/>
            <a:solidFill>
              <a:srgbClr val="1F4E79"/>
            </a:solidFill>
            <a:ln w="9525" cmpd="sng" cap="flat">
              <a:noFill/>
              <a:prstDash val="solid"/>
              <a:miter/>
            </a:ln>
          </p:spPr>
          <p:txBody>
            <a:bodyPr rtlCol="0" anchor="ctr"/>
            <a:lstStyle/>
            <a:p>
              <a:pPr algn="ctr"/>
            </a:p>
          </p:txBody>
        </p:sp>
        <p:sp>
          <p:nvSpPr>
            <p:cNvPr id="201" name="矩形"/>
            <p:cNvSpPr>
              <a:spLocks/>
            </p:cNvSpPr>
            <p:nvPr/>
          </p:nvSpPr>
          <p:spPr>
            <a:xfrm rot="0">
              <a:off x="769656" y="5305886"/>
              <a:ext cx="391398" cy="243840"/>
            </a:xfrm>
            <a:prstGeom prst="rect"/>
            <a:noFill/>
            <a:ln w="9525" cmpd="sng" cap="flat">
              <a:noFill/>
              <a:prstDash val="solid"/>
              <a:miter/>
            </a:ln>
          </p:spPr>
          <p:txBody>
            <a:bodyPr vert="horz" wrap="square" lIns="85725" tIns="38100" rIns="85725" bIns="38100" anchor="ctr" anchorCtr="1">
              <a:prstTxWarp prst="textNoShape"/>
              <a:spAutoFit/>
            </a:bodyPr>
            <a:lstStyle/>
            <a:p>
              <a:pPr marL="0" indent="0" algn="l">
                <a:lnSpc>
                  <a:spcPct val="80000"/>
                </a:lnSpc>
                <a:spcBef>
                  <a:spcPts val="0"/>
                </a:spcBef>
                <a:spcAft>
                  <a:spcPts val="0"/>
                </a:spcAft>
                <a:buNone/>
              </a:pPr>
              <a:r>
                <a:rPr lang="en-US" altLang="zh-CN" sz="1425" b="0" i="0" u="none" strike="noStrike" kern="1200" cap="none" spc="0" baseline="0">
                  <a:solidFill>
                    <a:srgbClr val="FFFFFF"/>
                  </a:solidFill>
                  <a:latin typeface="微软雅黑" pitchFamily="0" charset="0"/>
                  <a:ea typeface="微软雅黑" pitchFamily="0" charset="0"/>
                  <a:cs typeface="微软雅黑" pitchFamily="0" charset="0"/>
                </a:rPr>
                <a:t>03</a:t>
              </a:r>
              <a:endParaRPr lang="zh-CN" altLang="en-US" sz="1425" b="0" i="0" u="none" strike="noStrike" kern="1200" cap="none" spc="0" baseline="0">
                <a:solidFill>
                  <a:srgbClr val="FFFFFF"/>
                </a:solidFill>
                <a:latin typeface="微软雅黑" pitchFamily="0" charset="0"/>
                <a:ea typeface="微软雅黑" pitchFamily="0" charset="0"/>
                <a:cs typeface="微软雅黑" pitchFamily="0" charset="0"/>
              </a:endParaRPr>
            </a:p>
          </p:txBody>
        </p:sp>
      </p:grpSp>
      <p:grpSp>
        <p:nvGrpSpPr>
          <p:cNvPr id="205" name="组合"/>
          <p:cNvGrpSpPr>
            <a:grpSpLocks/>
          </p:cNvGrpSpPr>
          <p:nvPr/>
        </p:nvGrpSpPr>
        <p:grpSpPr>
          <a:xfrm>
            <a:off x="744510" y="6040812"/>
            <a:ext cx="441324" cy="441324"/>
            <a:chOff x="744510" y="6040812"/>
            <a:chExt cx="441324" cy="441324"/>
          </a:xfrm>
        </p:grpSpPr>
        <p:sp>
          <p:nvSpPr>
            <p:cNvPr id="203" name="矩形"/>
            <p:cNvSpPr>
              <a:spLocks/>
            </p:cNvSpPr>
            <p:nvPr/>
          </p:nvSpPr>
          <p:spPr>
            <a:xfrm rot="0">
              <a:off x="744510" y="6040812"/>
              <a:ext cx="441324" cy="441324"/>
            </a:xfrm>
            <a:prstGeom prst="rect"/>
            <a:solidFill>
              <a:srgbClr val="1F4E79"/>
            </a:solidFill>
            <a:ln w="9525" cmpd="sng" cap="flat">
              <a:noFill/>
              <a:prstDash val="solid"/>
              <a:miter/>
            </a:ln>
          </p:spPr>
          <p:txBody>
            <a:bodyPr rtlCol="0" anchor="ctr"/>
            <a:lstStyle/>
            <a:p>
              <a:pPr algn="ctr"/>
            </a:p>
          </p:txBody>
        </p:sp>
        <p:sp>
          <p:nvSpPr>
            <p:cNvPr id="204" name="矩形"/>
            <p:cNvSpPr>
              <a:spLocks/>
            </p:cNvSpPr>
            <p:nvPr/>
          </p:nvSpPr>
          <p:spPr>
            <a:xfrm rot="0">
              <a:off x="754669" y="6187180"/>
              <a:ext cx="416560" cy="243840"/>
            </a:xfrm>
            <a:prstGeom prst="rect"/>
            <a:noFill/>
            <a:ln w="9525" cmpd="sng" cap="flat">
              <a:noFill/>
              <a:prstDash val="solid"/>
              <a:miter/>
            </a:ln>
          </p:spPr>
          <p:txBody>
            <a:bodyPr vert="horz" wrap="square" lIns="85725" tIns="38100" rIns="85725" bIns="38100" anchor="ctr" anchorCtr="1">
              <a:prstTxWarp prst="textNoShape"/>
              <a:spAutoFit/>
            </a:bodyPr>
            <a:lstStyle/>
            <a:p>
              <a:pPr marL="0" indent="0" algn="l">
                <a:lnSpc>
                  <a:spcPct val="80000"/>
                </a:lnSpc>
                <a:spcBef>
                  <a:spcPts val="0"/>
                </a:spcBef>
                <a:spcAft>
                  <a:spcPts val="0"/>
                </a:spcAft>
                <a:buNone/>
              </a:pPr>
              <a:r>
                <a:rPr lang="en-US" altLang="zh-CN" sz="1425" b="0" i="0" u="none" strike="noStrike" kern="1200" cap="none" spc="0" baseline="0">
                  <a:solidFill>
                    <a:srgbClr val="FFFFFF"/>
                  </a:solidFill>
                  <a:latin typeface="微软雅黑" pitchFamily="0" charset="0"/>
                  <a:ea typeface="微软雅黑" pitchFamily="0" charset="0"/>
                  <a:cs typeface="微软雅黑" pitchFamily="0" charset="0"/>
                </a:rPr>
                <a:t>04</a:t>
              </a:r>
              <a:endParaRPr lang="zh-CN" altLang="en-US" sz="1425" b="0" i="0" u="none" strike="noStrike" kern="1200" cap="none" spc="0" baseline="0">
                <a:solidFill>
                  <a:srgbClr val="FFFFFF"/>
                </a:solidFill>
                <a:latin typeface="微软雅黑" pitchFamily="0" charset="0"/>
                <a:ea typeface="微软雅黑" pitchFamily="0" charset="0"/>
                <a:cs typeface="微软雅黑" pitchFamily="0" charset="0"/>
              </a:endParaRPr>
            </a:p>
          </p:txBody>
        </p:sp>
      </p:grpSp>
      <p:sp>
        <p:nvSpPr>
          <p:cNvPr id="206" name="矩形"/>
          <p:cNvSpPr>
            <a:spLocks/>
          </p:cNvSpPr>
          <p:nvPr/>
        </p:nvSpPr>
        <p:spPr>
          <a:xfrm rot="0">
            <a:off x="1278776" y="5748670"/>
            <a:ext cx="10564602" cy="929322"/>
          </a:xfrm>
          <a:prstGeom prst="rect"/>
          <a:noFill/>
          <a:ln w="9525" cmpd="sng" cap="flat">
            <a:noFill/>
            <a:prstDash val="solid"/>
            <a:miter/>
          </a:ln>
        </p:spPr>
        <p:txBody>
          <a:bodyPr vert="horz" wrap="square" lIns="85725" tIns="85725" rIns="47625" bIns="85725" anchor="t" anchorCtr="0">
            <a:prstTxWarp prst="textNoShape"/>
          </a:bodyPr>
          <a:lstStyle/>
          <a:p>
            <a:pPr marL="0" indent="0" algn="just">
              <a:lnSpc>
                <a:spcPct val="100000"/>
              </a:lnSpc>
              <a:spcBef>
                <a:spcPts val="375"/>
              </a:spcBef>
              <a:spcAft>
                <a:spcPts val="0"/>
              </a:spcAft>
              <a:buNone/>
            </a:pPr>
            <a:r>
              <a:rPr lang="zh-CN" altLang="en-US" sz="1800" b="1" i="0" u="none" strike="noStrike" kern="1200" cap="none" spc="0" baseline="0">
                <a:solidFill>
                  <a:srgbClr val="FF0000"/>
                </a:solidFill>
                <a:latin typeface="微软雅黑" pitchFamily="0" charset="0"/>
                <a:ea typeface="微软雅黑" pitchFamily="0" charset="0"/>
                <a:cs typeface="Calibri" pitchFamily="0" charset="0"/>
              </a:rPr>
              <a:t>动态调整。</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项目库实行动态调整机制，对已纳入项目库的项目，根据年度资金预算情况择优安排。因治理责任主体发生改变、属地政府已利用自筹资金治理完成以及其他原因</a:t>
            </a:r>
            <a:r>
              <a:rPr lang="zh-CN" altLang="en-US" sz="1800" b="0" i="1"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不能立项的</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，市（州）级自然资源主管部门应将调整理由以正式文件报省自然资源厅和省财政厅备案，</a:t>
            </a:r>
            <a:r>
              <a:rPr lang="zh-CN" altLang="en-US" sz="1800" b="0" i="1"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项目调整出库</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a:t>
            </a:r>
            <a:endParaRPr lang="zh-CN" altLang="en-US" sz="1800" b="0" i="0" u="none" strike="noStrike" kern="1200" cap="none" spc="0" baseline="0">
              <a:solidFill>
                <a:schemeClr val="tx1"/>
              </a:solidFill>
              <a:latin typeface="微软雅黑" pitchFamily="0" charset="0"/>
              <a:ea typeface="微软雅黑" pitchFamily="0" charset="0"/>
              <a:cs typeface="Calibri" pitchFamily="0" charset="0"/>
            </a:endParaRPr>
          </a:p>
        </p:txBody>
      </p:sp>
      <p:sp>
        <p:nvSpPr>
          <p:cNvPr id="207" name="矩形"/>
          <p:cNvSpPr>
            <a:spLocks/>
          </p:cNvSpPr>
          <p:nvPr/>
        </p:nvSpPr>
        <p:spPr>
          <a:xfrm rot="0">
            <a:off x="1278776" y="5011635"/>
            <a:ext cx="10449581" cy="737036"/>
          </a:xfrm>
          <a:prstGeom prst="rect"/>
          <a:noFill/>
          <a:ln w="9525" cmpd="sng" cap="flat">
            <a:noFill/>
            <a:prstDash val="solid"/>
            <a:miter/>
          </a:ln>
        </p:spPr>
        <p:txBody>
          <a:bodyPr vert="horz" wrap="square" lIns="85725" tIns="85725" rIns="47625" bIns="85725" anchor="t" anchorCtr="0">
            <a:prstTxWarp prst="textNoShape"/>
          </a:bodyPr>
          <a:lstStyle/>
          <a:p>
            <a:pPr marL="0" indent="0" algn="just">
              <a:lnSpc>
                <a:spcPct val="100000"/>
              </a:lnSpc>
              <a:spcBef>
                <a:spcPts val="375"/>
              </a:spcBef>
              <a:spcAft>
                <a:spcPts val="0"/>
              </a:spcAft>
              <a:buNone/>
            </a:pPr>
            <a:r>
              <a:rPr lang="zh-CN" altLang="en-US" sz="1800" b="1" i="0" u="none" strike="noStrike" kern="1200" cap="none" spc="0" baseline="0">
                <a:solidFill>
                  <a:srgbClr val="FF0000"/>
                </a:solidFill>
                <a:latin typeface="微软雅黑" pitchFamily="0" charset="0"/>
                <a:ea typeface="微软雅黑" pitchFamily="0" charset="0"/>
                <a:cs typeface="Calibri" pitchFamily="0" charset="0"/>
              </a:rPr>
              <a:t>评估审核。</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市（州）级自然资源主管部门申报的治理工程项目，省自然资源厅会同省财政厅</a:t>
            </a:r>
            <a:r>
              <a:rPr lang="zh-CN" altLang="en-US" sz="1800" b="0" i="1"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每年至少组织专家评审一次</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，通过评审，具备入库条件的，经排序入项目库。</a:t>
            </a:r>
            <a:endParaRPr lang="zh-CN" altLang="en-US" sz="1800" b="0" i="0" u="none" strike="noStrike" kern="1200" cap="none" spc="0" baseline="0">
              <a:solidFill>
                <a:schemeClr val="tx1"/>
              </a:solidFill>
              <a:latin typeface="微软雅黑" pitchFamily="0" charset="0"/>
              <a:ea typeface="微软雅黑" pitchFamily="0" charset="0"/>
              <a:cs typeface="Calibri" pitchFamily="0" charset="0"/>
            </a:endParaRPr>
          </a:p>
        </p:txBody>
      </p:sp>
      <p:grpSp>
        <p:nvGrpSpPr>
          <p:cNvPr id="211" name="组合"/>
          <p:cNvGrpSpPr>
            <a:grpSpLocks/>
          </p:cNvGrpSpPr>
          <p:nvPr/>
        </p:nvGrpSpPr>
        <p:grpSpPr>
          <a:xfrm>
            <a:off x="3117193" y="472687"/>
            <a:ext cx="403698" cy="141984"/>
            <a:chOff x="3117193" y="472687"/>
            <a:chExt cx="403698" cy="141984"/>
          </a:xfrm>
        </p:grpSpPr>
        <p:sp>
          <p:nvSpPr>
            <p:cNvPr id="208" name="燕尾形"/>
            <p:cNvSpPr>
              <a:spLocks/>
            </p:cNvSpPr>
            <p:nvPr/>
          </p:nvSpPr>
          <p:spPr>
            <a:xfrm rot="0">
              <a:off x="3117193"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209" name="燕尾形"/>
            <p:cNvSpPr>
              <a:spLocks/>
            </p:cNvSpPr>
            <p:nvPr/>
          </p:nvSpPr>
          <p:spPr>
            <a:xfrm rot="0">
              <a:off x="3246757"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210" name="燕尾形"/>
            <p:cNvSpPr>
              <a:spLocks/>
            </p:cNvSpPr>
            <p:nvPr/>
          </p:nvSpPr>
          <p:spPr>
            <a:xfrm rot="0">
              <a:off x="3376322"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grpSp>
      <p:sp>
        <p:nvSpPr>
          <p:cNvPr id="212" name="矩形"/>
          <p:cNvSpPr>
            <a:spLocks/>
          </p:cNvSpPr>
          <p:nvPr/>
        </p:nvSpPr>
        <p:spPr>
          <a:xfrm rot="0">
            <a:off x="3667719" y="309258"/>
            <a:ext cx="2698247" cy="451794"/>
          </a:xfrm>
          <a:prstGeom prst="rect"/>
          <a:solidFill>
            <a:schemeClr val="accent1"/>
          </a:solidFill>
          <a:ln w="9525" cmpd="sng" cap="flat">
            <a:noFill/>
            <a:prstDash val="solid"/>
            <a:round/>
          </a:ln>
        </p:spPr>
        <p:txBody>
          <a:bodyPr vert="horz" wrap="square" lIns="91440" tIns="45720" rIns="91440" bIns="45720" anchor="ctr" anchorCtr="0">
            <a:prstTxWarp prst="textNoShape"/>
          </a:bodyPr>
          <a:lstStyle/>
          <a:p>
            <a:pPr marL="0" indent="0" algn="ctr">
              <a:lnSpc>
                <a:spcPct val="120000"/>
              </a:lnSpc>
              <a:spcBef>
                <a:spcPts val="0"/>
              </a:spcBef>
              <a:spcAft>
                <a:spcPts val="0"/>
              </a:spcAft>
              <a:buNone/>
            </a:pPr>
            <a:r>
              <a:rPr lang="zh-CN" altLang="en-US" sz="2400" b="1" i="0" u="none" strike="noStrike" kern="1200" cap="none" spc="0" baseline="0">
                <a:solidFill>
                  <a:srgbClr val="FFFFFF"/>
                </a:solidFill>
                <a:latin typeface="微软雅黑" pitchFamily="0" charset="0"/>
                <a:ea typeface="微软雅黑" pitchFamily="0" charset="0"/>
                <a:cs typeface="Calibri" pitchFamily="0" charset="0"/>
              </a:rPr>
              <a:t>第三章 项目实施</a:t>
            </a:r>
            <a:endParaRPr lang="zh-CN" altLang="en-US" sz="2400" b="1" i="0" u="none" strike="noStrike" kern="1200" cap="none" spc="0" baseline="0">
              <a:solidFill>
                <a:srgbClr val="FFFFFF"/>
              </a:solidFill>
              <a:latin typeface="微软雅黑" pitchFamily="0" charset="0"/>
              <a:ea typeface="微软雅黑" pitchFamily="0" charset="0"/>
              <a:cs typeface="Calibri" pitchFamily="0" charset="0"/>
            </a:endParaRPr>
          </a:p>
        </p:txBody>
      </p:sp>
    </p:spTree>
    <p:extLst>
      <p:ext uri="{BB962C8B-B14F-4D97-AF65-F5344CB8AC3E}">
        <p14:creationId xmlns:p14="http://schemas.microsoft.com/office/powerpoint/2010/main" val="110865739"/>
      </p:ext>
    </p:extLst>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15" name="矩形"/>
          <p:cNvSpPr>
            <a:spLocks/>
          </p:cNvSpPr>
          <p:nvPr/>
        </p:nvSpPr>
        <p:spPr>
          <a:xfrm rot="0">
            <a:off x="1571624" y="912813"/>
            <a:ext cx="10620375" cy="117792"/>
          </a:xfrm>
          <a:prstGeom prst="rect"/>
          <a:solidFill>
            <a:srgbClr val="0070C0"/>
          </a:solidFill>
          <a:ln w="9525" cmpd="sng" cap="flat">
            <a:solidFill>
              <a:srgbClr val="0070C0"/>
            </a:solidFill>
            <a:prstDash val="solid"/>
            <a:round/>
          </a:ln>
        </p:spPr>
        <p:txBody>
          <a:bodyPr rtlCol="0" anchor="ctr"/>
          <a:lstStyle/>
          <a:p>
            <a:pPr algn="ctr"/>
          </a:p>
        </p:txBody>
      </p:sp>
      <p:sp>
        <p:nvSpPr>
          <p:cNvPr id="216" name="直线"/>
          <p:cNvSpPr>
            <a:spLocks/>
          </p:cNvSpPr>
          <p:nvPr/>
        </p:nvSpPr>
        <p:spPr>
          <a:xfrm rot="0">
            <a:off x="0" y="843074"/>
            <a:ext cx="12204001" cy="0"/>
          </a:xfrm>
          <a:prstGeom prst="line"/>
          <a:noFill/>
          <a:ln w="28575" cmpd="sng" cap="flat">
            <a:solidFill>
              <a:srgbClr val="0070C0"/>
            </a:solidFill>
            <a:prstDash val="solid"/>
            <a:round/>
          </a:ln>
        </p:spPr>
        <p:txBody>
          <a:bodyPr rtlCol="0" anchor="ctr"/>
          <a:lstStyle/>
          <a:p>
            <a:pPr algn="ctr"/>
          </a:p>
        </p:txBody>
      </p:sp>
      <p:sp>
        <p:nvSpPr>
          <p:cNvPr id="217" name="矩形"/>
          <p:cNvSpPr>
            <a:spLocks/>
          </p:cNvSpPr>
          <p:nvPr/>
        </p:nvSpPr>
        <p:spPr>
          <a:xfrm rot="0">
            <a:off x="0" y="912813"/>
            <a:ext cx="1571624" cy="117792"/>
          </a:xfrm>
          <a:prstGeom prst="rect"/>
          <a:solidFill>
            <a:srgbClr val="0070C0"/>
          </a:solidFill>
          <a:ln w="9525" cmpd="sng" cap="flat">
            <a:solidFill>
              <a:srgbClr val="0070C0"/>
            </a:solidFill>
            <a:prstDash val="solid"/>
            <a:round/>
          </a:ln>
        </p:spPr>
        <p:txBody>
          <a:bodyPr rtlCol="0" anchor="ctr"/>
          <a:lstStyle/>
          <a:p>
            <a:pPr algn="ctr"/>
          </a:p>
        </p:txBody>
      </p:sp>
      <p:sp>
        <p:nvSpPr>
          <p:cNvPr id="218" name="矩形"/>
          <p:cNvSpPr>
            <a:spLocks/>
          </p:cNvSpPr>
          <p:nvPr/>
        </p:nvSpPr>
        <p:spPr>
          <a:xfrm rot="0">
            <a:off x="541972" y="3665873"/>
            <a:ext cx="6524624" cy="844296"/>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74000"/>
              </a:lnSpc>
              <a:spcBef>
                <a:spcPts val="0"/>
              </a:spcBef>
              <a:spcAft>
                <a:spcPts val="0"/>
              </a:spcAft>
              <a:buNone/>
            </a:pPr>
            <a:r>
              <a:rPr lang="zh-CN" altLang="en-US" sz="2325" b="1" i="0" u="none" strike="noStrike" kern="1200" cap="none" spc="0" baseline="0">
                <a:solidFill>
                  <a:srgbClr val="5B9BD5"/>
                </a:solidFill>
                <a:latin typeface="微软雅黑" pitchFamily="0" charset="0"/>
                <a:ea typeface="微软雅黑" pitchFamily="0" charset="0"/>
                <a:cs typeface="微软雅黑" pitchFamily="0" charset="0"/>
              </a:rPr>
              <a:t>项目管理原则</a:t>
            </a:r>
            <a:endParaRPr lang="zh-CN" altLang="en-US" sz="2325" b="1" i="0" u="none" strike="noStrike" kern="1200" cap="none" spc="0" baseline="0">
              <a:solidFill>
                <a:srgbClr val="5B9BD5"/>
              </a:solidFill>
              <a:latin typeface="微软雅黑" pitchFamily="0" charset="0"/>
              <a:ea typeface="微软雅黑" pitchFamily="0" charset="0"/>
              <a:cs typeface="微软雅黑" pitchFamily="0" charset="0"/>
            </a:endParaRPr>
          </a:p>
        </p:txBody>
      </p:sp>
      <p:sp>
        <p:nvSpPr>
          <p:cNvPr id="219" name="矩形"/>
          <p:cNvSpPr>
            <a:spLocks/>
          </p:cNvSpPr>
          <p:nvPr/>
        </p:nvSpPr>
        <p:spPr>
          <a:xfrm rot="0">
            <a:off x="541972" y="4269408"/>
            <a:ext cx="6810375" cy="1676400"/>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50000"/>
              </a:lnSpc>
              <a:spcBef>
                <a:spcPts val="0"/>
              </a:spcBef>
              <a:spcAft>
                <a:spcPts val="0"/>
              </a:spcAft>
              <a:buNone/>
            </a:pPr>
            <a:r>
              <a:rPr lang="zh-CN" altLang="en-US" sz="1600" b="1" i="0" u="none" strike="noStrike" kern="1200" cap="none" spc="0" baseline="0">
                <a:solidFill>
                  <a:srgbClr val="000000"/>
                </a:solidFill>
                <a:latin typeface="微软雅黑" pitchFamily="0" charset="0"/>
                <a:ea typeface="微软雅黑" pitchFamily="0" charset="0"/>
                <a:cs typeface="微软雅黑" pitchFamily="0" charset="0"/>
              </a:rPr>
              <a:t>第八条</a:t>
            </a:r>
            <a:r>
              <a:rPr lang="zh-CN" altLang="en-US" sz="1600" b="0" i="0" u="none" strike="noStrike" kern="1200" cap="none" spc="0" baseline="0">
                <a:solidFill>
                  <a:srgbClr val="000000"/>
                </a:solidFill>
                <a:latin typeface="微软雅黑" pitchFamily="0" charset="0"/>
                <a:ea typeface="微软雅黑" pitchFamily="0" charset="0"/>
                <a:cs typeface="微软雅黑" pitchFamily="0" charset="0"/>
              </a:rPr>
              <a:t>  原则上市、县级自然资源主管部门应为项目建设单位，项目涉及的勘查、设计、施工、监理等单位，应依法依规通过</a:t>
            </a:r>
            <a:r>
              <a:rPr lang="zh-CN" altLang="en-US" sz="1600" b="1" i="0" u="none" strike="noStrike" kern="1200" cap="none" spc="0" baseline="0">
                <a:solidFill>
                  <a:srgbClr val="FF0000"/>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政府采购</a:t>
            </a:r>
            <a:r>
              <a:rPr lang="zh-CN" altLang="en-US" sz="1600" b="0" i="0" u="none" strike="noStrike" kern="1200" cap="none" spc="0" baseline="0">
                <a:solidFill>
                  <a:srgbClr val="000000"/>
                </a:solidFill>
                <a:latin typeface="微软雅黑" pitchFamily="0" charset="0"/>
                <a:ea typeface="微软雅黑" pitchFamily="0" charset="0"/>
                <a:cs typeface="微软雅黑" pitchFamily="0" charset="0"/>
              </a:rPr>
              <a:t>方式确定并签订相应合同。由市级自然资源主管部门作为建设单位的项目，参照中央财政出资的项目进行管理。</a:t>
            </a:r>
            <a:endParaRPr lang="zh-CN" altLang="en-US" sz="1600" b="0" i="0" u="none" strike="noStrike" kern="1200" cap="none" spc="0" baseline="0">
              <a:solidFill>
                <a:srgbClr val="000000"/>
              </a:solidFill>
              <a:latin typeface="微软雅黑" pitchFamily="0" charset="0"/>
              <a:ea typeface="微软雅黑" pitchFamily="0" charset="0"/>
              <a:cs typeface="微软雅黑" pitchFamily="0" charset="0"/>
            </a:endParaRPr>
          </a:p>
        </p:txBody>
      </p:sp>
      <p:grpSp>
        <p:nvGrpSpPr>
          <p:cNvPr id="224" name="组合"/>
          <p:cNvGrpSpPr>
            <a:grpSpLocks/>
          </p:cNvGrpSpPr>
          <p:nvPr/>
        </p:nvGrpSpPr>
        <p:grpSpPr>
          <a:xfrm>
            <a:off x="522588" y="5891736"/>
            <a:ext cx="6936105" cy="123190"/>
            <a:chOff x="522588" y="5891736"/>
            <a:chExt cx="6936105" cy="123190"/>
          </a:xfrm>
        </p:grpSpPr>
        <p:sp>
          <p:nvSpPr>
            <p:cNvPr id="220" name="矩形"/>
            <p:cNvSpPr>
              <a:spLocks/>
            </p:cNvSpPr>
            <p:nvPr/>
          </p:nvSpPr>
          <p:spPr>
            <a:xfrm rot="0">
              <a:off x="575928" y="5891736"/>
              <a:ext cx="701675" cy="123190"/>
            </a:xfrm>
            <a:prstGeom prst="rect"/>
            <a:solidFill>
              <a:srgbClr val="5B9BD5"/>
            </a:solidFill>
            <a:ln w="9525" cmpd="sng" cap="flat">
              <a:noFill/>
              <a:prstDash val="solid"/>
              <a:miter/>
            </a:ln>
          </p:spPr>
          <p:txBody>
            <a:bodyPr rtlCol="0" anchor="ctr"/>
            <a:lstStyle/>
            <a:p>
              <a:pPr algn="ctr"/>
            </a:p>
          </p:txBody>
        </p:sp>
        <p:sp>
          <p:nvSpPr>
            <p:cNvPr id="221" name="椭圆"/>
            <p:cNvSpPr>
              <a:spLocks/>
            </p:cNvSpPr>
            <p:nvPr/>
          </p:nvSpPr>
          <p:spPr>
            <a:xfrm rot="0">
              <a:off x="522588" y="5891736"/>
              <a:ext cx="123189" cy="123190"/>
            </a:xfrm>
            <a:prstGeom prst="ellipse"/>
            <a:solidFill>
              <a:srgbClr val="5B9BD5"/>
            </a:solidFill>
            <a:ln w="9525" cmpd="sng" cap="flat">
              <a:noFill/>
              <a:prstDash val="solid"/>
              <a:miter/>
            </a:ln>
          </p:spPr>
          <p:txBody>
            <a:bodyPr rtlCol="0" anchor="ctr"/>
            <a:lstStyle/>
            <a:p>
              <a:pPr algn="ctr"/>
            </a:p>
          </p:txBody>
        </p:sp>
        <p:sp>
          <p:nvSpPr>
            <p:cNvPr id="222" name="椭圆"/>
            <p:cNvSpPr>
              <a:spLocks/>
            </p:cNvSpPr>
            <p:nvPr/>
          </p:nvSpPr>
          <p:spPr>
            <a:xfrm rot="0">
              <a:off x="1205848" y="5891736"/>
              <a:ext cx="123190" cy="123190"/>
            </a:xfrm>
            <a:prstGeom prst="ellipse"/>
            <a:solidFill>
              <a:srgbClr val="5B9BD5"/>
            </a:solidFill>
            <a:ln w="9525" cmpd="sng" cap="flat">
              <a:noFill/>
              <a:prstDash val="solid"/>
              <a:miter/>
            </a:ln>
          </p:spPr>
          <p:txBody>
            <a:bodyPr rtlCol="0" anchor="ctr"/>
            <a:lstStyle/>
            <a:p>
              <a:pPr algn="ctr"/>
            </a:p>
          </p:txBody>
        </p:sp>
        <p:sp>
          <p:nvSpPr>
            <p:cNvPr id="223" name="直线"/>
            <p:cNvSpPr>
              <a:spLocks/>
            </p:cNvSpPr>
            <p:nvPr/>
          </p:nvSpPr>
          <p:spPr>
            <a:xfrm rot="0">
              <a:off x="1276968" y="5966031"/>
              <a:ext cx="6181725" cy="0"/>
            </a:xfrm>
            <a:prstGeom prst="line"/>
            <a:solidFill>
              <a:schemeClr val="accent1"/>
            </a:solidFill>
            <a:ln w="14288" cmpd="sng" cap="flat">
              <a:solidFill>
                <a:srgbClr val="5B9BD5"/>
              </a:solidFill>
              <a:prstDash val="dash"/>
              <a:round/>
            </a:ln>
          </p:spPr>
          <p:txBody>
            <a:bodyPr rtlCol="0" anchor="ctr"/>
            <a:lstStyle/>
            <a:p>
              <a:pPr algn="ctr"/>
            </a:p>
          </p:txBody>
        </p:sp>
      </p:grpSp>
      <p:sp>
        <p:nvSpPr>
          <p:cNvPr id="225" name="矩形"/>
          <p:cNvSpPr>
            <a:spLocks/>
          </p:cNvSpPr>
          <p:nvPr/>
        </p:nvSpPr>
        <p:spPr>
          <a:xfrm rot="0">
            <a:off x="518150" y="1030606"/>
            <a:ext cx="6734175" cy="844296"/>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74000"/>
              </a:lnSpc>
              <a:spcBef>
                <a:spcPts val="0"/>
              </a:spcBef>
              <a:spcAft>
                <a:spcPts val="0"/>
              </a:spcAft>
              <a:buNone/>
            </a:pPr>
            <a:r>
              <a:rPr lang="zh-CN" altLang="en-US" sz="2325" b="1" i="0" u="none" strike="noStrike" kern="1200" cap="none" spc="0" baseline="0">
                <a:solidFill>
                  <a:srgbClr val="5B9BD5"/>
                </a:solidFill>
                <a:latin typeface="微软雅黑" pitchFamily="0" charset="0"/>
                <a:ea typeface="微软雅黑" pitchFamily="0" charset="0"/>
                <a:cs typeface="微软雅黑" pitchFamily="0" charset="0"/>
              </a:rPr>
              <a:t>各级自然资源主管部门主要职责</a:t>
            </a:r>
            <a:endParaRPr lang="zh-CN" altLang="en-US" sz="2325" b="1" i="0" u="none" strike="noStrike" kern="1200" cap="none" spc="0" baseline="0">
              <a:solidFill>
                <a:srgbClr val="5B9BD5"/>
              </a:solidFill>
              <a:latin typeface="微软雅黑" pitchFamily="0" charset="0"/>
              <a:ea typeface="微软雅黑" pitchFamily="0" charset="0"/>
              <a:cs typeface="微软雅黑" pitchFamily="0" charset="0"/>
            </a:endParaRPr>
          </a:p>
        </p:txBody>
      </p:sp>
      <p:sp>
        <p:nvSpPr>
          <p:cNvPr id="226" name="矩形"/>
          <p:cNvSpPr>
            <a:spLocks/>
          </p:cNvSpPr>
          <p:nvPr/>
        </p:nvSpPr>
        <p:spPr>
          <a:xfrm rot="0">
            <a:off x="518150" y="1647309"/>
            <a:ext cx="6734175" cy="1314591"/>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50000"/>
              </a:lnSpc>
              <a:spcBef>
                <a:spcPts val="0"/>
              </a:spcBef>
              <a:spcAft>
                <a:spcPts val="0"/>
              </a:spcAft>
              <a:buNone/>
            </a:pPr>
            <a:r>
              <a:rPr lang="zh-CN" altLang="en-US" sz="1600" b="1" i="0" u="none" strike="noStrike" kern="1200" cap="none" spc="0" baseline="0">
                <a:solidFill>
                  <a:srgbClr val="000000"/>
                </a:solidFill>
                <a:latin typeface="微软雅黑" pitchFamily="0" charset="0"/>
                <a:ea typeface="微软雅黑" pitchFamily="0" charset="0"/>
                <a:cs typeface="微软雅黑" pitchFamily="0" charset="0"/>
              </a:rPr>
              <a:t>第七条</a:t>
            </a:r>
            <a:r>
              <a:rPr lang="zh-CN" altLang="en-US" sz="1600" b="0" i="0" u="none" strike="noStrike" kern="1200" cap="none" spc="0" baseline="0">
                <a:solidFill>
                  <a:srgbClr val="000000"/>
                </a:solidFill>
                <a:latin typeface="微软雅黑" pitchFamily="0" charset="0"/>
                <a:ea typeface="微软雅黑" pitchFamily="0" charset="0"/>
                <a:cs typeface="微软雅黑" pitchFamily="0" charset="0"/>
              </a:rPr>
              <a:t>  各级自然资源主管部门应在当地政府的领导下，切实加强本行政区域内项目的组织、协调、指导和监督工作，组织开展项目勘查、设计的评审和工程验收，监督后期管护工作。</a:t>
            </a:r>
            <a:endParaRPr lang="zh-CN" altLang="en-US" sz="1600" b="0" i="0" u="none" strike="noStrike" kern="1200" cap="none" spc="0" baseline="0">
              <a:solidFill>
                <a:srgbClr val="000000"/>
              </a:solidFill>
              <a:latin typeface="微软雅黑" pitchFamily="0" charset="0"/>
              <a:ea typeface="微软雅黑" pitchFamily="0" charset="0"/>
              <a:cs typeface="微软雅黑" pitchFamily="0" charset="0"/>
            </a:endParaRPr>
          </a:p>
        </p:txBody>
      </p:sp>
      <p:grpSp>
        <p:nvGrpSpPr>
          <p:cNvPr id="231" name="组合"/>
          <p:cNvGrpSpPr>
            <a:grpSpLocks/>
          </p:cNvGrpSpPr>
          <p:nvPr/>
        </p:nvGrpSpPr>
        <p:grpSpPr>
          <a:xfrm>
            <a:off x="521953" y="3008640"/>
            <a:ext cx="6936104" cy="123190"/>
            <a:chOff x="521953" y="3008640"/>
            <a:chExt cx="6936104" cy="123190"/>
          </a:xfrm>
        </p:grpSpPr>
        <p:sp>
          <p:nvSpPr>
            <p:cNvPr id="227" name="矩形"/>
            <p:cNvSpPr>
              <a:spLocks/>
            </p:cNvSpPr>
            <p:nvPr/>
          </p:nvSpPr>
          <p:spPr>
            <a:xfrm rot="0">
              <a:off x="575293" y="3008640"/>
              <a:ext cx="701674" cy="123190"/>
            </a:xfrm>
            <a:prstGeom prst="rect"/>
            <a:solidFill>
              <a:srgbClr val="5B9BD5"/>
            </a:solidFill>
            <a:ln w="9525" cmpd="sng" cap="flat">
              <a:noFill/>
              <a:prstDash val="solid"/>
              <a:miter/>
            </a:ln>
          </p:spPr>
          <p:txBody>
            <a:bodyPr rtlCol="0" anchor="ctr"/>
            <a:lstStyle/>
            <a:p>
              <a:pPr algn="ctr"/>
            </a:p>
          </p:txBody>
        </p:sp>
        <p:sp>
          <p:nvSpPr>
            <p:cNvPr id="228" name="椭圆"/>
            <p:cNvSpPr>
              <a:spLocks/>
            </p:cNvSpPr>
            <p:nvPr/>
          </p:nvSpPr>
          <p:spPr>
            <a:xfrm rot="0">
              <a:off x="521953" y="3008640"/>
              <a:ext cx="123189" cy="123190"/>
            </a:xfrm>
            <a:prstGeom prst="ellipse"/>
            <a:solidFill>
              <a:srgbClr val="5B9BD5"/>
            </a:solidFill>
            <a:ln w="9525" cmpd="sng" cap="flat">
              <a:noFill/>
              <a:prstDash val="solid"/>
              <a:miter/>
            </a:ln>
          </p:spPr>
          <p:txBody>
            <a:bodyPr rtlCol="0" anchor="ctr"/>
            <a:lstStyle/>
            <a:p>
              <a:pPr algn="ctr"/>
            </a:p>
          </p:txBody>
        </p:sp>
        <p:sp>
          <p:nvSpPr>
            <p:cNvPr id="229" name="椭圆"/>
            <p:cNvSpPr>
              <a:spLocks/>
            </p:cNvSpPr>
            <p:nvPr/>
          </p:nvSpPr>
          <p:spPr>
            <a:xfrm rot="0">
              <a:off x="1205213" y="3008640"/>
              <a:ext cx="123190" cy="123190"/>
            </a:xfrm>
            <a:prstGeom prst="ellipse"/>
            <a:solidFill>
              <a:srgbClr val="5B9BD5"/>
            </a:solidFill>
            <a:ln w="9525" cmpd="sng" cap="flat">
              <a:noFill/>
              <a:prstDash val="solid"/>
              <a:miter/>
            </a:ln>
          </p:spPr>
          <p:txBody>
            <a:bodyPr rtlCol="0" anchor="ctr"/>
            <a:lstStyle/>
            <a:p>
              <a:pPr algn="ctr"/>
            </a:p>
          </p:txBody>
        </p:sp>
        <p:sp>
          <p:nvSpPr>
            <p:cNvPr id="230" name="直线"/>
            <p:cNvSpPr>
              <a:spLocks/>
            </p:cNvSpPr>
            <p:nvPr/>
          </p:nvSpPr>
          <p:spPr>
            <a:xfrm rot="0">
              <a:off x="1276333" y="3082935"/>
              <a:ext cx="6181724" cy="0"/>
            </a:xfrm>
            <a:prstGeom prst="line"/>
            <a:solidFill>
              <a:schemeClr val="accent1"/>
            </a:solidFill>
            <a:ln w="14288" cmpd="sng" cap="flat">
              <a:solidFill>
                <a:srgbClr val="5B9BD5"/>
              </a:solidFill>
              <a:prstDash val="dash"/>
              <a:round/>
            </a:ln>
          </p:spPr>
          <p:txBody>
            <a:bodyPr rtlCol="0" anchor="ctr"/>
            <a:lstStyle/>
            <a:p>
              <a:pPr algn="ctr"/>
            </a:p>
          </p:txBody>
        </p:sp>
      </p:grpSp>
      <p:pic>
        <p:nvPicPr>
          <p:cNvPr id="232" name="图片" descr="29省最新调整：400万以下不用公开招标！各省集采标准最新公布！-行业动态-建设工程项目管理,业主施工现场管理,甲方项目管理软件|龙腾畅想 ..."/>
          <p:cNvPicPr>
            <a:picLocks noChangeAspect="1"/>
          </p:cNvPicPr>
          <p:nvPr/>
        </p:nvPicPr>
        <p:blipFill>
          <a:blip r:embed="rId1" cstate="print"/>
          <a:stretch>
            <a:fillRect/>
          </a:stretch>
        </p:blipFill>
        <p:spPr>
          <a:xfrm rot="0">
            <a:off x="8417379" y="3721390"/>
            <a:ext cx="3017958" cy="2637561"/>
          </a:xfrm>
          <a:prstGeom prst="rect"/>
          <a:noFill/>
          <a:ln w="9525" cmpd="sng" cap="flat">
            <a:noFill/>
            <a:prstDash val="solid"/>
            <a:miter/>
          </a:ln>
        </p:spPr>
      </p:pic>
      <p:pic>
        <p:nvPicPr>
          <p:cNvPr id="233" name="图片"/>
          <p:cNvPicPr>
            <a:picLocks noChangeAspect="1"/>
          </p:cNvPicPr>
          <p:nvPr/>
        </p:nvPicPr>
        <p:blipFill>
          <a:blip r:embed="rId2" cstate="print"/>
          <a:stretch>
            <a:fillRect/>
          </a:stretch>
        </p:blipFill>
        <p:spPr>
          <a:xfrm rot="0">
            <a:off x="8417379" y="1100344"/>
            <a:ext cx="2908119" cy="2163640"/>
          </a:xfrm>
          <a:prstGeom prst="rect"/>
          <a:noFill/>
          <a:ln w="9525" cmpd="sng" cap="flat">
            <a:noFill/>
            <a:prstDash val="solid"/>
            <a:miter/>
          </a:ln>
        </p:spPr>
      </p:pic>
      <p:sp>
        <p:nvSpPr>
          <p:cNvPr id="234" name="矩形"/>
          <p:cNvSpPr>
            <a:spLocks/>
          </p:cNvSpPr>
          <p:nvPr/>
        </p:nvSpPr>
        <p:spPr>
          <a:xfrm rot="0">
            <a:off x="202454" y="262105"/>
            <a:ext cx="3119866" cy="546100"/>
          </a:xfrm>
          <a:prstGeom prst="rect"/>
          <a:noFill/>
          <a:ln w="9525" cmpd="sng" cap="flat">
            <a:noFill/>
            <a:prstDash val="solid"/>
            <a:round/>
          </a:ln>
        </p:spPr>
        <p:txBody>
          <a:bodyPr vert="horz" wrap="square" lIns="90000" tIns="46800" rIns="90000" bIns="46800" anchor="ctr" anchorCtr="0">
            <a:prstTxWarp prst="textNoShape"/>
          </a:bodyPr>
          <a:lstStyle/>
          <a:p>
            <a:pPr marL="0" indent="0" algn="l" eaLnBrk="1" fontAlgn="base" latinLnBrk="0" hangingPunct="1">
              <a:lnSpc>
                <a:spcPct val="100000"/>
              </a:lnSpc>
              <a:spcBef>
                <a:spcPts val="0"/>
              </a:spcBef>
              <a:spcAft>
                <a:spcPts val="0"/>
              </a:spcAft>
              <a:buNone/>
            </a:pPr>
            <a:r>
              <a:rPr lang="zh-CN" altLang="en-US" sz="3200" b="1" i="0" u="none" strike="noStrike" kern="1200" cap="none" spc="300" baseline="0">
                <a:solidFill>
                  <a:schemeClr val="tx2"/>
                </a:solidFill>
                <a:latin typeface="微软雅黑" pitchFamily="0" charset="0"/>
                <a:ea typeface="微软雅黑" pitchFamily="0" charset="0"/>
                <a:cs typeface="Calibri" pitchFamily="0" charset="0"/>
              </a:rPr>
              <a:t>四、规范内容</a:t>
            </a:r>
            <a:endParaRPr lang="zh-CN" altLang="en-US" sz="3200" b="1" i="0" u="none" strike="noStrike" kern="1200" cap="none" spc="300" baseline="0">
              <a:solidFill>
                <a:schemeClr val="tx2"/>
              </a:solidFill>
              <a:latin typeface="微软雅黑" pitchFamily="0" charset="0"/>
              <a:ea typeface="微软雅黑" pitchFamily="0" charset="0"/>
              <a:cs typeface="Calibri" pitchFamily="0" charset="0"/>
            </a:endParaRPr>
          </a:p>
        </p:txBody>
      </p:sp>
      <p:grpSp>
        <p:nvGrpSpPr>
          <p:cNvPr id="238" name="组合"/>
          <p:cNvGrpSpPr>
            <a:grpSpLocks/>
          </p:cNvGrpSpPr>
          <p:nvPr/>
        </p:nvGrpSpPr>
        <p:grpSpPr>
          <a:xfrm>
            <a:off x="3117193" y="472687"/>
            <a:ext cx="403698" cy="141984"/>
            <a:chOff x="3117193" y="472687"/>
            <a:chExt cx="403698" cy="141984"/>
          </a:xfrm>
        </p:grpSpPr>
        <p:sp>
          <p:nvSpPr>
            <p:cNvPr id="235" name="燕尾形"/>
            <p:cNvSpPr>
              <a:spLocks/>
            </p:cNvSpPr>
            <p:nvPr/>
          </p:nvSpPr>
          <p:spPr>
            <a:xfrm rot="0">
              <a:off x="3117193"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236" name="燕尾形"/>
            <p:cNvSpPr>
              <a:spLocks/>
            </p:cNvSpPr>
            <p:nvPr/>
          </p:nvSpPr>
          <p:spPr>
            <a:xfrm rot="0">
              <a:off x="3246757"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237" name="燕尾形"/>
            <p:cNvSpPr>
              <a:spLocks/>
            </p:cNvSpPr>
            <p:nvPr/>
          </p:nvSpPr>
          <p:spPr>
            <a:xfrm rot="0">
              <a:off x="3376322"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grpSp>
      <p:sp>
        <p:nvSpPr>
          <p:cNvPr id="239" name="矩形"/>
          <p:cNvSpPr>
            <a:spLocks/>
          </p:cNvSpPr>
          <p:nvPr/>
        </p:nvSpPr>
        <p:spPr>
          <a:xfrm rot="0">
            <a:off x="3667719" y="309258"/>
            <a:ext cx="2698247" cy="451794"/>
          </a:xfrm>
          <a:prstGeom prst="rect"/>
          <a:solidFill>
            <a:schemeClr val="accent1"/>
          </a:solidFill>
          <a:ln w="9525" cmpd="sng" cap="flat">
            <a:noFill/>
            <a:prstDash val="solid"/>
            <a:round/>
          </a:ln>
        </p:spPr>
        <p:txBody>
          <a:bodyPr vert="horz" wrap="square" lIns="91440" tIns="45720" rIns="91440" bIns="45720" anchor="ctr" anchorCtr="0">
            <a:prstTxWarp prst="textNoShape"/>
          </a:bodyPr>
          <a:lstStyle/>
          <a:p>
            <a:pPr marL="0" indent="0" algn="ctr">
              <a:lnSpc>
                <a:spcPct val="120000"/>
              </a:lnSpc>
              <a:spcBef>
                <a:spcPts val="0"/>
              </a:spcBef>
              <a:spcAft>
                <a:spcPts val="0"/>
              </a:spcAft>
              <a:buNone/>
            </a:pPr>
            <a:r>
              <a:rPr lang="zh-CN" altLang="en-US" sz="2400" b="1" i="0" u="none" strike="noStrike" kern="1200" cap="none" spc="0" baseline="0">
                <a:solidFill>
                  <a:srgbClr val="FFFFFF"/>
                </a:solidFill>
                <a:latin typeface="微软雅黑" pitchFamily="0" charset="0"/>
                <a:ea typeface="微软雅黑" pitchFamily="0" charset="0"/>
                <a:cs typeface="Calibri" pitchFamily="0" charset="0"/>
              </a:rPr>
              <a:t>第三章 项目实施</a:t>
            </a:r>
            <a:endParaRPr lang="zh-CN" altLang="en-US" sz="2400" b="1" i="0" u="none" strike="noStrike" kern="1200" cap="none" spc="0" baseline="0">
              <a:solidFill>
                <a:srgbClr val="FFFFFF"/>
              </a:solidFill>
              <a:latin typeface="微软雅黑" pitchFamily="0" charset="0"/>
              <a:ea typeface="微软雅黑" pitchFamily="0" charset="0"/>
              <a:cs typeface="Calibri" pitchFamily="0" charset="0"/>
            </a:endParaRPr>
          </a:p>
        </p:txBody>
      </p:sp>
    </p:spTree>
    <p:extLst>
      <p:ext uri="{BB962C8B-B14F-4D97-AF65-F5344CB8AC3E}">
        <p14:creationId xmlns:p14="http://schemas.microsoft.com/office/powerpoint/2010/main" val="86673584"/>
      </p:ext>
    </p:extLst>
  </p:cSld>
  <p:clrMapOvr>
    <a:masterClrMapping/>
  </p:clrMapOvr>
</p:sld>
</file>

<file path=ppt/slides/slide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43" name="矩形"/>
          <p:cNvSpPr>
            <a:spLocks/>
          </p:cNvSpPr>
          <p:nvPr/>
        </p:nvSpPr>
        <p:spPr>
          <a:xfrm rot="0">
            <a:off x="1571624" y="933133"/>
            <a:ext cx="10620375" cy="117792"/>
          </a:xfrm>
          <a:prstGeom prst="rect"/>
          <a:solidFill>
            <a:srgbClr val="0070C0"/>
          </a:solidFill>
          <a:ln w="9525" cmpd="sng" cap="flat">
            <a:solidFill>
              <a:srgbClr val="0070C0"/>
            </a:solidFill>
            <a:prstDash val="solid"/>
            <a:round/>
          </a:ln>
        </p:spPr>
        <p:txBody>
          <a:bodyPr rtlCol="0" anchor="ctr"/>
          <a:lstStyle/>
          <a:p>
            <a:pPr algn="ctr"/>
          </a:p>
        </p:txBody>
      </p:sp>
      <p:sp>
        <p:nvSpPr>
          <p:cNvPr id="244" name="直线"/>
          <p:cNvSpPr>
            <a:spLocks/>
          </p:cNvSpPr>
          <p:nvPr/>
        </p:nvSpPr>
        <p:spPr>
          <a:xfrm rot="0">
            <a:off x="0" y="863394"/>
            <a:ext cx="12204001" cy="0"/>
          </a:xfrm>
          <a:prstGeom prst="line"/>
          <a:noFill/>
          <a:ln w="28575" cmpd="sng" cap="flat">
            <a:solidFill>
              <a:srgbClr val="0070C0"/>
            </a:solidFill>
            <a:prstDash val="solid"/>
            <a:round/>
          </a:ln>
        </p:spPr>
        <p:txBody>
          <a:bodyPr rtlCol="0" anchor="ctr"/>
          <a:lstStyle/>
          <a:p>
            <a:pPr algn="ctr"/>
          </a:p>
        </p:txBody>
      </p:sp>
      <p:sp>
        <p:nvSpPr>
          <p:cNvPr id="245" name="矩形"/>
          <p:cNvSpPr>
            <a:spLocks/>
          </p:cNvSpPr>
          <p:nvPr/>
        </p:nvSpPr>
        <p:spPr>
          <a:xfrm rot="0">
            <a:off x="0" y="933133"/>
            <a:ext cx="1571624" cy="117792"/>
          </a:xfrm>
          <a:prstGeom prst="rect"/>
          <a:solidFill>
            <a:srgbClr val="0070C0"/>
          </a:solidFill>
          <a:ln w="9525" cmpd="sng" cap="flat">
            <a:solidFill>
              <a:srgbClr val="0070C0"/>
            </a:solidFill>
            <a:prstDash val="solid"/>
            <a:round/>
          </a:ln>
        </p:spPr>
        <p:txBody>
          <a:bodyPr rtlCol="0" anchor="ctr"/>
          <a:lstStyle/>
          <a:p>
            <a:pPr algn="ctr"/>
          </a:p>
        </p:txBody>
      </p:sp>
      <p:sp>
        <p:nvSpPr>
          <p:cNvPr id="246" name="直线"/>
          <p:cNvSpPr>
            <a:spLocks/>
          </p:cNvSpPr>
          <p:nvPr/>
        </p:nvSpPr>
        <p:spPr>
          <a:xfrm rot="0">
            <a:off x="494012" y="2110478"/>
            <a:ext cx="11160000" cy="0"/>
          </a:xfrm>
          <a:prstGeom prst="line"/>
          <a:noFill/>
          <a:ln w="25400" cmpd="sng" cap="flat">
            <a:solidFill>
              <a:srgbClr val="4472C4"/>
            </a:solidFill>
            <a:prstDash val="solid"/>
            <a:round/>
          </a:ln>
          <a:effectLst>
            <a:outerShdw sx="100000" sy="100000" algn="ctr" rotWithShape="0" blurRad="63500" dist="25400" dir="5400000">
              <a:srgbClr val="000000">
                <a:alpha val="49803"/>
              </a:srgbClr>
            </a:outerShdw>
          </a:effectLst>
        </p:spPr>
        <p:txBody>
          <a:bodyPr rtlCol="0" anchor="ctr"/>
          <a:lstStyle/>
          <a:p>
            <a:pPr algn="ctr"/>
          </a:p>
        </p:txBody>
      </p:sp>
      <p:grpSp>
        <p:nvGrpSpPr>
          <p:cNvPr id="250" name="组合"/>
          <p:cNvGrpSpPr>
            <a:grpSpLocks/>
          </p:cNvGrpSpPr>
          <p:nvPr/>
        </p:nvGrpSpPr>
        <p:grpSpPr>
          <a:xfrm>
            <a:off x="511179" y="2249292"/>
            <a:ext cx="1422783" cy="971550"/>
            <a:chOff x="511179" y="2249292"/>
            <a:chExt cx="1422783" cy="971550"/>
          </a:xfrm>
        </p:grpSpPr>
        <p:sp>
          <p:nvSpPr>
            <p:cNvPr id="247" name="右箭头"/>
            <p:cNvSpPr>
              <a:spLocks/>
            </p:cNvSpPr>
            <p:nvPr/>
          </p:nvSpPr>
          <p:spPr>
            <a:xfrm rot="0">
              <a:off x="511179" y="2249292"/>
              <a:ext cx="1422783" cy="971550"/>
            </a:xfrm>
            <a:prstGeom prst="rightArrow">
              <a:avLst>
                <a:gd name="adj1" fmla="val 50000"/>
                <a:gd name="adj2" fmla="val 48746"/>
              </a:avLst>
            </a:prstGeom>
            <a:solidFill>
              <a:schemeClr val="accent1"/>
            </a:solidFill>
            <a:ln w="12700" cmpd="sng" cap="flat">
              <a:solidFill>
                <a:srgbClr val="FFFFFF"/>
              </a:solid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800" b="1" i="0" u="none" strike="noStrike" kern="1200" cap="none" spc="0" baseline="0">
                  <a:solidFill>
                    <a:srgbClr val="FFFFFF"/>
                  </a:solidFill>
                  <a:latin typeface="微软雅黑" pitchFamily="0" charset="0"/>
                  <a:ea typeface="微软雅黑" pitchFamily="0" charset="0"/>
                  <a:cs typeface="Calibri" pitchFamily="0" charset="0"/>
                </a:rPr>
                <a:t>       1</a:t>
              </a:r>
              <a:endParaRPr lang="zh-CN" altLang="en-US" sz="2800" b="1" i="0" u="none" strike="noStrike" kern="1200" cap="none" spc="0" baseline="0">
                <a:solidFill>
                  <a:srgbClr val="FFFFFF"/>
                </a:solidFill>
                <a:latin typeface="微软雅黑" pitchFamily="0" charset="0"/>
                <a:ea typeface="微软雅黑" pitchFamily="0" charset="0"/>
                <a:cs typeface="Calibri" pitchFamily="0" charset="0"/>
              </a:endParaRPr>
            </a:p>
          </p:txBody>
        </p:sp>
        <p:sp>
          <p:nvSpPr>
            <p:cNvPr id="248" name="直线"/>
            <p:cNvSpPr>
              <a:spLocks/>
            </p:cNvSpPr>
            <p:nvPr/>
          </p:nvSpPr>
          <p:spPr>
            <a:xfrm rot="0">
              <a:off x="909613" y="2500557"/>
              <a:ext cx="0" cy="474062"/>
            </a:xfrm>
            <a:prstGeom prst="line"/>
            <a:solidFill>
              <a:schemeClr val="accent1"/>
            </a:solidFill>
            <a:ln w="139700" cmpd="sng" cap="flat">
              <a:solidFill>
                <a:srgbClr val="404040"/>
              </a:solidFill>
              <a:prstDash val="solid"/>
              <a:round/>
            </a:ln>
          </p:spPr>
          <p:txBody>
            <a:bodyPr rtlCol="0" anchor="ctr"/>
            <a:lstStyle/>
            <a:p>
              <a:pPr algn="ctr"/>
            </a:p>
          </p:txBody>
        </p:sp>
        <p:sp>
          <p:nvSpPr>
            <p:cNvPr id="249" name="直线"/>
            <p:cNvSpPr>
              <a:spLocks/>
            </p:cNvSpPr>
            <p:nvPr/>
          </p:nvSpPr>
          <p:spPr>
            <a:xfrm rot="0">
              <a:off x="681013" y="2500557"/>
              <a:ext cx="0" cy="474062"/>
            </a:xfrm>
            <a:prstGeom prst="line"/>
            <a:solidFill>
              <a:schemeClr val="accent1"/>
            </a:solidFill>
            <a:ln w="139700" cmpd="sng" cap="flat">
              <a:solidFill>
                <a:srgbClr val="404040"/>
              </a:solidFill>
              <a:prstDash val="solid"/>
              <a:round/>
            </a:ln>
          </p:spPr>
          <p:txBody>
            <a:bodyPr rtlCol="0" anchor="ctr"/>
            <a:lstStyle/>
            <a:p>
              <a:pPr algn="ctr"/>
            </a:p>
          </p:txBody>
        </p:sp>
      </p:grpSp>
      <p:grpSp>
        <p:nvGrpSpPr>
          <p:cNvPr id="254" name="组合"/>
          <p:cNvGrpSpPr>
            <a:grpSpLocks/>
          </p:cNvGrpSpPr>
          <p:nvPr/>
        </p:nvGrpSpPr>
        <p:grpSpPr>
          <a:xfrm>
            <a:off x="526184" y="3421385"/>
            <a:ext cx="1422783" cy="971550"/>
            <a:chOff x="526184" y="3421385"/>
            <a:chExt cx="1422783" cy="971550"/>
          </a:xfrm>
        </p:grpSpPr>
        <p:sp>
          <p:nvSpPr>
            <p:cNvPr id="251" name="右箭头"/>
            <p:cNvSpPr>
              <a:spLocks/>
            </p:cNvSpPr>
            <p:nvPr/>
          </p:nvSpPr>
          <p:spPr>
            <a:xfrm rot="0">
              <a:off x="526184" y="3421385"/>
              <a:ext cx="1422783" cy="971550"/>
            </a:xfrm>
            <a:prstGeom prst="rightArrow">
              <a:avLst>
                <a:gd name="adj1" fmla="val 50000"/>
                <a:gd name="adj2" fmla="val 48746"/>
              </a:avLst>
            </a:prstGeom>
            <a:solidFill>
              <a:schemeClr val="accent1"/>
            </a:solidFill>
            <a:ln w="12700" cmpd="sng" cap="flat">
              <a:solidFill>
                <a:srgbClr val="FFFFFF"/>
              </a:solid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800" b="1" i="0" u="none" strike="noStrike" kern="1200" cap="none" spc="0" baseline="0">
                  <a:solidFill>
                    <a:srgbClr val="FFFFFF"/>
                  </a:solidFill>
                  <a:latin typeface="微软雅黑" pitchFamily="0" charset="0"/>
                  <a:ea typeface="微软雅黑" pitchFamily="0" charset="0"/>
                  <a:cs typeface="Calibri" pitchFamily="0" charset="0"/>
                </a:rPr>
                <a:t>       2</a:t>
              </a:r>
              <a:endParaRPr lang="zh-CN" altLang="en-US" sz="2800" b="1" i="0" u="none" strike="noStrike" kern="1200" cap="none" spc="0" baseline="0">
                <a:solidFill>
                  <a:srgbClr val="FFFFFF"/>
                </a:solidFill>
                <a:latin typeface="微软雅黑" pitchFamily="0" charset="0"/>
                <a:ea typeface="微软雅黑" pitchFamily="0" charset="0"/>
                <a:cs typeface="Calibri" pitchFamily="0" charset="0"/>
              </a:endParaRPr>
            </a:p>
          </p:txBody>
        </p:sp>
        <p:sp>
          <p:nvSpPr>
            <p:cNvPr id="252" name="直线"/>
            <p:cNvSpPr>
              <a:spLocks/>
            </p:cNvSpPr>
            <p:nvPr/>
          </p:nvSpPr>
          <p:spPr>
            <a:xfrm rot="0">
              <a:off x="924618" y="3672649"/>
              <a:ext cx="0" cy="474061"/>
            </a:xfrm>
            <a:prstGeom prst="line"/>
            <a:solidFill>
              <a:schemeClr val="accent1"/>
            </a:solidFill>
            <a:ln w="139700" cmpd="sng" cap="flat">
              <a:solidFill>
                <a:srgbClr val="404040"/>
              </a:solidFill>
              <a:prstDash val="solid"/>
              <a:round/>
            </a:ln>
          </p:spPr>
          <p:txBody>
            <a:bodyPr rtlCol="0" anchor="ctr"/>
            <a:lstStyle/>
            <a:p>
              <a:pPr algn="ctr"/>
            </a:p>
          </p:txBody>
        </p:sp>
        <p:sp>
          <p:nvSpPr>
            <p:cNvPr id="253" name="直线"/>
            <p:cNvSpPr>
              <a:spLocks/>
            </p:cNvSpPr>
            <p:nvPr/>
          </p:nvSpPr>
          <p:spPr>
            <a:xfrm rot="0">
              <a:off x="696018" y="3672649"/>
              <a:ext cx="0" cy="474061"/>
            </a:xfrm>
            <a:prstGeom prst="line"/>
            <a:solidFill>
              <a:schemeClr val="accent1"/>
            </a:solidFill>
            <a:ln w="139700" cmpd="sng" cap="flat">
              <a:solidFill>
                <a:srgbClr val="404040"/>
              </a:solidFill>
              <a:prstDash val="solid"/>
              <a:round/>
            </a:ln>
          </p:spPr>
          <p:txBody>
            <a:bodyPr rtlCol="0" anchor="ctr"/>
            <a:lstStyle/>
            <a:p>
              <a:pPr algn="ctr"/>
            </a:p>
          </p:txBody>
        </p:sp>
      </p:grpSp>
      <p:grpSp>
        <p:nvGrpSpPr>
          <p:cNvPr id="258" name="组合"/>
          <p:cNvGrpSpPr>
            <a:grpSpLocks/>
          </p:cNvGrpSpPr>
          <p:nvPr/>
        </p:nvGrpSpPr>
        <p:grpSpPr>
          <a:xfrm>
            <a:off x="501762" y="4474643"/>
            <a:ext cx="1422783" cy="971550"/>
            <a:chOff x="501762" y="4474643"/>
            <a:chExt cx="1422783" cy="971550"/>
          </a:xfrm>
        </p:grpSpPr>
        <p:sp>
          <p:nvSpPr>
            <p:cNvPr id="255" name="右箭头"/>
            <p:cNvSpPr>
              <a:spLocks/>
            </p:cNvSpPr>
            <p:nvPr/>
          </p:nvSpPr>
          <p:spPr>
            <a:xfrm rot="0">
              <a:off x="501762" y="4474643"/>
              <a:ext cx="1422783" cy="971550"/>
            </a:xfrm>
            <a:prstGeom prst="rightArrow">
              <a:avLst>
                <a:gd name="adj1" fmla="val 50000"/>
                <a:gd name="adj2" fmla="val 48746"/>
              </a:avLst>
            </a:prstGeom>
            <a:solidFill>
              <a:schemeClr val="accent1"/>
            </a:solidFill>
            <a:ln w="12700" cmpd="sng" cap="flat">
              <a:solidFill>
                <a:srgbClr val="FFFFFF"/>
              </a:solid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800" b="1" i="0" u="none" strike="noStrike" kern="1200" cap="none" spc="0" baseline="0">
                  <a:solidFill>
                    <a:srgbClr val="FFFFFF"/>
                  </a:solidFill>
                  <a:latin typeface="微软雅黑" pitchFamily="0" charset="0"/>
                  <a:ea typeface="微软雅黑" pitchFamily="0" charset="0"/>
                  <a:cs typeface="Calibri" pitchFamily="0" charset="0"/>
                </a:rPr>
                <a:t>       3</a:t>
              </a:r>
              <a:endParaRPr lang="zh-CN" altLang="en-US" sz="2800" b="1" i="0" u="none" strike="noStrike" kern="1200" cap="none" spc="0" baseline="0">
                <a:solidFill>
                  <a:srgbClr val="FFFFFF"/>
                </a:solidFill>
                <a:latin typeface="微软雅黑" pitchFamily="0" charset="0"/>
                <a:ea typeface="微软雅黑" pitchFamily="0" charset="0"/>
                <a:cs typeface="Calibri" pitchFamily="0" charset="0"/>
              </a:endParaRPr>
            </a:p>
          </p:txBody>
        </p:sp>
        <p:sp>
          <p:nvSpPr>
            <p:cNvPr id="256" name="直线"/>
            <p:cNvSpPr>
              <a:spLocks/>
            </p:cNvSpPr>
            <p:nvPr/>
          </p:nvSpPr>
          <p:spPr>
            <a:xfrm rot="0">
              <a:off x="900196" y="4725907"/>
              <a:ext cx="0" cy="474061"/>
            </a:xfrm>
            <a:prstGeom prst="line"/>
            <a:solidFill>
              <a:schemeClr val="accent1"/>
            </a:solidFill>
            <a:ln w="139700" cmpd="sng" cap="flat">
              <a:solidFill>
                <a:srgbClr val="404040"/>
              </a:solidFill>
              <a:prstDash val="solid"/>
              <a:round/>
            </a:ln>
          </p:spPr>
          <p:txBody>
            <a:bodyPr rtlCol="0" anchor="ctr"/>
            <a:lstStyle/>
            <a:p>
              <a:pPr algn="ctr"/>
            </a:p>
          </p:txBody>
        </p:sp>
        <p:sp>
          <p:nvSpPr>
            <p:cNvPr id="257" name="直线"/>
            <p:cNvSpPr>
              <a:spLocks/>
            </p:cNvSpPr>
            <p:nvPr/>
          </p:nvSpPr>
          <p:spPr>
            <a:xfrm rot="0">
              <a:off x="671596" y="4725907"/>
              <a:ext cx="0" cy="474061"/>
            </a:xfrm>
            <a:prstGeom prst="line"/>
            <a:solidFill>
              <a:schemeClr val="accent1"/>
            </a:solidFill>
            <a:ln w="139700" cmpd="sng" cap="flat">
              <a:solidFill>
                <a:srgbClr val="404040"/>
              </a:solidFill>
              <a:prstDash val="solid"/>
              <a:round/>
            </a:ln>
          </p:spPr>
          <p:txBody>
            <a:bodyPr rtlCol="0" anchor="ctr"/>
            <a:lstStyle/>
            <a:p>
              <a:pPr algn="ctr"/>
            </a:p>
          </p:txBody>
        </p:sp>
      </p:grpSp>
      <p:grpSp>
        <p:nvGrpSpPr>
          <p:cNvPr id="262" name="组合"/>
          <p:cNvGrpSpPr>
            <a:grpSpLocks/>
          </p:cNvGrpSpPr>
          <p:nvPr/>
        </p:nvGrpSpPr>
        <p:grpSpPr>
          <a:xfrm>
            <a:off x="501762" y="5535732"/>
            <a:ext cx="1422783" cy="971549"/>
            <a:chOff x="501762" y="5535732"/>
            <a:chExt cx="1422783" cy="971549"/>
          </a:xfrm>
        </p:grpSpPr>
        <p:sp>
          <p:nvSpPr>
            <p:cNvPr id="259" name="右箭头"/>
            <p:cNvSpPr>
              <a:spLocks/>
            </p:cNvSpPr>
            <p:nvPr/>
          </p:nvSpPr>
          <p:spPr>
            <a:xfrm rot="0">
              <a:off x="501762" y="5535732"/>
              <a:ext cx="1422783" cy="971549"/>
            </a:xfrm>
            <a:prstGeom prst="rightArrow">
              <a:avLst>
                <a:gd name="adj1" fmla="val 50000"/>
                <a:gd name="adj2" fmla="val 48746"/>
              </a:avLst>
            </a:prstGeom>
            <a:solidFill>
              <a:schemeClr val="accent1"/>
            </a:solidFill>
            <a:ln w="12700" cmpd="sng" cap="flat">
              <a:solidFill>
                <a:srgbClr val="FFFFFF"/>
              </a:solid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800" b="1" i="0" u="none" strike="noStrike" kern="1200" cap="none" spc="0" baseline="0">
                  <a:solidFill>
                    <a:srgbClr val="FFFFFF"/>
                  </a:solidFill>
                  <a:latin typeface="微软雅黑" pitchFamily="0" charset="0"/>
                  <a:ea typeface="微软雅黑" pitchFamily="0" charset="0"/>
                  <a:cs typeface="Calibri" pitchFamily="0" charset="0"/>
                </a:rPr>
                <a:t>       4</a:t>
              </a:r>
              <a:endParaRPr lang="zh-CN" altLang="en-US" sz="2800" b="1" i="0" u="none" strike="noStrike" kern="1200" cap="none" spc="0" baseline="0">
                <a:solidFill>
                  <a:srgbClr val="FFFFFF"/>
                </a:solidFill>
                <a:latin typeface="微软雅黑" pitchFamily="0" charset="0"/>
                <a:ea typeface="微软雅黑" pitchFamily="0" charset="0"/>
                <a:cs typeface="Calibri" pitchFamily="0" charset="0"/>
              </a:endParaRPr>
            </a:p>
          </p:txBody>
        </p:sp>
        <p:sp>
          <p:nvSpPr>
            <p:cNvPr id="260" name="直线"/>
            <p:cNvSpPr>
              <a:spLocks/>
            </p:cNvSpPr>
            <p:nvPr/>
          </p:nvSpPr>
          <p:spPr>
            <a:xfrm rot="0">
              <a:off x="900196" y="5786996"/>
              <a:ext cx="0" cy="474061"/>
            </a:xfrm>
            <a:prstGeom prst="line"/>
            <a:solidFill>
              <a:schemeClr val="accent1"/>
            </a:solidFill>
            <a:ln w="139700" cmpd="sng" cap="flat">
              <a:solidFill>
                <a:srgbClr val="404040"/>
              </a:solidFill>
              <a:prstDash val="solid"/>
              <a:round/>
            </a:ln>
          </p:spPr>
          <p:txBody>
            <a:bodyPr rtlCol="0" anchor="ctr"/>
            <a:lstStyle/>
            <a:p>
              <a:pPr algn="ctr"/>
            </a:p>
          </p:txBody>
        </p:sp>
        <p:sp>
          <p:nvSpPr>
            <p:cNvPr id="261" name="直线"/>
            <p:cNvSpPr>
              <a:spLocks/>
            </p:cNvSpPr>
            <p:nvPr/>
          </p:nvSpPr>
          <p:spPr>
            <a:xfrm rot="0">
              <a:off x="671596" y="5786996"/>
              <a:ext cx="0" cy="474061"/>
            </a:xfrm>
            <a:prstGeom prst="line"/>
            <a:solidFill>
              <a:schemeClr val="accent1"/>
            </a:solidFill>
            <a:ln w="139700" cmpd="sng" cap="flat">
              <a:solidFill>
                <a:srgbClr val="404040"/>
              </a:solidFill>
              <a:prstDash val="solid"/>
              <a:round/>
            </a:ln>
          </p:spPr>
          <p:txBody>
            <a:bodyPr rtlCol="0" anchor="ctr"/>
            <a:lstStyle/>
            <a:p>
              <a:pPr algn="ctr"/>
            </a:p>
          </p:txBody>
        </p:sp>
      </p:grpSp>
      <p:sp>
        <p:nvSpPr>
          <p:cNvPr id="263" name="矩形"/>
          <p:cNvSpPr>
            <a:spLocks/>
          </p:cNvSpPr>
          <p:nvPr/>
        </p:nvSpPr>
        <p:spPr>
          <a:xfrm rot="0">
            <a:off x="1988117" y="2283115"/>
            <a:ext cx="8366640" cy="967739"/>
          </a:xfrm>
          <a:prstGeom prst="rect"/>
          <a:noFill/>
          <a:ln w="9525" cmpd="sng" cap="flat">
            <a:solidFill>
              <a:srgbClr val="2E75B6"/>
            </a:solidFill>
            <a:prstDash val="lgDash"/>
            <a:round/>
          </a:ln>
        </p:spPr>
        <p:txBody>
          <a:bodyPr vert="horz" wrap="square" lIns="91440" tIns="45720" rIns="91440" bIns="45720" anchor="t" anchorCtr="0">
            <a:prstTxWarp prst="textNoShape"/>
            <a:spAutoFit/>
          </a:bodyPr>
          <a:lstStyle/>
          <a:p>
            <a:pPr marL="342900" indent="-342900" algn="just" defTabSz="1217295">
              <a:lnSpc>
                <a:spcPct val="129999"/>
              </a:lnSpc>
              <a:spcBef>
                <a:spcPts val="0"/>
              </a:spcBef>
              <a:spcAft>
                <a:spcPts val="0"/>
              </a:spcAft>
              <a:buClrTx/>
              <a:buFont typeface="Wingdings" pitchFamily="2" charset="2"/>
              <a:buChar char="Ø"/>
            </a:pPr>
            <a:r>
              <a:rPr lang="zh-CN" altLang="en-US" sz="2200" b="0" i="0" u="none" strike="noStrike" kern="1200" cap="none" spc="0" baseline="0">
                <a:solidFill>
                  <a:schemeClr val="tx1"/>
                </a:solidFill>
                <a:latin typeface="微软雅黑" pitchFamily="0" charset="0"/>
                <a:ea typeface="微软雅黑" pitchFamily="0" charset="0"/>
                <a:cs typeface="Calibri" pitchFamily="0" charset="0"/>
              </a:rPr>
              <a:t>针对地质环境条件、致灾地质体特征和危害程度，制定相应的工程</a:t>
            </a:r>
            <a:r>
              <a:rPr lang="zh-CN" altLang="en-US" sz="22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勘查设计书或者勘查方案</a:t>
            </a:r>
            <a:r>
              <a:rPr lang="zh-CN" altLang="en-US" sz="2200" b="0" i="0" u="none" strike="noStrike" kern="1200" cap="none" spc="0" baseline="0">
                <a:solidFill>
                  <a:schemeClr val="tx1"/>
                </a:solidFill>
                <a:latin typeface="微软雅黑" pitchFamily="0" charset="0"/>
                <a:ea typeface="微软雅黑" pitchFamily="0" charset="0"/>
                <a:cs typeface="Calibri" pitchFamily="0" charset="0"/>
              </a:rPr>
              <a:t>。</a:t>
            </a:r>
            <a:endParaRPr lang="zh-CN" altLang="en-US" sz="2200" b="0" i="0" u="none" strike="noStrike" kern="1200" cap="none" spc="0" baseline="0">
              <a:solidFill>
                <a:schemeClr val="tx1"/>
              </a:solidFill>
              <a:latin typeface="微软雅黑" pitchFamily="0" charset="0"/>
              <a:ea typeface="微软雅黑" pitchFamily="0" charset="0"/>
              <a:cs typeface="Calibri" pitchFamily="0" charset="0"/>
            </a:endParaRPr>
          </a:p>
        </p:txBody>
      </p:sp>
      <p:sp>
        <p:nvSpPr>
          <p:cNvPr id="264" name="矩形"/>
          <p:cNvSpPr>
            <a:spLocks/>
          </p:cNvSpPr>
          <p:nvPr/>
        </p:nvSpPr>
        <p:spPr>
          <a:xfrm rot="0">
            <a:off x="1988117" y="3378879"/>
            <a:ext cx="8354638" cy="967739"/>
          </a:xfrm>
          <a:prstGeom prst="rect"/>
          <a:noFill/>
          <a:ln w="9525" cmpd="sng" cap="flat">
            <a:solidFill>
              <a:srgbClr val="2E75B6"/>
            </a:solidFill>
            <a:prstDash val="lgDash"/>
            <a:round/>
          </a:ln>
        </p:spPr>
        <p:txBody>
          <a:bodyPr vert="horz" wrap="square" lIns="91440" tIns="45720" rIns="91440" bIns="45720" anchor="t" anchorCtr="0">
            <a:prstTxWarp prst="textNoShape"/>
            <a:spAutoFit/>
          </a:bodyPr>
          <a:lstStyle/>
          <a:p>
            <a:pPr marL="342900" indent="-342900" algn="just" defTabSz="1217295">
              <a:lnSpc>
                <a:spcPct val="129999"/>
              </a:lnSpc>
              <a:spcBef>
                <a:spcPts val="0"/>
              </a:spcBef>
              <a:spcAft>
                <a:spcPts val="0"/>
              </a:spcAft>
              <a:buClrTx/>
              <a:buFont typeface="Wingdings" pitchFamily="2" charset="2"/>
              <a:buChar char="Ø"/>
            </a:pPr>
            <a:r>
              <a:rPr lang="zh-CN" altLang="en-US" sz="2200" b="0" i="0" u="none" strike="noStrike" kern="1200" cap="none" spc="0" baseline="0">
                <a:solidFill>
                  <a:schemeClr val="tx1"/>
                </a:solidFill>
                <a:latin typeface="微软雅黑" pitchFamily="0" charset="0"/>
                <a:ea typeface="微软雅黑" pitchFamily="0" charset="0"/>
                <a:cs typeface="Calibri" pitchFamily="0" charset="0"/>
              </a:rPr>
              <a:t>勘查工作应当满足国家规定的</a:t>
            </a:r>
            <a:r>
              <a:rPr lang="zh-CN" altLang="en-US" sz="22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规范规程</a:t>
            </a:r>
            <a:r>
              <a:rPr lang="zh-CN" altLang="en-US" sz="2200" b="0" i="0" u="none" strike="noStrike" kern="1200" cap="none" spc="0" baseline="0">
                <a:solidFill>
                  <a:schemeClr val="tx1"/>
                </a:solidFill>
                <a:latin typeface="微软雅黑" pitchFamily="0" charset="0"/>
                <a:ea typeface="微软雅黑" pitchFamily="0" charset="0"/>
                <a:cs typeface="Calibri" pitchFamily="0" charset="0"/>
              </a:rPr>
              <a:t>、</a:t>
            </a:r>
            <a:r>
              <a:rPr lang="zh-CN" altLang="en-US" sz="22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委托书</a:t>
            </a:r>
            <a:r>
              <a:rPr lang="zh-CN" altLang="en-US" sz="2200" b="0" i="0" u="none" strike="noStrike" kern="1200" cap="none" spc="0" baseline="0">
                <a:solidFill>
                  <a:schemeClr val="tx1"/>
                </a:solidFill>
                <a:latin typeface="微软雅黑" pitchFamily="0" charset="0"/>
                <a:ea typeface="微软雅黑" pitchFamily="0" charset="0"/>
                <a:cs typeface="Calibri" pitchFamily="0" charset="0"/>
              </a:rPr>
              <a:t>、</a:t>
            </a:r>
            <a:r>
              <a:rPr lang="zh-CN" altLang="en-US" sz="22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勘查合同</a:t>
            </a:r>
            <a:r>
              <a:rPr lang="zh-CN" altLang="en-US" sz="2200" b="0" i="0" u="none" strike="noStrike" kern="1200" cap="none" spc="0" baseline="0">
                <a:solidFill>
                  <a:schemeClr val="tx1"/>
                </a:solidFill>
                <a:latin typeface="微软雅黑" pitchFamily="0" charset="0"/>
                <a:ea typeface="微软雅黑" pitchFamily="0" charset="0"/>
                <a:cs typeface="Calibri" pitchFamily="0" charset="0"/>
              </a:rPr>
              <a:t>以及相应</a:t>
            </a:r>
            <a:r>
              <a:rPr lang="zh-CN" altLang="en-US" sz="22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勘查阶段</a:t>
            </a:r>
            <a:r>
              <a:rPr lang="zh-CN" altLang="en-US" sz="2200" b="0" i="0" u="none" strike="noStrike" kern="1200" cap="none" spc="0" baseline="0">
                <a:solidFill>
                  <a:schemeClr val="tx1"/>
                </a:solidFill>
                <a:latin typeface="微软雅黑" pitchFamily="0" charset="0"/>
                <a:ea typeface="微软雅黑" pitchFamily="0" charset="0"/>
                <a:cs typeface="Calibri" pitchFamily="0" charset="0"/>
              </a:rPr>
              <a:t>要求，工作成果应当进行</a:t>
            </a:r>
            <a:r>
              <a:rPr lang="zh-CN" altLang="en-US" sz="2200" b="0" i="0" u="none" strike="noStrike" kern="1200" cap="none" spc="0" baseline="0">
                <a:solidFill>
                  <a:srgbClr val="FF0000"/>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野外验收</a:t>
            </a:r>
            <a:r>
              <a:rPr lang="zh-CN" altLang="en-US" sz="2200" b="0" i="0" u="none" strike="noStrike" kern="1200" cap="none" spc="0" baseline="0">
                <a:solidFill>
                  <a:schemeClr val="tx1"/>
                </a:solidFill>
                <a:latin typeface="微软雅黑" pitchFamily="0" charset="0"/>
                <a:ea typeface="微软雅黑" pitchFamily="0" charset="0"/>
                <a:cs typeface="Calibri" pitchFamily="0" charset="0"/>
              </a:rPr>
              <a:t>。</a:t>
            </a:r>
            <a:endParaRPr lang="zh-CN" altLang="en-US" sz="2200" b="0" i="0" u="none" strike="noStrike" kern="1200" cap="none" spc="0" baseline="0">
              <a:solidFill>
                <a:schemeClr val="accent1"/>
              </a:solidFill>
              <a:latin typeface="微软雅黑" pitchFamily="0" charset="0"/>
              <a:ea typeface="微软雅黑" pitchFamily="0" charset="0"/>
              <a:cs typeface="Calibri" pitchFamily="0" charset="0"/>
            </a:endParaRPr>
          </a:p>
        </p:txBody>
      </p:sp>
      <p:sp>
        <p:nvSpPr>
          <p:cNvPr id="265" name="矩形"/>
          <p:cNvSpPr>
            <a:spLocks/>
          </p:cNvSpPr>
          <p:nvPr/>
        </p:nvSpPr>
        <p:spPr>
          <a:xfrm rot="0">
            <a:off x="1988117" y="4474643"/>
            <a:ext cx="8366640" cy="967739"/>
          </a:xfrm>
          <a:prstGeom prst="rect"/>
          <a:noFill/>
          <a:ln w="9525" cmpd="sng" cap="flat">
            <a:solidFill>
              <a:srgbClr val="2E75B6"/>
            </a:solidFill>
            <a:prstDash val="lgDash"/>
            <a:round/>
          </a:ln>
        </p:spPr>
        <p:txBody>
          <a:bodyPr vert="horz" wrap="square" lIns="91440" tIns="45720" rIns="91440" bIns="45720" anchor="t" anchorCtr="0">
            <a:prstTxWarp prst="textNoShape"/>
            <a:spAutoFit/>
          </a:bodyPr>
          <a:lstStyle/>
          <a:p>
            <a:pPr marL="342900" indent="-342900" algn="just" defTabSz="1217295">
              <a:lnSpc>
                <a:spcPct val="129999"/>
              </a:lnSpc>
              <a:spcBef>
                <a:spcPts val="0"/>
              </a:spcBef>
              <a:spcAft>
                <a:spcPts val="0"/>
              </a:spcAft>
              <a:buClrTx/>
              <a:buFont typeface="Wingdings" pitchFamily="2" charset="2"/>
              <a:buChar char="Ø"/>
            </a:pPr>
            <a:r>
              <a:rPr lang="zh-CN" altLang="en-US" sz="2200" b="0" i="0" u="none" strike="noStrike" kern="1200" cap="none" spc="0" baseline="0">
                <a:solidFill>
                  <a:schemeClr val="tx1"/>
                </a:solidFill>
                <a:latin typeface="微软雅黑" pitchFamily="0" charset="0"/>
                <a:ea typeface="微软雅黑" pitchFamily="0" charset="0"/>
                <a:cs typeface="Calibri" pitchFamily="0" charset="0"/>
              </a:rPr>
              <a:t>参加设计交底、现场验槽、设计变更、单元工程阶段性验收、质量事故分析以及工程初步验收与竣工验收等工作。</a:t>
            </a:r>
            <a:endParaRPr lang="zh-CN" altLang="en-US" sz="2200" b="0" i="0" u="none" strike="noStrike" kern="1200" cap="none" spc="0" baseline="0">
              <a:solidFill>
                <a:schemeClr val="tx1"/>
              </a:solidFill>
              <a:latin typeface="微软雅黑" pitchFamily="0" charset="0"/>
              <a:ea typeface="微软雅黑" pitchFamily="0" charset="0"/>
              <a:cs typeface="Calibri" pitchFamily="0" charset="0"/>
            </a:endParaRPr>
          </a:p>
        </p:txBody>
      </p:sp>
      <p:sp>
        <p:nvSpPr>
          <p:cNvPr id="266" name="矩形"/>
          <p:cNvSpPr>
            <a:spLocks/>
          </p:cNvSpPr>
          <p:nvPr/>
        </p:nvSpPr>
        <p:spPr>
          <a:xfrm rot="0">
            <a:off x="1982117" y="5771500"/>
            <a:ext cx="8366640" cy="534352"/>
          </a:xfrm>
          <a:prstGeom prst="rect"/>
          <a:noFill/>
          <a:ln w="9525" cmpd="sng" cap="flat">
            <a:solidFill>
              <a:srgbClr val="2E75B6"/>
            </a:solidFill>
            <a:prstDash val="lgDash"/>
            <a:round/>
          </a:ln>
        </p:spPr>
        <p:txBody>
          <a:bodyPr vert="horz" wrap="square" lIns="91440" tIns="45720" rIns="91440" bIns="45720" anchor="t" anchorCtr="0">
            <a:prstTxWarp prst="textNoShape"/>
            <a:spAutoFit/>
          </a:bodyPr>
          <a:lstStyle/>
          <a:p>
            <a:pPr marL="342900" indent="-342900" algn="just" defTabSz="1217295">
              <a:lnSpc>
                <a:spcPct val="129999"/>
              </a:lnSpc>
              <a:spcBef>
                <a:spcPts val="0"/>
              </a:spcBef>
              <a:spcAft>
                <a:spcPts val="0"/>
              </a:spcAft>
              <a:buClrTx/>
              <a:buFont typeface="Wingdings" pitchFamily="2" charset="2"/>
              <a:buChar char="Ø"/>
            </a:pPr>
            <a:r>
              <a:rPr lang="zh-CN" altLang="en-US" sz="2200" b="0" i="0" u="none" strike="noStrike" kern="1200" cap="none" spc="0" baseline="0">
                <a:solidFill>
                  <a:schemeClr val="tx1"/>
                </a:solidFill>
                <a:latin typeface="微软雅黑" pitchFamily="0" charset="0"/>
                <a:ea typeface="微软雅黑" pitchFamily="0" charset="0"/>
                <a:cs typeface="Calibri" pitchFamily="0" charset="0"/>
              </a:rPr>
              <a:t>施工期间发现实际与勘查成果出入较大时，应进行</a:t>
            </a:r>
            <a:r>
              <a:rPr lang="zh-CN" altLang="en-US" sz="2200" b="0" i="0" u="none" strike="noStrike" kern="1200" cap="none" spc="0" baseline="0">
                <a:solidFill>
                  <a:srgbClr val="FF0000"/>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补充勘查</a:t>
            </a:r>
            <a:r>
              <a:rPr lang="zh-CN" altLang="en-US" sz="2200" b="0" i="0" u="none" strike="noStrike" kern="1200" cap="none" spc="0" baseline="0">
                <a:solidFill>
                  <a:schemeClr val="tx1"/>
                </a:solidFill>
                <a:latin typeface="微软雅黑" pitchFamily="0" charset="0"/>
                <a:ea typeface="微软雅黑" pitchFamily="0" charset="0"/>
                <a:cs typeface="Calibri" pitchFamily="0" charset="0"/>
              </a:rPr>
              <a:t>。</a:t>
            </a:r>
            <a:endParaRPr lang="zh-CN" altLang="en-US" sz="2200" b="0" i="0" u="none" strike="noStrike" kern="1200" cap="none" spc="0" baseline="0">
              <a:solidFill>
                <a:schemeClr val="tx1"/>
              </a:solidFill>
              <a:latin typeface="微软雅黑" pitchFamily="0" charset="0"/>
              <a:ea typeface="微软雅黑" pitchFamily="0" charset="0"/>
              <a:cs typeface="Calibri" pitchFamily="0" charset="0"/>
            </a:endParaRPr>
          </a:p>
        </p:txBody>
      </p:sp>
      <p:sp>
        <p:nvSpPr>
          <p:cNvPr id="267" name="矩形"/>
          <p:cNvSpPr>
            <a:spLocks/>
          </p:cNvSpPr>
          <p:nvPr/>
        </p:nvSpPr>
        <p:spPr>
          <a:xfrm rot="0">
            <a:off x="304800" y="1282700"/>
            <a:ext cx="6401876" cy="684529"/>
          </a:xfrm>
          <a:prstGeom prst="rect"/>
          <a:solidFill>
            <a:srgbClr val="0070C0"/>
          </a:solidFill>
          <a:ln w="12700" cmpd="sng" cap="flat">
            <a:solidFill>
              <a:srgbClr val="41719C"/>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2400" b="1" i="0" u="none" strike="noStrike" kern="1200" cap="none" spc="0" baseline="0">
                <a:solidFill>
                  <a:srgbClr val="FFFFFF"/>
                </a:solidFill>
                <a:latin typeface="Calibri" pitchFamily="0" charset="0"/>
                <a:ea typeface="微软雅黑" pitchFamily="0" charset="0"/>
                <a:cs typeface="Calibri" pitchFamily="0" charset="0"/>
              </a:rPr>
              <a:t>第九条：</a:t>
            </a:r>
            <a:r>
              <a:rPr lang="zh-CN" altLang="en-US" sz="2400" b="1" i="0" u="none" strike="noStrike" kern="1200" cap="none" spc="0" baseline="0">
                <a:solidFill>
                  <a:srgbClr val="FFC000"/>
                </a:solidFill>
                <a:latin typeface="Calibri" pitchFamily="0" charset="0"/>
                <a:ea typeface="微软雅黑" pitchFamily="0" charset="0"/>
                <a:cs typeface="Calibri" pitchFamily="0" charset="0"/>
              </a:rPr>
              <a:t>勘查</a:t>
            </a:r>
            <a:r>
              <a:rPr lang="zh-CN" altLang="en-US" sz="2400" b="1" i="0" u="none" strike="noStrike" kern="1200" cap="none" spc="0" baseline="0">
                <a:solidFill>
                  <a:srgbClr val="FFFFFF"/>
                </a:solidFill>
                <a:latin typeface="Calibri" pitchFamily="0" charset="0"/>
                <a:ea typeface="微软雅黑" pitchFamily="0" charset="0"/>
                <a:cs typeface="Calibri" pitchFamily="0" charset="0"/>
              </a:rPr>
              <a:t>单位在项目实施过程中职责</a:t>
            </a:r>
            <a:endParaRPr lang="zh-CN" altLang="en-US" sz="2400" b="1" i="0" u="none" strike="noStrike" kern="1200" cap="none" spc="0" baseline="0">
              <a:solidFill>
                <a:srgbClr val="FFFFFF"/>
              </a:solidFill>
              <a:latin typeface="Calibri" pitchFamily="0" charset="0"/>
              <a:ea typeface="微软雅黑" pitchFamily="0" charset="0"/>
              <a:cs typeface="Calibri" pitchFamily="0" charset="0"/>
            </a:endParaRPr>
          </a:p>
        </p:txBody>
      </p:sp>
      <p:sp>
        <p:nvSpPr>
          <p:cNvPr id="268" name="矩形"/>
          <p:cNvSpPr>
            <a:spLocks/>
          </p:cNvSpPr>
          <p:nvPr/>
        </p:nvSpPr>
        <p:spPr>
          <a:xfrm rot="0">
            <a:off x="202454" y="262105"/>
            <a:ext cx="3119866" cy="546100"/>
          </a:xfrm>
          <a:prstGeom prst="rect"/>
          <a:noFill/>
          <a:ln w="9525" cmpd="sng" cap="flat">
            <a:noFill/>
            <a:prstDash val="solid"/>
            <a:round/>
          </a:ln>
        </p:spPr>
        <p:txBody>
          <a:bodyPr vert="horz" wrap="square" lIns="90000" tIns="46800" rIns="90000" bIns="46800" anchor="ctr" anchorCtr="0">
            <a:prstTxWarp prst="textNoShape"/>
          </a:bodyPr>
          <a:lstStyle/>
          <a:p>
            <a:pPr marL="0" indent="0" algn="l" eaLnBrk="1" fontAlgn="base" latinLnBrk="0" hangingPunct="1">
              <a:lnSpc>
                <a:spcPct val="100000"/>
              </a:lnSpc>
              <a:spcBef>
                <a:spcPts val="0"/>
              </a:spcBef>
              <a:spcAft>
                <a:spcPts val="0"/>
              </a:spcAft>
              <a:buNone/>
            </a:pPr>
            <a:r>
              <a:rPr lang="zh-CN" altLang="en-US" sz="3200" b="1" i="0" u="none" strike="noStrike" kern="1200" cap="none" spc="300" baseline="0">
                <a:solidFill>
                  <a:schemeClr val="tx2"/>
                </a:solidFill>
                <a:latin typeface="微软雅黑" pitchFamily="0" charset="0"/>
                <a:ea typeface="微软雅黑" pitchFamily="0" charset="0"/>
                <a:cs typeface="Calibri" pitchFamily="0" charset="0"/>
              </a:rPr>
              <a:t>四、规范内容</a:t>
            </a:r>
            <a:endParaRPr lang="zh-CN" altLang="en-US" sz="3200" b="1" i="0" u="none" strike="noStrike" kern="1200" cap="none" spc="300" baseline="0">
              <a:solidFill>
                <a:schemeClr val="tx2"/>
              </a:solidFill>
              <a:latin typeface="微软雅黑" pitchFamily="0" charset="0"/>
              <a:ea typeface="微软雅黑" pitchFamily="0" charset="0"/>
              <a:cs typeface="Calibri" pitchFamily="0" charset="0"/>
            </a:endParaRPr>
          </a:p>
        </p:txBody>
      </p:sp>
      <p:grpSp>
        <p:nvGrpSpPr>
          <p:cNvPr id="272" name="组合"/>
          <p:cNvGrpSpPr>
            <a:grpSpLocks/>
          </p:cNvGrpSpPr>
          <p:nvPr/>
        </p:nvGrpSpPr>
        <p:grpSpPr>
          <a:xfrm>
            <a:off x="3117193" y="472687"/>
            <a:ext cx="403698" cy="141984"/>
            <a:chOff x="3117193" y="472687"/>
            <a:chExt cx="403698" cy="141984"/>
          </a:xfrm>
        </p:grpSpPr>
        <p:sp>
          <p:nvSpPr>
            <p:cNvPr id="269" name="燕尾形"/>
            <p:cNvSpPr>
              <a:spLocks/>
            </p:cNvSpPr>
            <p:nvPr/>
          </p:nvSpPr>
          <p:spPr>
            <a:xfrm rot="0">
              <a:off x="3117193"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270" name="燕尾形"/>
            <p:cNvSpPr>
              <a:spLocks/>
            </p:cNvSpPr>
            <p:nvPr/>
          </p:nvSpPr>
          <p:spPr>
            <a:xfrm rot="0">
              <a:off x="3246757"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271" name="燕尾形"/>
            <p:cNvSpPr>
              <a:spLocks/>
            </p:cNvSpPr>
            <p:nvPr/>
          </p:nvSpPr>
          <p:spPr>
            <a:xfrm rot="0">
              <a:off x="3376322"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grpSp>
      <p:sp>
        <p:nvSpPr>
          <p:cNvPr id="273" name="矩形"/>
          <p:cNvSpPr>
            <a:spLocks/>
          </p:cNvSpPr>
          <p:nvPr/>
        </p:nvSpPr>
        <p:spPr>
          <a:xfrm rot="0">
            <a:off x="3667719" y="309258"/>
            <a:ext cx="2698247" cy="451794"/>
          </a:xfrm>
          <a:prstGeom prst="rect"/>
          <a:solidFill>
            <a:schemeClr val="accent1"/>
          </a:solidFill>
          <a:ln w="9525" cmpd="sng" cap="flat">
            <a:noFill/>
            <a:prstDash val="solid"/>
            <a:round/>
          </a:ln>
        </p:spPr>
        <p:txBody>
          <a:bodyPr vert="horz" wrap="square" lIns="91440" tIns="45720" rIns="91440" bIns="45720" anchor="ctr" anchorCtr="0">
            <a:prstTxWarp prst="textNoShape"/>
          </a:bodyPr>
          <a:lstStyle/>
          <a:p>
            <a:pPr marL="0" indent="0" algn="ctr">
              <a:lnSpc>
                <a:spcPct val="120000"/>
              </a:lnSpc>
              <a:spcBef>
                <a:spcPts val="0"/>
              </a:spcBef>
              <a:spcAft>
                <a:spcPts val="0"/>
              </a:spcAft>
              <a:buNone/>
            </a:pPr>
            <a:r>
              <a:rPr lang="zh-CN" altLang="en-US" sz="2400" b="1" i="0" u="none" strike="noStrike" kern="1200" cap="none" spc="0" baseline="0">
                <a:solidFill>
                  <a:srgbClr val="FFFFFF"/>
                </a:solidFill>
                <a:latin typeface="微软雅黑" pitchFamily="0" charset="0"/>
                <a:ea typeface="微软雅黑" pitchFamily="0" charset="0"/>
                <a:cs typeface="Calibri" pitchFamily="0" charset="0"/>
              </a:rPr>
              <a:t>第三章 项目实施</a:t>
            </a:r>
            <a:endParaRPr lang="zh-CN" altLang="en-US" sz="2400" b="1" i="0" u="none" strike="noStrike" kern="1200" cap="none" spc="0" baseline="0">
              <a:solidFill>
                <a:srgbClr val="FFFFFF"/>
              </a:solidFill>
              <a:latin typeface="微软雅黑" pitchFamily="0" charset="0"/>
              <a:ea typeface="微软雅黑" pitchFamily="0" charset="0"/>
              <a:cs typeface="Calibri" pitchFamily="0" charset="0"/>
            </a:endParaRPr>
          </a:p>
        </p:txBody>
      </p:sp>
    </p:spTree>
    <p:extLst>
      <p:ext uri="{BB962C8B-B14F-4D97-AF65-F5344CB8AC3E}">
        <p14:creationId xmlns:p14="http://schemas.microsoft.com/office/powerpoint/2010/main" val="825879174"/>
      </p:ext>
    </p:extLst>
  </p:cSld>
  <p:clrMapOvr>
    <a:masterClrMapping/>
  </p:clrMapOvr>
</p:sld>
</file>

<file path=ppt/slides/slide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77" name="矩形"/>
          <p:cNvSpPr>
            <a:spLocks/>
          </p:cNvSpPr>
          <p:nvPr/>
        </p:nvSpPr>
        <p:spPr>
          <a:xfrm rot="0">
            <a:off x="1571624" y="912813"/>
            <a:ext cx="10620375" cy="117792"/>
          </a:xfrm>
          <a:prstGeom prst="rect"/>
          <a:solidFill>
            <a:srgbClr val="0070C0"/>
          </a:solidFill>
          <a:ln w="9525" cmpd="sng" cap="flat">
            <a:solidFill>
              <a:srgbClr val="0070C0"/>
            </a:solidFill>
            <a:prstDash val="solid"/>
            <a:round/>
          </a:ln>
        </p:spPr>
        <p:txBody>
          <a:bodyPr rtlCol="0" anchor="ctr"/>
          <a:lstStyle/>
          <a:p>
            <a:pPr algn="ctr"/>
          </a:p>
        </p:txBody>
      </p:sp>
      <p:sp>
        <p:nvSpPr>
          <p:cNvPr id="278" name="直线"/>
          <p:cNvSpPr>
            <a:spLocks/>
          </p:cNvSpPr>
          <p:nvPr/>
        </p:nvSpPr>
        <p:spPr>
          <a:xfrm rot="0">
            <a:off x="0" y="843074"/>
            <a:ext cx="12204001" cy="0"/>
          </a:xfrm>
          <a:prstGeom prst="line"/>
          <a:noFill/>
          <a:ln w="28575" cmpd="sng" cap="flat">
            <a:solidFill>
              <a:srgbClr val="0070C0"/>
            </a:solidFill>
            <a:prstDash val="solid"/>
            <a:round/>
          </a:ln>
        </p:spPr>
        <p:txBody>
          <a:bodyPr rtlCol="0" anchor="ctr"/>
          <a:lstStyle/>
          <a:p>
            <a:pPr algn="ctr"/>
          </a:p>
        </p:txBody>
      </p:sp>
      <p:sp>
        <p:nvSpPr>
          <p:cNvPr id="279" name="矩形"/>
          <p:cNvSpPr>
            <a:spLocks/>
          </p:cNvSpPr>
          <p:nvPr/>
        </p:nvSpPr>
        <p:spPr>
          <a:xfrm rot="0">
            <a:off x="0" y="912813"/>
            <a:ext cx="1571624" cy="117792"/>
          </a:xfrm>
          <a:prstGeom prst="rect"/>
          <a:solidFill>
            <a:srgbClr val="0070C0"/>
          </a:solidFill>
          <a:ln w="9525" cmpd="sng" cap="flat">
            <a:solidFill>
              <a:srgbClr val="0070C0"/>
            </a:solidFill>
            <a:prstDash val="solid"/>
            <a:round/>
          </a:ln>
        </p:spPr>
        <p:txBody>
          <a:bodyPr rtlCol="0" anchor="ctr"/>
          <a:lstStyle/>
          <a:p>
            <a:pPr algn="ctr"/>
          </a:p>
        </p:txBody>
      </p:sp>
      <p:sp>
        <p:nvSpPr>
          <p:cNvPr id="280" name="直线"/>
          <p:cNvSpPr>
            <a:spLocks/>
          </p:cNvSpPr>
          <p:nvPr/>
        </p:nvSpPr>
        <p:spPr>
          <a:xfrm rot="0">
            <a:off x="494012" y="2090158"/>
            <a:ext cx="11160000" cy="0"/>
          </a:xfrm>
          <a:prstGeom prst="line"/>
          <a:noFill/>
          <a:ln w="25400" cmpd="sng" cap="flat">
            <a:solidFill>
              <a:srgbClr val="4472C4"/>
            </a:solidFill>
            <a:prstDash val="solid"/>
            <a:round/>
          </a:ln>
          <a:effectLst>
            <a:outerShdw sx="100000" sy="100000" algn="ctr" rotWithShape="0" blurRad="63500" dist="25400" dir="5400000">
              <a:srgbClr val="000000">
                <a:alpha val="49803"/>
              </a:srgbClr>
            </a:outerShdw>
          </a:effectLst>
        </p:spPr>
        <p:txBody>
          <a:bodyPr rtlCol="0" anchor="ctr"/>
          <a:lstStyle/>
          <a:p>
            <a:pPr algn="ctr"/>
          </a:p>
        </p:txBody>
      </p:sp>
      <p:grpSp>
        <p:nvGrpSpPr>
          <p:cNvPr id="283" name="组合"/>
          <p:cNvGrpSpPr>
            <a:grpSpLocks/>
          </p:cNvGrpSpPr>
          <p:nvPr/>
        </p:nvGrpSpPr>
        <p:grpSpPr>
          <a:xfrm>
            <a:off x="376903" y="2406518"/>
            <a:ext cx="4486562" cy="2396211"/>
            <a:chOff x="376903" y="2406518"/>
            <a:chExt cx="4486562" cy="2396211"/>
          </a:xfrm>
        </p:grpSpPr>
        <p:sp>
          <p:nvSpPr>
            <p:cNvPr id="281" name="矩形"/>
            <p:cNvSpPr>
              <a:spLocks/>
            </p:cNvSpPr>
            <p:nvPr/>
          </p:nvSpPr>
          <p:spPr>
            <a:xfrm rot="0">
              <a:off x="376903" y="2406518"/>
              <a:ext cx="4353204" cy="700087"/>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25000"/>
                </a:lnSpc>
                <a:spcBef>
                  <a:spcPts val="450"/>
                </a:spcBef>
                <a:spcAft>
                  <a:spcPts val="0"/>
                </a:spcAft>
                <a:buNone/>
              </a:pPr>
              <a:r>
                <a:rPr lang="en-US" altLang="zh-CN" sz="2400" b="1" i="0" u="none" strike="noStrike" kern="1200" cap="none" spc="0" baseline="0">
                  <a:solidFill>
                    <a:srgbClr val="5B9BD5"/>
                  </a:solidFill>
                  <a:latin typeface="微软雅黑" pitchFamily="0" charset="0"/>
                  <a:ea typeface="微软雅黑" pitchFamily="0" charset="0"/>
                  <a:cs typeface="微软雅黑" pitchFamily="0" charset="0"/>
                </a:rPr>
                <a:t>01</a:t>
              </a:r>
              <a:endParaRPr lang="zh-CN" altLang="en-US" sz="2400" b="1" i="0" u="none" strike="noStrike" kern="1200" cap="none" spc="0" baseline="0">
                <a:solidFill>
                  <a:srgbClr val="5B9BD5"/>
                </a:solidFill>
                <a:latin typeface="微软雅黑" pitchFamily="0" charset="0"/>
                <a:ea typeface="微软雅黑" pitchFamily="0" charset="0"/>
                <a:cs typeface="微软雅黑" pitchFamily="0" charset="0"/>
              </a:endParaRPr>
            </a:p>
          </p:txBody>
        </p:sp>
        <p:sp>
          <p:nvSpPr>
            <p:cNvPr id="282" name="矩形"/>
            <p:cNvSpPr>
              <a:spLocks/>
            </p:cNvSpPr>
            <p:nvPr/>
          </p:nvSpPr>
          <p:spPr>
            <a:xfrm rot="0">
              <a:off x="376903" y="2769141"/>
              <a:ext cx="4486562" cy="2033587"/>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50000"/>
                </a:lnSpc>
                <a:spcBef>
                  <a:spcPts val="0"/>
                </a:spcBef>
                <a:spcAft>
                  <a:spcPts val="0"/>
                </a:spcAft>
                <a:buNone/>
              </a:pP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sym typeface="微软雅黑" pitchFamily="0" charset="0"/>
                </a:rPr>
                <a:t>按照勘查成果和有关规范规程开展设计工作，</a:t>
              </a:r>
              <a:r>
                <a:rPr lang="zh-CN" altLang="en-US" sz="1600" b="1" i="0" u="none" strike="noStrike" kern="1200" cap="none" spc="0" baseline="0">
                  <a:solidFill>
                    <a:srgbClr val="FF0000"/>
                  </a:solidFill>
                  <a:latin typeface="微软雅黑" pitchFamily="0" charset="0"/>
                  <a:ea typeface="微软雅黑" pitchFamily="0" charset="0"/>
                  <a:cs typeface="微软雅黑" pitchFamily="0" charset="0"/>
                  <a:sym typeface="微软雅黑" pitchFamily="0" charset="0"/>
                </a:rPr>
                <a:t>明确工程的设计使用年限</a:t>
              </a: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sym typeface="微软雅黑" pitchFamily="0" charset="0"/>
                </a:rPr>
                <a:t>。建设单位对建设工程的设计使用年限有</a:t>
              </a:r>
              <a:r>
                <a:rPr lang="zh-CN" altLang="en-US" sz="16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sym typeface="微软雅黑" pitchFamily="0" charset="0"/>
                </a:rPr>
                <a:t>特殊要求</a:t>
              </a: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sym typeface="微软雅黑" pitchFamily="0" charset="0"/>
                </a:rPr>
                <a:t>的，须由建设单位与设计单位签订合同时予以明确，并由设计单位</a:t>
              </a:r>
              <a:r>
                <a:rPr lang="zh-CN" altLang="en-US" sz="16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sym typeface="微软雅黑" pitchFamily="0" charset="0"/>
                </a:rPr>
                <a:t>在设计文件中注明</a:t>
              </a: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sym typeface="微软雅黑" pitchFamily="0" charset="0"/>
                </a:rPr>
                <a:t>。</a:t>
              </a:r>
              <a:endParaRPr lang="zh-CN" altLang="en-US" sz="1600" b="0" i="0" u="none" strike="noStrike" kern="1200" cap="none" spc="0" baseline="0">
                <a:solidFill>
                  <a:schemeClr val="tx1"/>
                </a:solidFill>
                <a:latin typeface="微软雅黑" pitchFamily="0" charset="0"/>
                <a:ea typeface="微软雅黑" pitchFamily="0" charset="0"/>
                <a:cs typeface="微软雅黑" pitchFamily="0" charset="0"/>
                <a:sym typeface="微软雅黑" pitchFamily="0" charset="0"/>
              </a:endParaRPr>
            </a:p>
          </p:txBody>
        </p:sp>
      </p:grpSp>
      <p:grpSp>
        <p:nvGrpSpPr>
          <p:cNvPr id="286" name="组合"/>
          <p:cNvGrpSpPr>
            <a:grpSpLocks/>
          </p:cNvGrpSpPr>
          <p:nvPr/>
        </p:nvGrpSpPr>
        <p:grpSpPr>
          <a:xfrm>
            <a:off x="376903" y="4770515"/>
            <a:ext cx="4486562" cy="1346738"/>
            <a:chOff x="376903" y="4770515"/>
            <a:chExt cx="4486562" cy="1346738"/>
          </a:xfrm>
        </p:grpSpPr>
        <p:sp>
          <p:nvSpPr>
            <p:cNvPr id="284" name="矩形"/>
            <p:cNvSpPr>
              <a:spLocks/>
            </p:cNvSpPr>
            <p:nvPr/>
          </p:nvSpPr>
          <p:spPr>
            <a:xfrm rot="0">
              <a:off x="376903" y="4770515"/>
              <a:ext cx="4353204" cy="700087"/>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25000"/>
                </a:lnSpc>
                <a:spcBef>
                  <a:spcPts val="450"/>
                </a:spcBef>
                <a:spcAft>
                  <a:spcPts val="0"/>
                </a:spcAft>
                <a:buNone/>
              </a:pPr>
              <a:r>
                <a:rPr lang="en-US" altLang="zh-CN" sz="2400" b="1" i="0" u="none" strike="noStrike" kern="1200" cap="none" spc="0" baseline="0">
                  <a:solidFill>
                    <a:srgbClr val="5B9BD5"/>
                  </a:solidFill>
                  <a:latin typeface="微软雅黑" pitchFamily="0" charset="0"/>
                  <a:ea typeface="微软雅黑" pitchFamily="0" charset="0"/>
                  <a:cs typeface="微软雅黑" pitchFamily="0" charset="0"/>
                </a:rPr>
                <a:t>02</a:t>
              </a:r>
              <a:endParaRPr lang="zh-CN" altLang="en-US" sz="2400" b="1" i="0" u="none" strike="noStrike" kern="1200" cap="none" spc="0" baseline="0">
                <a:solidFill>
                  <a:srgbClr val="5B9BD5"/>
                </a:solidFill>
                <a:latin typeface="微软雅黑" pitchFamily="0" charset="0"/>
                <a:ea typeface="微软雅黑" pitchFamily="0" charset="0"/>
                <a:cs typeface="微软雅黑" pitchFamily="0" charset="0"/>
              </a:endParaRPr>
            </a:p>
          </p:txBody>
        </p:sp>
        <p:sp>
          <p:nvSpPr>
            <p:cNvPr id="285" name="矩形"/>
            <p:cNvSpPr>
              <a:spLocks/>
            </p:cNvSpPr>
            <p:nvPr/>
          </p:nvSpPr>
          <p:spPr>
            <a:xfrm rot="0">
              <a:off x="376903" y="5155228"/>
              <a:ext cx="4486562" cy="962024"/>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50000"/>
                </a:lnSpc>
                <a:spcBef>
                  <a:spcPts val="0"/>
                </a:spcBef>
                <a:spcAft>
                  <a:spcPts val="0"/>
                </a:spcAft>
                <a:buNone/>
              </a:pPr>
              <a:r>
                <a:rPr lang="zh-CN" altLang="en-US" sz="1600" b="0" i="0" u="none" strike="noStrike" kern="1200" cap="none" spc="0" baseline="0">
                  <a:solidFill>
                    <a:srgbClr val="000000"/>
                  </a:solidFill>
                  <a:latin typeface="微软雅黑" pitchFamily="0" charset="0"/>
                  <a:ea typeface="微软雅黑" pitchFamily="0" charset="0"/>
                  <a:cs typeface="微软雅黑" pitchFamily="0" charset="0"/>
                  <a:sym typeface="微软雅黑" pitchFamily="0" charset="0"/>
                </a:rPr>
                <a:t>对工程施工可能存在的安全风险进行分析，并提出相应</a:t>
              </a:r>
              <a:r>
                <a:rPr lang="zh-CN" altLang="en-US" sz="1600" b="1" i="0" u="none" strike="noStrike" kern="1200" cap="none" spc="0" baseline="0">
                  <a:solidFill>
                    <a:srgbClr val="FF0000"/>
                  </a:solidFill>
                  <a:latin typeface="微软雅黑" pitchFamily="0" charset="0"/>
                  <a:ea typeface="微软雅黑" pitchFamily="0" charset="0"/>
                  <a:cs typeface="微软雅黑" pitchFamily="0" charset="0"/>
                  <a:sym typeface="微软雅黑" pitchFamily="0" charset="0"/>
                </a:rPr>
                <a:t>风险防控措施</a:t>
              </a:r>
              <a:r>
                <a:rPr lang="zh-CN" altLang="en-US" sz="1600" b="0" i="0" u="none" strike="noStrike" kern="1200" cap="none" spc="0" baseline="0">
                  <a:solidFill>
                    <a:srgbClr val="000000"/>
                  </a:solidFill>
                  <a:latin typeface="微软雅黑" pitchFamily="0" charset="0"/>
                  <a:ea typeface="微软雅黑" pitchFamily="0" charset="0"/>
                  <a:cs typeface="微软雅黑" pitchFamily="0" charset="0"/>
                  <a:sym typeface="微软雅黑" pitchFamily="0" charset="0"/>
                </a:rPr>
                <a:t>。</a:t>
              </a:r>
              <a:endParaRPr lang="zh-CN" altLang="en-US" sz="1600" b="0" i="0" u="none" strike="noStrike" kern="1200" cap="none" spc="0" baseline="0">
                <a:solidFill>
                  <a:srgbClr val="000000"/>
                </a:solidFill>
                <a:latin typeface="微软雅黑" pitchFamily="0" charset="0"/>
                <a:ea typeface="微软雅黑" pitchFamily="0" charset="0"/>
                <a:cs typeface="微软雅黑" pitchFamily="0" charset="0"/>
                <a:sym typeface="微软雅黑" pitchFamily="0" charset="0"/>
              </a:endParaRPr>
            </a:p>
          </p:txBody>
        </p:sp>
      </p:grpSp>
      <p:grpSp>
        <p:nvGrpSpPr>
          <p:cNvPr id="289" name="组合"/>
          <p:cNvGrpSpPr>
            <a:grpSpLocks/>
          </p:cNvGrpSpPr>
          <p:nvPr/>
        </p:nvGrpSpPr>
        <p:grpSpPr>
          <a:xfrm>
            <a:off x="7243158" y="2166905"/>
            <a:ext cx="4486562" cy="1349287"/>
            <a:chOff x="7243158" y="2166905"/>
            <a:chExt cx="4486562" cy="1349287"/>
          </a:xfrm>
        </p:grpSpPr>
        <p:sp>
          <p:nvSpPr>
            <p:cNvPr id="287" name="矩形"/>
            <p:cNvSpPr>
              <a:spLocks/>
            </p:cNvSpPr>
            <p:nvPr/>
          </p:nvSpPr>
          <p:spPr>
            <a:xfrm rot="0">
              <a:off x="7243158" y="2166905"/>
              <a:ext cx="4410357" cy="700087"/>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25000"/>
                </a:lnSpc>
                <a:spcBef>
                  <a:spcPts val="450"/>
                </a:spcBef>
                <a:spcAft>
                  <a:spcPts val="0"/>
                </a:spcAft>
                <a:buNone/>
              </a:pPr>
              <a:r>
                <a:rPr lang="en-US" altLang="zh-CN" sz="2400" b="1" i="0" u="none" strike="noStrike" kern="1200" cap="none" spc="0" baseline="0">
                  <a:solidFill>
                    <a:srgbClr val="5B9BD5"/>
                  </a:solidFill>
                  <a:latin typeface="微软雅黑" pitchFamily="0" charset="0"/>
                  <a:ea typeface="微软雅黑" pitchFamily="0" charset="0"/>
                  <a:cs typeface="微软雅黑" pitchFamily="0" charset="0"/>
                </a:rPr>
                <a:t>03</a:t>
              </a:r>
              <a:endParaRPr lang="zh-CN" altLang="en-US" sz="2400" b="1" i="0" u="none" strike="noStrike" kern="1200" cap="none" spc="0" baseline="0">
                <a:solidFill>
                  <a:srgbClr val="5B9BD5"/>
                </a:solidFill>
                <a:latin typeface="微软雅黑" pitchFamily="0" charset="0"/>
                <a:ea typeface="微软雅黑" pitchFamily="0" charset="0"/>
                <a:cs typeface="微软雅黑" pitchFamily="0" charset="0"/>
              </a:endParaRPr>
            </a:p>
          </p:txBody>
        </p:sp>
        <p:sp>
          <p:nvSpPr>
            <p:cNvPr id="288" name="矩形"/>
            <p:cNvSpPr>
              <a:spLocks/>
            </p:cNvSpPr>
            <p:nvPr/>
          </p:nvSpPr>
          <p:spPr>
            <a:xfrm rot="0">
              <a:off x="7243158" y="2554168"/>
              <a:ext cx="4486562" cy="962024"/>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50000"/>
                </a:lnSpc>
                <a:spcBef>
                  <a:spcPts val="0"/>
                </a:spcBef>
                <a:spcAft>
                  <a:spcPts val="0"/>
                </a:spcAft>
                <a:buNone/>
              </a:pP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sym typeface="微软雅黑" pitchFamily="0" charset="0"/>
                </a:rPr>
                <a:t>施工期间进行设计变更时，按有关要求编制设计</a:t>
              </a:r>
              <a:r>
                <a:rPr lang="zh-CN" altLang="en-US" sz="1600" b="1" i="0" u="none" strike="noStrike" kern="1200" cap="none" spc="0" baseline="0">
                  <a:solidFill>
                    <a:srgbClr val="FF0000"/>
                  </a:solidFill>
                  <a:latin typeface="微软雅黑" pitchFamily="0" charset="0"/>
                  <a:ea typeface="微软雅黑" pitchFamily="0" charset="0"/>
                  <a:cs typeface="微软雅黑" pitchFamily="0" charset="0"/>
                  <a:sym typeface="微软雅黑" pitchFamily="0" charset="0"/>
                </a:rPr>
                <a:t>变更报告</a:t>
              </a:r>
              <a:endParaRPr lang="zh-CN" altLang="en-US" sz="1600" b="1" i="0" u="none" strike="noStrike" kern="1200" cap="none" spc="0" baseline="0">
                <a:solidFill>
                  <a:srgbClr val="FF0000"/>
                </a:solidFill>
                <a:latin typeface="微软雅黑" pitchFamily="0" charset="0"/>
                <a:ea typeface="微软雅黑" pitchFamily="0" charset="0"/>
                <a:cs typeface="微软雅黑" pitchFamily="0" charset="0"/>
                <a:sym typeface="微软雅黑" pitchFamily="0" charset="0"/>
              </a:endParaRPr>
            </a:p>
          </p:txBody>
        </p:sp>
      </p:grpSp>
      <p:grpSp>
        <p:nvGrpSpPr>
          <p:cNvPr id="292" name="组合"/>
          <p:cNvGrpSpPr>
            <a:grpSpLocks/>
          </p:cNvGrpSpPr>
          <p:nvPr/>
        </p:nvGrpSpPr>
        <p:grpSpPr>
          <a:xfrm>
            <a:off x="7243158" y="3273854"/>
            <a:ext cx="4495800" cy="1677275"/>
            <a:chOff x="7243158" y="3273854"/>
            <a:chExt cx="4495800" cy="1677275"/>
          </a:xfrm>
        </p:grpSpPr>
        <p:sp>
          <p:nvSpPr>
            <p:cNvPr id="290" name="矩形"/>
            <p:cNvSpPr>
              <a:spLocks/>
            </p:cNvSpPr>
            <p:nvPr/>
          </p:nvSpPr>
          <p:spPr>
            <a:xfrm rot="0">
              <a:off x="7243158" y="3273854"/>
              <a:ext cx="4495800" cy="700087"/>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25000"/>
                </a:lnSpc>
                <a:spcBef>
                  <a:spcPts val="450"/>
                </a:spcBef>
                <a:spcAft>
                  <a:spcPts val="0"/>
                </a:spcAft>
                <a:buNone/>
              </a:pPr>
              <a:r>
                <a:rPr lang="en-US" altLang="zh-CN" sz="2400" b="1" i="0" u="none" strike="noStrike" kern="1200" cap="none" spc="0" baseline="0">
                  <a:solidFill>
                    <a:srgbClr val="5B9BD5"/>
                  </a:solidFill>
                  <a:latin typeface="微软雅黑" pitchFamily="0" charset="0"/>
                  <a:ea typeface="微软雅黑" pitchFamily="0" charset="0"/>
                  <a:cs typeface="微软雅黑" pitchFamily="0" charset="0"/>
                </a:rPr>
                <a:t>04</a:t>
              </a:r>
              <a:endParaRPr lang="zh-CN" altLang="en-US" sz="2400" b="1" i="0" u="none" strike="noStrike" kern="1200" cap="none" spc="0" baseline="0">
                <a:solidFill>
                  <a:srgbClr val="5B9BD5"/>
                </a:solidFill>
                <a:latin typeface="微软雅黑" pitchFamily="0" charset="0"/>
                <a:ea typeface="微软雅黑" pitchFamily="0" charset="0"/>
                <a:cs typeface="微软雅黑" pitchFamily="0" charset="0"/>
              </a:endParaRPr>
            </a:p>
          </p:txBody>
        </p:sp>
        <p:sp>
          <p:nvSpPr>
            <p:cNvPr id="291" name="矩形"/>
            <p:cNvSpPr>
              <a:spLocks/>
            </p:cNvSpPr>
            <p:nvPr/>
          </p:nvSpPr>
          <p:spPr>
            <a:xfrm rot="0">
              <a:off x="7243158" y="3636491"/>
              <a:ext cx="4486274" cy="1314638"/>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50000"/>
                </a:lnSpc>
                <a:spcBef>
                  <a:spcPts val="0"/>
                </a:spcBef>
                <a:spcAft>
                  <a:spcPts val="0"/>
                </a:spcAft>
                <a:buNone/>
              </a:pP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sym typeface="微软雅黑" pitchFamily="0" charset="0"/>
                </a:rPr>
                <a:t>负责项目实施期间设计服务，参加技术交底、现场验槽、单元工程阶段性验收，质量事故分析以及工程初步验收与竣工验收等工作</a:t>
              </a:r>
              <a:endParaRPr lang="zh-CN" altLang="en-US" sz="1600" b="0" i="0" u="none" strike="noStrike" kern="1200" cap="none" spc="0" baseline="0">
                <a:solidFill>
                  <a:schemeClr val="tx1"/>
                </a:solidFill>
                <a:latin typeface="微软雅黑" pitchFamily="0" charset="0"/>
                <a:ea typeface="微软雅黑" pitchFamily="0" charset="0"/>
                <a:cs typeface="微软雅黑" pitchFamily="0" charset="0"/>
                <a:sym typeface="微软雅黑" pitchFamily="0" charset="0"/>
              </a:endParaRPr>
            </a:p>
          </p:txBody>
        </p:sp>
      </p:grpSp>
      <p:grpSp>
        <p:nvGrpSpPr>
          <p:cNvPr id="295" name="组合"/>
          <p:cNvGrpSpPr>
            <a:grpSpLocks/>
          </p:cNvGrpSpPr>
          <p:nvPr/>
        </p:nvGrpSpPr>
        <p:grpSpPr>
          <a:xfrm>
            <a:off x="7243158" y="4736585"/>
            <a:ext cx="4495800" cy="1699471"/>
            <a:chOff x="7243158" y="4736585"/>
            <a:chExt cx="4495800" cy="1699471"/>
          </a:xfrm>
        </p:grpSpPr>
        <p:sp>
          <p:nvSpPr>
            <p:cNvPr id="293" name="矩形"/>
            <p:cNvSpPr>
              <a:spLocks/>
            </p:cNvSpPr>
            <p:nvPr/>
          </p:nvSpPr>
          <p:spPr>
            <a:xfrm rot="0">
              <a:off x="7243158" y="4736585"/>
              <a:ext cx="4495800" cy="700087"/>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25000"/>
                </a:lnSpc>
                <a:spcBef>
                  <a:spcPts val="450"/>
                </a:spcBef>
                <a:spcAft>
                  <a:spcPts val="0"/>
                </a:spcAft>
                <a:buNone/>
              </a:pPr>
              <a:r>
                <a:rPr lang="en-US" altLang="zh-CN" sz="2400" b="1" i="0" u="none" strike="noStrike" kern="1200" cap="none" spc="0" baseline="0">
                  <a:solidFill>
                    <a:srgbClr val="5B9BD5"/>
                  </a:solidFill>
                  <a:latin typeface="微软雅黑" pitchFamily="0" charset="0"/>
                  <a:ea typeface="微软雅黑" pitchFamily="0" charset="0"/>
                  <a:cs typeface="微软雅黑" pitchFamily="0" charset="0"/>
                </a:rPr>
                <a:t>05</a:t>
              </a:r>
              <a:endParaRPr lang="zh-CN" altLang="en-US" sz="2400" b="1" i="0" u="none" strike="noStrike" kern="1200" cap="none" spc="0" baseline="0">
                <a:solidFill>
                  <a:srgbClr val="5B9BD5"/>
                </a:solidFill>
                <a:latin typeface="微软雅黑" pitchFamily="0" charset="0"/>
                <a:ea typeface="微软雅黑" pitchFamily="0" charset="0"/>
                <a:cs typeface="微软雅黑" pitchFamily="0" charset="0"/>
              </a:endParaRPr>
            </a:p>
          </p:txBody>
        </p:sp>
        <p:sp>
          <p:nvSpPr>
            <p:cNvPr id="294" name="矩形"/>
            <p:cNvSpPr>
              <a:spLocks/>
            </p:cNvSpPr>
            <p:nvPr/>
          </p:nvSpPr>
          <p:spPr>
            <a:xfrm rot="0">
              <a:off x="7243158" y="5121299"/>
              <a:ext cx="4486274" cy="1314757"/>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50000"/>
                </a:lnSpc>
                <a:spcBef>
                  <a:spcPts val="0"/>
                </a:spcBef>
                <a:spcAft>
                  <a:spcPts val="0"/>
                </a:spcAft>
                <a:buNone/>
              </a:pP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sym typeface="微软雅黑" pitchFamily="0" charset="0"/>
                </a:rPr>
                <a:t>在设计中采用</a:t>
              </a:r>
              <a:r>
                <a:rPr lang="zh-CN" altLang="en-US" sz="16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sym typeface="微软雅黑" pitchFamily="0" charset="0"/>
                </a:rPr>
                <a:t>新技术、新工艺、新材料、新设备</a:t>
              </a: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sym typeface="微软雅黑" pitchFamily="0" charset="0"/>
                </a:rPr>
                <a:t>的，应当说明其技术性能和使用注意事项，并提出质量保障措施。</a:t>
              </a:r>
              <a:endParaRPr lang="zh-CN" altLang="en-US" sz="1600" b="0" i="0" u="none" strike="noStrike" kern="1200" cap="none" spc="0" baseline="0">
                <a:solidFill>
                  <a:schemeClr val="tx1"/>
                </a:solidFill>
                <a:latin typeface="微软雅黑" pitchFamily="0" charset="0"/>
                <a:ea typeface="微软雅黑" pitchFamily="0" charset="0"/>
                <a:cs typeface="微软雅黑" pitchFamily="0" charset="0"/>
                <a:sym typeface="微软雅黑" pitchFamily="0" charset="0"/>
              </a:endParaRPr>
            </a:p>
          </p:txBody>
        </p:sp>
      </p:grpSp>
      <p:grpSp>
        <p:nvGrpSpPr>
          <p:cNvPr id="298" name="组合"/>
          <p:cNvGrpSpPr>
            <a:grpSpLocks/>
          </p:cNvGrpSpPr>
          <p:nvPr/>
        </p:nvGrpSpPr>
        <p:grpSpPr>
          <a:xfrm>
            <a:off x="4992370" y="3310255"/>
            <a:ext cx="1980000" cy="1979999"/>
            <a:chOff x="4992370" y="3310255"/>
            <a:chExt cx="1980000" cy="1979999"/>
          </a:xfrm>
        </p:grpSpPr>
        <p:sp>
          <p:nvSpPr>
            <p:cNvPr id="296" name="椭圆"/>
            <p:cNvSpPr>
              <a:spLocks/>
            </p:cNvSpPr>
            <p:nvPr/>
          </p:nvSpPr>
          <p:spPr>
            <a:xfrm rot="0">
              <a:off x="4992370" y="3310255"/>
              <a:ext cx="1980000" cy="1979999"/>
            </a:xfrm>
            <a:prstGeom prst="ellipse"/>
            <a:solidFill>
              <a:srgbClr val="5B9BD5"/>
            </a:solidFill>
            <a:ln w="9525" cmpd="sng" cap="flat">
              <a:noFill/>
              <a:prstDash val="solid"/>
              <a:miter/>
            </a:ln>
          </p:spPr>
          <p:txBody>
            <a:bodyPr rtlCol="0" anchor="ctr"/>
            <a:lstStyle/>
            <a:p>
              <a:pPr algn="ctr"/>
            </a:p>
          </p:txBody>
        </p:sp>
        <p:sp>
          <p:nvSpPr>
            <p:cNvPr id="297" name="曲线"/>
            <p:cNvSpPr>
              <a:spLocks/>
            </p:cNvSpPr>
            <p:nvPr/>
          </p:nvSpPr>
          <p:spPr>
            <a:xfrm rot="0">
              <a:off x="5445218" y="3763103"/>
              <a:ext cx="1074873" cy="1074873"/>
            </a:xfrm>
            <a:custGeom>
              <a:gdLst>
                <a:gd name="T1" fmla="*/ 0 w 21600"/>
                <a:gd name="T2" fmla="*/ 0 h 21600"/>
                <a:gd name="T3" fmla="*/ 21600 w 21600"/>
                <a:gd name="T4" fmla="*/ 21600 h 21600"/>
              </a:gdLst>
              <a:rect l="T1" t="T2" r="T3" b="T4"/>
              <a:pathLst>
                <a:path w="21600" h="21600">
                  <a:moveTo>
                    <a:pt x="20458" y="6056"/>
                  </a:moveTo>
                  <a:lnTo>
                    <a:pt x="13726" y="12788"/>
                  </a:lnTo>
                  <a:lnTo>
                    <a:pt x="21399" y="12788"/>
                  </a:lnTo>
                  <a:cubicBezTo>
                    <a:pt x="21521" y="12139"/>
                    <a:pt x="21600" y="11480"/>
                    <a:pt x="21600" y="10800"/>
                  </a:cubicBezTo>
                  <a:cubicBezTo>
                    <a:pt x="21600" y="9090"/>
                    <a:pt x="21167" y="7493"/>
                    <a:pt x="20458" y="6056"/>
                  </a:cubicBezTo>
                  <a:close/>
                  <a:moveTo>
                    <a:pt x="14212" y="10286"/>
                  </a:moveTo>
                  <a:lnTo>
                    <a:pt x="19749" y="4752"/>
                  </a:lnTo>
                  <a:cubicBezTo>
                    <a:pt x="18430" y="2809"/>
                    <a:pt x="16479" y="1363"/>
                    <a:pt x="14212" y="604"/>
                  </a:cubicBezTo>
                  <a:lnTo>
                    <a:pt x="14212" y="10286"/>
                  </a:lnTo>
                  <a:close/>
                  <a:moveTo>
                    <a:pt x="11304" y="14212"/>
                  </a:moveTo>
                  <a:lnTo>
                    <a:pt x="16843" y="19751"/>
                  </a:lnTo>
                  <a:cubicBezTo>
                    <a:pt x="18789" y="18436"/>
                    <a:pt x="20236" y="16482"/>
                    <a:pt x="20995" y="14212"/>
                  </a:cubicBezTo>
                  <a:lnTo>
                    <a:pt x="11304" y="14212"/>
                  </a:lnTo>
                  <a:close/>
                  <a:moveTo>
                    <a:pt x="12786" y="7927"/>
                  </a:moveTo>
                  <a:lnTo>
                    <a:pt x="12786" y="200"/>
                  </a:lnTo>
                  <a:cubicBezTo>
                    <a:pt x="12140" y="80"/>
                    <a:pt x="11480" y="0"/>
                    <a:pt x="10799" y="0"/>
                  </a:cubicBezTo>
                  <a:cubicBezTo>
                    <a:pt x="9075" y="0"/>
                    <a:pt x="7466" y="441"/>
                    <a:pt x="6020" y="1161"/>
                  </a:cubicBezTo>
                  <a:lnTo>
                    <a:pt x="12786" y="7927"/>
                  </a:lnTo>
                  <a:close/>
                  <a:moveTo>
                    <a:pt x="8813" y="13737"/>
                  </a:moveTo>
                  <a:lnTo>
                    <a:pt x="8813" y="21400"/>
                  </a:lnTo>
                  <a:cubicBezTo>
                    <a:pt x="9459" y="21521"/>
                    <a:pt x="10119" y="21600"/>
                    <a:pt x="10799" y="21600"/>
                  </a:cubicBezTo>
                  <a:cubicBezTo>
                    <a:pt x="12508" y="21600"/>
                    <a:pt x="14101" y="21167"/>
                    <a:pt x="15538" y="20460"/>
                  </a:cubicBezTo>
                  <a:lnTo>
                    <a:pt x="8813" y="13737"/>
                  </a:lnTo>
                  <a:close/>
                  <a:moveTo>
                    <a:pt x="7386" y="11321"/>
                  </a:moveTo>
                  <a:lnTo>
                    <a:pt x="1856" y="16851"/>
                  </a:lnTo>
                  <a:cubicBezTo>
                    <a:pt x="3171" y="18791"/>
                    <a:pt x="5121" y="20237"/>
                    <a:pt x="7386" y="20996"/>
                  </a:cubicBezTo>
                  <a:lnTo>
                    <a:pt x="7386" y="11321"/>
                  </a:lnTo>
                  <a:close/>
                  <a:moveTo>
                    <a:pt x="200" y="8813"/>
                  </a:moveTo>
                  <a:cubicBezTo>
                    <a:pt x="80" y="9459"/>
                    <a:pt x="0" y="10119"/>
                    <a:pt x="0" y="10800"/>
                  </a:cubicBezTo>
                  <a:cubicBezTo>
                    <a:pt x="0" y="12513"/>
                    <a:pt x="435" y="14111"/>
                    <a:pt x="1144" y="15548"/>
                  </a:cubicBezTo>
                  <a:lnTo>
                    <a:pt x="7879" y="8812"/>
                  </a:lnTo>
                  <a:lnTo>
                    <a:pt x="200" y="8812"/>
                  </a:lnTo>
                  <a:close/>
                  <a:moveTo>
                    <a:pt x="4722" y="1877"/>
                  </a:moveTo>
                  <a:cubicBezTo>
                    <a:pt x="2795" y="3192"/>
                    <a:pt x="1359" y="5132"/>
                    <a:pt x="604" y="7386"/>
                  </a:cubicBezTo>
                  <a:lnTo>
                    <a:pt x="10232" y="7386"/>
                  </a:lnTo>
                  <a:lnTo>
                    <a:pt x="4722" y="1877"/>
                  </a:lnTo>
                  <a:close/>
                </a:path>
              </a:pathLst>
            </a:custGeom>
            <a:solidFill>
              <a:srgbClr val="FFFFFF"/>
            </a:solidFill>
            <a:ln w="9525" cmpd="sng" cap="flat">
              <a:noFill/>
              <a:prstDash val="solid"/>
              <a:miter/>
            </a:ln>
          </p:spPr>
          <p:txBody>
            <a:bodyPr rtlCol="0" anchor="ctr"/>
            <a:lstStyle/>
            <a:p>
              <a:pPr algn="ctr"/>
            </a:p>
          </p:txBody>
        </p:sp>
      </p:grpSp>
      <p:sp>
        <p:nvSpPr>
          <p:cNvPr id="299" name="矩形"/>
          <p:cNvSpPr>
            <a:spLocks/>
          </p:cNvSpPr>
          <p:nvPr/>
        </p:nvSpPr>
        <p:spPr>
          <a:xfrm rot="0">
            <a:off x="304800" y="1282700"/>
            <a:ext cx="5926183" cy="684529"/>
          </a:xfrm>
          <a:prstGeom prst="rect"/>
          <a:solidFill>
            <a:srgbClr val="0070C0"/>
          </a:solidFill>
          <a:ln w="12700" cmpd="sng" cap="flat">
            <a:solidFill>
              <a:srgbClr val="41719C"/>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2400" b="1" i="0" u="none" strike="noStrike" kern="1200" cap="none" spc="0" baseline="0">
                <a:solidFill>
                  <a:srgbClr val="FFFFFF"/>
                </a:solidFill>
                <a:latin typeface="Calibri" pitchFamily="0" charset="0"/>
                <a:ea typeface="微软雅黑" pitchFamily="0" charset="0"/>
                <a:cs typeface="Calibri" pitchFamily="0" charset="0"/>
              </a:rPr>
              <a:t>第十条：</a:t>
            </a:r>
            <a:r>
              <a:rPr lang="zh-CN" altLang="en-US" sz="2400" b="1" i="0" u="none" strike="noStrike" kern="1200" cap="none" spc="0" baseline="0">
                <a:solidFill>
                  <a:srgbClr val="FFC000"/>
                </a:solidFill>
                <a:latin typeface="Calibri" pitchFamily="0" charset="0"/>
                <a:ea typeface="微软雅黑" pitchFamily="0" charset="0"/>
                <a:cs typeface="Calibri" pitchFamily="0" charset="0"/>
              </a:rPr>
              <a:t>设计</a:t>
            </a:r>
            <a:r>
              <a:rPr lang="zh-CN" altLang="en-US" sz="2400" b="1" i="0" u="none" strike="noStrike" kern="1200" cap="none" spc="0" baseline="0">
                <a:solidFill>
                  <a:srgbClr val="FFFFFF"/>
                </a:solidFill>
                <a:latin typeface="Calibri" pitchFamily="0" charset="0"/>
                <a:ea typeface="微软雅黑" pitchFamily="0" charset="0"/>
                <a:cs typeface="Calibri" pitchFamily="0" charset="0"/>
              </a:rPr>
              <a:t>单位在项目实施过程中职责</a:t>
            </a:r>
            <a:endParaRPr lang="zh-CN" altLang="en-US" sz="2400" b="1" i="0" u="none" strike="noStrike" kern="1200" cap="none" spc="0" baseline="0">
              <a:solidFill>
                <a:srgbClr val="FFFFFF"/>
              </a:solidFill>
              <a:latin typeface="Calibri" pitchFamily="0" charset="0"/>
              <a:ea typeface="微软雅黑" pitchFamily="0" charset="0"/>
              <a:cs typeface="Calibri" pitchFamily="0" charset="0"/>
            </a:endParaRPr>
          </a:p>
        </p:txBody>
      </p:sp>
      <p:sp>
        <p:nvSpPr>
          <p:cNvPr id="300" name="矩形"/>
          <p:cNvSpPr>
            <a:spLocks/>
          </p:cNvSpPr>
          <p:nvPr/>
        </p:nvSpPr>
        <p:spPr>
          <a:xfrm rot="0">
            <a:off x="202454" y="262105"/>
            <a:ext cx="3119866" cy="546100"/>
          </a:xfrm>
          <a:prstGeom prst="rect"/>
          <a:noFill/>
          <a:ln w="9525" cmpd="sng" cap="flat">
            <a:noFill/>
            <a:prstDash val="solid"/>
            <a:round/>
          </a:ln>
        </p:spPr>
        <p:txBody>
          <a:bodyPr vert="horz" wrap="square" lIns="90000" tIns="46800" rIns="90000" bIns="46800" anchor="ctr" anchorCtr="0">
            <a:prstTxWarp prst="textNoShape"/>
          </a:bodyPr>
          <a:lstStyle/>
          <a:p>
            <a:pPr marL="0" indent="0" algn="l" eaLnBrk="1" fontAlgn="base" latinLnBrk="0" hangingPunct="1">
              <a:lnSpc>
                <a:spcPct val="100000"/>
              </a:lnSpc>
              <a:spcBef>
                <a:spcPts val="0"/>
              </a:spcBef>
              <a:spcAft>
                <a:spcPts val="0"/>
              </a:spcAft>
              <a:buNone/>
            </a:pPr>
            <a:r>
              <a:rPr lang="zh-CN" altLang="en-US" sz="3200" b="1" i="0" u="none" strike="noStrike" kern="1200" cap="none" spc="300" baseline="0">
                <a:solidFill>
                  <a:schemeClr val="tx2"/>
                </a:solidFill>
                <a:latin typeface="微软雅黑" pitchFamily="0" charset="0"/>
                <a:ea typeface="微软雅黑" pitchFamily="0" charset="0"/>
                <a:cs typeface="Calibri" pitchFamily="0" charset="0"/>
              </a:rPr>
              <a:t>四、规范内容</a:t>
            </a:r>
            <a:endParaRPr lang="zh-CN" altLang="en-US" sz="3200" b="1" i="0" u="none" strike="noStrike" kern="1200" cap="none" spc="300" baseline="0">
              <a:solidFill>
                <a:schemeClr val="tx2"/>
              </a:solidFill>
              <a:latin typeface="微软雅黑" pitchFamily="0" charset="0"/>
              <a:ea typeface="微软雅黑" pitchFamily="0" charset="0"/>
              <a:cs typeface="Calibri" pitchFamily="0" charset="0"/>
            </a:endParaRPr>
          </a:p>
        </p:txBody>
      </p:sp>
      <p:grpSp>
        <p:nvGrpSpPr>
          <p:cNvPr id="304" name="组合"/>
          <p:cNvGrpSpPr>
            <a:grpSpLocks/>
          </p:cNvGrpSpPr>
          <p:nvPr/>
        </p:nvGrpSpPr>
        <p:grpSpPr>
          <a:xfrm>
            <a:off x="3117193" y="472687"/>
            <a:ext cx="403698" cy="141984"/>
            <a:chOff x="3117193" y="472687"/>
            <a:chExt cx="403698" cy="141984"/>
          </a:xfrm>
        </p:grpSpPr>
        <p:sp>
          <p:nvSpPr>
            <p:cNvPr id="301" name="燕尾形"/>
            <p:cNvSpPr>
              <a:spLocks/>
            </p:cNvSpPr>
            <p:nvPr/>
          </p:nvSpPr>
          <p:spPr>
            <a:xfrm rot="0">
              <a:off x="3117193"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302" name="燕尾形"/>
            <p:cNvSpPr>
              <a:spLocks/>
            </p:cNvSpPr>
            <p:nvPr/>
          </p:nvSpPr>
          <p:spPr>
            <a:xfrm rot="0">
              <a:off x="3246757"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303" name="燕尾形"/>
            <p:cNvSpPr>
              <a:spLocks/>
            </p:cNvSpPr>
            <p:nvPr/>
          </p:nvSpPr>
          <p:spPr>
            <a:xfrm rot="0">
              <a:off x="3376322"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grpSp>
      <p:sp>
        <p:nvSpPr>
          <p:cNvPr id="305" name="矩形"/>
          <p:cNvSpPr>
            <a:spLocks/>
          </p:cNvSpPr>
          <p:nvPr/>
        </p:nvSpPr>
        <p:spPr>
          <a:xfrm rot="0">
            <a:off x="3667719" y="309258"/>
            <a:ext cx="2698247" cy="451794"/>
          </a:xfrm>
          <a:prstGeom prst="rect"/>
          <a:solidFill>
            <a:schemeClr val="accent1"/>
          </a:solidFill>
          <a:ln w="9525" cmpd="sng" cap="flat">
            <a:noFill/>
            <a:prstDash val="solid"/>
            <a:round/>
          </a:ln>
        </p:spPr>
        <p:txBody>
          <a:bodyPr vert="horz" wrap="square" lIns="91440" tIns="45720" rIns="91440" bIns="45720" anchor="ctr" anchorCtr="0">
            <a:prstTxWarp prst="textNoShape"/>
          </a:bodyPr>
          <a:lstStyle/>
          <a:p>
            <a:pPr marL="0" indent="0" algn="ctr">
              <a:lnSpc>
                <a:spcPct val="120000"/>
              </a:lnSpc>
              <a:spcBef>
                <a:spcPts val="0"/>
              </a:spcBef>
              <a:spcAft>
                <a:spcPts val="0"/>
              </a:spcAft>
              <a:buNone/>
            </a:pPr>
            <a:r>
              <a:rPr lang="zh-CN" altLang="en-US" sz="2400" b="1" i="0" u="none" strike="noStrike" kern="1200" cap="none" spc="0" baseline="0">
                <a:solidFill>
                  <a:srgbClr val="FFFFFF"/>
                </a:solidFill>
                <a:latin typeface="微软雅黑" pitchFamily="0" charset="0"/>
                <a:ea typeface="微软雅黑" pitchFamily="0" charset="0"/>
                <a:cs typeface="Calibri" pitchFamily="0" charset="0"/>
              </a:rPr>
              <a:t>第三章 项目实施</a:t>
            </a:r>
            <a:endParaRPr lang="zh-CN" altLang="en-US" sz="2400" b="1" i="0" u="none" strike="noStrike" kern="1200" cap="none" spc="0" baseline="0">
              <a:solidFill>
                <a:srgbClr val="FFFFFF"/>
              </a:solidFill>
              <a:latin typeface="微软雅黑" pitchFamily="0" charset="0"/>
              <a:ea typeface="微软雅黑" pitchFamily="0" charset="0"/>
              <a:cs typeface="Calibri" pitchFamily="0" charset="0"/>
            </a:endParaRPr>
          </a:p>
        </p:txBody>
      </p:sp>
    </p:spTree>
    <p:extLst>
      <p:ext uri="{BB962C8B-B14F-4D97-AF65-F5344CB8AC3E}">
        <p14:creationId xmlns:p14="http://schemas.microsoft.com/office/powerpoint/2010/main" val="1501030147"/>
      </p:ext>
    </p:extLst>
  </p:cSld>
  <p:clrMapOvr>
    <a:masterClrMapping/>
  </p:clrMapOvr>
</p:sld>
</file>

<file path=ppt/slides/slide1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309" name="矩形"/>
          <p:cNvSpPr>
            <a:spLocks/>
          </p:cNvSpPr>
          <p:nvPr/>
        </p:nvSpPr>
        <p:spPr>
          <a:xfrm rot="0">
            <a:off x="1571624" y="912813"/>
            <a:ext cx="10620375" cy="117792"/>
          </a:xfrm>
          <a:prstGeom prst="rect"/>
          <a:solidFill>
            <a:srgbClr val="0070C0"/>
          </a:solidFill>
          <a:ln w="9525" cmpd="sng" cap="flat">
            <a:solidFill>
              <a:srgbClr val="0070C0"/>
            </a:solidFill>
            <a:prstDash val="solid"/>
            <a:round/>
          </a:ln>
        </p:spPr>
        <p:txBody>
          <a:bodyPr rtlCol="0" anchor="ctr"/>
          <a:lstStyle/>
          <a:p>
            <a:pPr algn="ctr"/>
          </a:p>
        </p:txBody>
      </p:sp>
      <p:sp>
        <p:nvSpPr>
          <p:cNvPr id="310" name="直线"/>
          <p:cNvSpPr>
            <a:spLocks/>
          </p:cNvSpPr>
          <p:nvPr/>
        </p:nvSpPr>
        <p:spPr>
          <a:xfrm rot="0">
            <a:off x="0" y="843074"/>
            <a:ext cx="12204001" cy="0"/>
          </a:xfrm>
          <a:prstGeom prst="line"/>
          <a:noFill/>
          <a:ln w="28575" cmpd="sng" cap="flat">
            <a:solidFill>
              <a:srgbClr val="0070C0"/>
            </a:solidFill>
            <a:prstDash val="solid"/>
            <a:round/>
          </a:ln>
        </p:spPr>
        <p:txBody>
          <a:bodyPr rtlCol="0" anchor="ctr"/>
          <a:lstStyle/>
          <a:p>
            <a:pPr algn="ctr"/>
          </a:p>
        </p:txBody>
      </p:sp>
      <p:sp>
        <p:nvSpPr>
          <p:cNvPr id="311" name="矩形"/>
          <p:cNvSpPr>
            <a:spLocks/>
          </p:cNvSpPr>
          <p:nvPr/>
        </p:nvSpPr>
        <p:spPr>
          <a:xfrm rot="0">
            <a:off x="0" y="912813"/>
            <a:ext cx="1571624" cy="117792"/>
          </a:xfrm>
          <a:prstGeom prst="rect"/>
          <a:solidFill>
            <a:srgbClr val="0070C0"/>
          </a:solidFill>
          <a:ln w="9525" cmpd="sng" cap="flat">
            <a:solidFill>
              <a:srgbClr val="0070C0"/>
            </a:solidFill>
            <a:prstDash val="solid"/>
            <a:round/>
          </a:ln>
        </p:spPr>
        <p:txBody>
          <a:bodyPr rtlCol="0" anchor="ctr"/>
          <a:lstStyle/>
          <a:p>
            <a:pPr algn="ctr"/>
          </a:p>
        </p:txBody>
      </p:sp>
      <p:sp>
        <p:nvSpPr>
          <p:cNvPr id="312" name="矩形"/>
          <p:cNvSpPr>
            <a:spLocks/>
          </p:cNvSpPr>
          <p:nvPr/>
        </p:nvSpPr>
        <p:spPr>
          <a:xfrm rot="0">
            <a:off x="304800" y="1282700"/>
            <a:ext cx="5185954" cy="684529"/>
          </a:xfrm>
          <a:prstGeom prst="rect"/>
          <a:solidFill>
            <a:srgbClr val="0070C0"/>
          </a:solidFill>
          <a:ln w="12700" cmpd="sng" cap="flat">
            <a:solidFill>
              <a:srgbClr val="41719C"/>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2400" b="1" i="0" u="none" strike="noStrike" kern="1200" cap="none" spc="0" baseline="0">
                <a:solidFill>
                  <a:srgbClr val="FFFFFF"/>
                </a:solidFill>
                <a:latin typeface="Calibri" pitchFamily="0" charset="0"/>
                <a:ea typeface="微软雅黑" pitchFamily="0" charset="0"/>
                <a:cs typeface="Calibri" pitchFamily="0" charset="0"/>
              </a:rPr>
              <a:t>第</a:t>
            </a:r>
            <a:r>
              <a:rPr lang="en-US" altLang="zh-CN" sz="2400" b="1" i="0" u="none" strike="noStrike" kern="1200" cap="none" spc="0" baseline="0">
                <a:solidFill>
                  <a:srgbClr val="FFFFFF"/>
                </a:solidFill>
                <a:latin typeface="Calibri" pitchFamily="0" charset="0"/>
                <a:ea typeface="微软雅黑" pitchFamily="0" charset="0"/>
                <a:cs typeface="Calibri" pitchFamily="0" charset="0"/>
              </a:rPr>
              <a:t>11-13</a:t>
            </a:r>
            <a:r>
              <a:rPr lang="zh-CN" altLang="en-US" sz="2400" b="1" i="0" u="none" strike="noStrike" kern="1200" cap="none" spc="0" baseline="0">
                <a:solidFill>
                  <a:srgbClr val="FFFFFF"/>
                </a:solidFill>
                <a:latin typeface="Calibri" pitchFamily="0" charset="0"/>
                <a:ea typeface="微软雅黑" pitchFamily="0" charset="0"/>
                <a:cs typeface="Calibri" pitchFamily="0" charset="0"/>
              </a:rPr>
              <a:t>条  对项目</a:t>
            </a:r>
            <a:r>
              <a:rPr lang="zh-CN" altLang="en-US" sz="2400" b="1" i="0" u="none" strike="noStrike" kern="1200" cap="none" spc="0" baseline="0">
                <a:solidFill>
                  <a:srgbClr val="FFFFFF"/>
                </a:solidFill>
                <a:latin typeface="Calibri" pitchFamily="0" charset="0"/>
                <a:ea typeface="微软雅黑" pitchFamily="0" charset="0"/>
                <a:cs typeface="Calibri" pitchFamily="0" charset="0"/>
              </a:rPr>
              <a:t>设计的其它要求</a:t>
            </a:r>
            <a:endParaRPr lang="zh-CN" altLang="en-US" sz="2400" b="1" i="0" u="none" strike="noStrike" kern="1200" cap="none" spc="0" baseline="0">
              <a:solidFill>
                <a:srgbClr val="FFFFFF"/>
              </a:solidFill>
              <a:latin typeface="Calibri" pitchFamily="0" charset="0"/>
              <a:ea typeface="微软雅黑" pitchFamily="0" charset="0"/>
              <a:cs typeface="Calibri" pitchFamily="0" charset="0"/>
            </a:endParaRPr>
          </a:p>
        </p:txBody>
      </p:sp>
      <p:sp>
        <p:nvSpPr>
          <p:cNvPr id="313" name="直线"/>
          <p:cNvSpPr>
            <a:spLocks/>
          </p:cNvSpPr>
          <p:nvPr/>
        </p:nvSpPr>
        <p:spPr>
          <a:xfrm rot="0">
            <a:off x="494012" y="2090158"/>
            <a:ext cx="11160000" cy="0"/>
          </a:xfrm>
          <a:prstGeom prst="line"/>
          <a:noFill/>
          <a:ln w="25400" cmpd="sng" cap="flat">
            <a:solidFill>
              <a:srgbClr val="4472C4"/>
            </a:solidFill>
            <a:prstDash val="solid"/>
            <a:round/>
          </a:ln>
          <a:effectLst>
            <a:outerShdw sx="100000" sy="100000" algn="ctr" rotWithShape="0" blurRad="63500" dist="25400" dir="5400000">
              <a:srgbClr val="000000">
                <a:alpha val="49803"/>
              </a:srgbClr>
            </a:outerShdw>
          </a:effectLst>
        </p:spPr>
        <p:txBody>
          <a:bodyPr rtlCol="0" anchor="ctr"/>
          <a:lstStyle/>
          <a:p>
            <a:pPr algn="ctr"/>
          </a:p>
        </p:txBody>
      </p:sp>
      <p:grpSp>
        <p:nvGrpSpPr>
          <p:cNvPr id="320" name="组合"/>
          <p:cNvGrpSpPr>
            <a:grpSpLocks/>
          </p:cNvGrpSpPr>
          <p:nvPr/>
        </p:nvGrpSpPr>
        <p:grpSpPr>
          <a:xfrm>
            <a:off x="528955" y="2292887"/>
            <a:ext cx="3388360" cy="4340225"/>
            <a:chOff x="528955" y="2292887"/>
            <a:chExt cx="3388360" cy="4340225"/>
          </a:xfrm>
        </p:grpSpPr>
        <p:sp>
          <p:nvSpPr>
            <p:cNvPr id="314" name="椭圆"/>
            <p:cNvSpPr>
              <a:spLocks/>
            </p:cNvSpPr>
            <p:nvPr/>
          </p:nvSpPr>
          <p:spPr>
            <a:xfrm rot="0">
              <a:off x="528955" y="2292887"/>
              <a:ext cx="674370" cy="625416"/>
            </a:xfrm>
            <a:prstGeom prst="ellipse"/>
            <a:solidFill>
              <a:srgbClr val="ED7D31">
                <a:alpha val="30000"/>
              </a:srgbClr>
            </a:solidFill>
            <a:ln w="9525" cmpd="sng" cap="flat">
              <a:noFill/>
              <a:prstDash val="solid"/>
              <a:miter/>
            </a:ln>
          </p:spPr>
          <p:txBody>
            <a:bodyPr rtlCol="0" anchor="ctr"/>
            <a:lstStyle/>
            <a:p>
              <a:pPr algn="ctr"/>
            </a:p>
          </p:txBody>
        </p:sp>
        <p:sp>
          <p:nvSpPr>
            <p:cNvPr id="315" name="椭圆"/>
            <p:cNvSpPr>
              <a:spLocks/>
            </p:cNvSpPr>
            <p:nvPr/>
          </p:nvSpPr>
          <p:spPr>
            <a:xfrm rot="0">
              <a:off x="626110" y="2382989"/>
              <a:ext cx="468630" cy="434611"/>
            </a:xfrm>
            <a:prstGeom prst="ellipse"/>
            <a:solidFill>
              <a:srgbClr val="ED7D31"/>
            </a:solidFill>
            <a:ln w="9525" cmpd="sng" cap="flat">
              <a:noFill/>
              <a:prstDash val="solid"/>
              <a:miter/>
            </a:ln>
          </p:spPr>
          <p:txBody>
            <a:bodyPr rtlCol="0" anchor="ctr"/>
            <a:lstStyle/>
            <a:p>
              <a:pPr algn="ctr"/>
            </a:p>
          </p:txBody>
        </p:sp>
        <p:sp>
          <p:nvSpPr>
            <p:cNvPr id="316" name="右三角"/>
            <p:cNvSpPr>
              <a:spLocks/>
            </p:cNvSpPr>
            <p:nvPr/>
          </p:nvSpPr>
          <p:spPr>
            <a:xfrm rot="0">
              <a:off x="840104" y="6296259"/>
              <a:ext cx="363220" cy="336853"/>
            </a:xfrm>
            <a:prstGeom prst="rtTriangle"/>
            <a:solidFill>
              <a:srgbClr val="ED7D31"/>
            </a:solidFill>
            <a:ln w="9525" cmpd="sng" cap="flat">
              <a:noFill/>
              <a:prstDash val="solid"/>
              <a:miter/>
            </a:ln>
          </p:spPr>
          <p:txBody>
            <a:bodyPr rtlCol="0" anchor="ctr"/>
            <a:lstStyle/>
            <a:p>
              <a:pPr algn="ctr"/>
            </a:p>
          </p:txBody>
        </p:sp>
        <p:sp>
          <p:nvSpPr>
            <p:cNvPr id="317" name="直线"/>
            <p:cNvSpPr>
              <a:spLocks/>
            </p:cNvSpPr>
            <p:nvPr/>
          </p:nvSpPr>
          <p:spPr>
            <a:xfrm rot="0">
              <a:off x="841374" y="2843512"/>
              <a:ext cx="10795" cy="3778411"/>
            </a:xfrm>
            <a:prstGeom prst="line"/>
            <a:solidFill>
              <a:schemeClr val="accent2"/>
            </a:solidFill>
            <a:ln w="19050" cmpd="sng" cap="flat">
              <a:solidFill>
                <a:srgbClr val="ED7D31"/>
              </a:solidFill>
              <a:prstDash val="dash"/>
              <a:round/>
            </a:ln>
          </p:spPr>
          <p:txBody>
            <a:bodyPr rtlCol="0" anchor="ctr"/>
            <a:lstStyle/>
            <a:p>
              <a:pPr algn="ctr"/>
            </a:p>
          </p:txBody>
        </p:sp>
        <p:sp>
          <p:nvSpPr>
            <p:cNvPr id="318" name="直线"/>
            <p:cNvSpPr>
              <a:spLocks/>
            </p:cNvSpPr>
            <p:nvPr/>
          </p:nvSpPr>
          <p:spPr>
            <a:xfrm flipH="1" rot="0">
              <a:off x="841374" y="6621923"/>
              <a:ext cx="3028315" cy="0"/>
            </a:xfrm>
            <a:prstGeom prst="line"/>
            <a:solidFill>
              <a:schemeClr val="accent2"/>
            </a:solidFill>
            <a:ln w="19050" cmpd="sng" cap="flat">
              <a:solidFill>
                <a:srgbClr val="ED7D31"/>
              </a:solidFill>
              <a:prstDash val="dash"/>
              <a:round/>
            </a:ln>
          </p:spPr>
          <p:txBody>
            <a:bodyPr rtlCol="0" anchor="ctr"/>
            <a:lstStyle/>
            <a:p>
              <a:pPr algn="ctr"/>
            </a:p>
          </p:txBody>
        </p:sp>
        <p:sp>
          <p:nvSpPr>
            <p:cNvPr id="319" name="矩形"/>
            <p:cNvSpPr>
              <a:spLocks/>
            </p:cNvSpPr>
            <p:nvPr/>
          </p:nvSpPr>
          <p:spPr>
            <a:xfrm rot="0">
              <a:off x="1024254" y="2572027"/>
              <a:ext cx="2893060" cy="3760742"/>
            </a:xfrm>
            <a:prstGeom prst="rect"/>
            <a:noFill/>
            <a:ln w="9525" cmpd="sng" cap="flat">
              <a:noFill/>
              <a:prstDash val="solid"/>
              <a:miter/>
            </a:ln>
          </p:spPr>
          <p:txBody>
            <a:bodyPr vert="horz" wrap="square" lIns="123825" tIns="123825" rIns="57150" bIns="123825" anchor="t" anchorCtr="0">
              <a:prstTxWarp prst="textNoShape"/>
            </a:bodyPr>
            <a:lstStyle/>
            <a:p>
              <a:pPr marL="0" indent="0" algn="l">
                <a:lnSpc>
                  <a:spcPct val="100000"/>
                </a:lnSpc>
                <a:spcBef>
                  <a:spcPts val="0"/>
                </a:spcBef>
                <a:spcAft>
                  <a:spcPts val="0"/>
                </a:spcAft>
                <a:buNone/>
              </a:pPr>
              <a:r>
                <a:rPr lang="zh-CN" altLang="en-US" sz="1800" b="1" i="0" u="none" strike="noStrike" kern="100" cap="none" spc="0" baseline="0">
                  <a:solidFill>
                    <a:srgbClr val="000000"/>
                  </a:solidFill>
                  <a:latin typeface="微软雅黑" pitchFamily="0" charset="0"/>
                  <a:ea typeface="微软雅黑" pitchFamily="0" charset="0"/>
                  <a:cs typeface="方正黑体_GBK" pitchFamily="0" charset="-122"/>
                </a:rPr>
                <a:t>第十一条 </a:t>
              </a:r>
              <a:r>
                <a:rPr lang="en-US" altLang="zh-CN" sz="1800" b="1" i="0" u="none" strike="noStrike" kern="100" cap="none" spc="0" baseline="0">
                  <a:solidFill>
                    <a:srgbClr val="000000"/>
                  </a:solidFill>
                  <a:latin typeface="微软雅黑" pitchFamily="0" charset="0"/>
                  <a:ea typeface="微软雅黑" pitchFamily="0" charset="0"/>
                  <a:cs typeface="方正黑体_GBK" pitchFamily="0" charset="-122"/>
                </a:rPr>
                <a:t> </a:t>
              </a:r>
              <a:r>
                <a:rPr lang="zh-CN" altLang="en-US" sz="1800" b="0" i="0" u="none" strike="noStrike" kern="100" cap="none" spc="0" baseline="0">
                  <a:solidFill>
                    <a:srgbClr val="000000"/>
                  </a:solidFill>
                  <a:latin typeface="微软雅黑" pitchFamily="0" charset="0"/>
                  <a:ea typeface="微软雅黑" pitchFamily="0" charset="0"/>
                  <a:cs typeface="方正黑体_GBK" pitchFamily="0" charset="-122"/>
                </a:rPr>
                <a:t>由</a:t>
              </a:r>
              <a:r>
                <a:rPr lang="zh-CN" altLang="en-US" sz="1800" b="0" i="0" u="none" strike="noStrike" kern="100" cap="none" spc="0" baseline="0">
                  <a:solidFill>
                    <a:srgbClr val="000000"/>
                  </a:solidFill>
                  <a:latin typeface="微软雅黑" pitchFamily="0" charset="0"/>
                  <a:ea typeface="微软雅黑" pitchFamily="0" charset="0"/>
                  <a:cs typeface="Times New Roman" pitchFamily="18" charset="0"/>
                </a:rPr>
                <a:t>市、县级自然资源主管部门负责</a:t>
              </a:r>
              <a:r>
                <a:rPr lang="zh-CN" altLang="en-US" sz="1800" b="0" i="0" u="none" strike="noStrike" kern="1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Times New Roman" pitchFamily="18" charset="0"/>
                </a:rPr>
                <a:t>提交项目设计方案</a:t>
              </a:r>
              <a:r>
                <a:rPr lang="zh-CN" altLang="en-US" sz="1800" b="0" i="0" u="none" strike="noStrike" kern="100" cap="none" spc="0" baseline="0">
                  <a:solidFill>
                    <a:srgbClr val="000000"/>
                  </a:solidFill>
                  <a:latin typeface="微软雅黑" pitchFamily="0" charset="0"/>
                  <a:ea typeface="微软雅黑" pitchFamily="0" charset="0"/>
                  <a:cs typeface="Times New Roman" pitchFamily="18" charset="0"/>
                </a:rPr>
                <a:t>。</a:t>
              </a:r>
              <a:endParaRPr lang="en-US" altLang="zh-CN" sz="1800" b="0" i="0" u="none" strike="noStrike" kern="100" cap="none" spc="0" baseline="0">
                <a:solidFill>
                  <a:srgbClr val="000000"/>
                </a:solidFill>
                <a:latin typeface="微软雅黑" pitchFamily="0" charset="0"/>
                <a:ea typeface="微软雅黑" pitchFamily="0" charset="0"/>
                <a:cs typeface="Times New Roman" pitchFamily="18" charset="0"/>
              </a:endParaRPr>
            </a:p>
            <a:p>
              <a:pPr marL="0" indent="0" algn="l">
                <a:lnSpc>
                  <a:spcPct val="100000"/>
                </a:lnSpc>
                <a:spcBef>
                  <a:spcPts val="600"/>
                </a:spcBef>
                <a:spcAft>
                  <a:spcPts val="600"/>
                </a:spcAft>
                <a:buNone/>
              </a:pPr>
              <a:r>
                <a:rPr lang="en-US" altLang="zh-CN" sz="1800" b="0" i="0" u="none" strike="noStrike" kern="100" cap="none" spc="0" baseline="0">
                  <a:solidFill>
                    <a:srgbClr val="000000"/>
                  </a:solidFill>
                  <a:latin typeface="微软雅黑" pitchFamily="0" charset="0"/>
                  <a:ea typeface="微软雅黑" pitchFamily="0" charset="0"/>
                  <a:cs typeface="宋体" pitchFamily="0" charset="0"/>
                </a:rPr>
                <a:t>☆</a:t>
              </a:r>
              <a:r>
                <a:rPr lang="en-US" altLang="zh-CN" sz="1800" b="0" i="0" u="none" strike="noStrike" kern="100" cap="none" spc="0" baseline="0">
                  <a:solidFill>
                    <a:srgbClr val="000000"/>
                  </a:solidFill>
                  <a:latin typeface="微软雅黑" pitchFamily="0" charset="0"/>
                  <a:ea typeface="微软雅黑" pitchFamily="0" charset="0"/>
                  <a:cs typeface="宋体" pitchFamily="0" charset="0"/>
                </a:rPr>
                <a:t> </a:t>
              </a:r>
              <a:r>
                <a:rPr lang="zh-CN" altLang="en-US" sz="1800" b="0" i="0" u="none" strike="noStrike" kern="100" cap="none" spc="0" baseline="0">
                  <a:solidFill>
                    <a:srgbClr val="000000"/>
                  </a:solidFill>
                  <a:latin typeface="微软雅黑" pitchFamily="0" charset="0"/>
                  <a:ea typeface="微软雅黑" pitchFamily="0" charset="0"/>
                  <a:cs typeface="宋体" pitchFamily="0" charset="0"/>
                </a:rPr>
                <a:t>中央财政出资的项目设计，由</a:t>
              </a:r>
              <a:r>
                <a:rPr lang="zh-CN" altLang="en-US" sz="1800" b="0" i="0" u="none" strike="noStrike" kern="100" cap="none" spc="0" baseline="0">
                  <a:solidFill>
                    <a:srgbClr val="0000FF"/>
                  </a:solidFill>
                  <a:latin typeface="微软雅黑" pitchFamily="0" charset="0"/>
                  <a:ea typeface="微软雅黑" pitchFamily="0" charset="0"/>
                  <a:cs typeface="宋体" pitchFamily="0" charset="0"/>
                </a:rPr>
                <a:t>省自然资源厅</a:t>
              </a:r>
              <a:r>
                <a:rPr lang="zh-CN" altLang="en-US" sz="1800" b="0" i="0" u="none" strike="noStrike" kern="100" cap="none" spc="0" baseline="0">
                  <a:solidFill>
                    <a:srgbClr val="000000"/>
                  </a:solidFill>
                  <a:latin typeface="微软雅黑" pitchFamily="0" charset="0"/>
                  <a:ea typeface="微软雅黑" pitchFamily="0" charset="0"/>
                  <a:cs typeface="宋体" pitchFamily="0" charset="0"/>
                </a:rPr>
                <a:t>审核；</a:t>
              </a:r>
              <a:endParaRPr lang="en-US" altLang="zh-CN" sz="1800" b="0" i="0" u="none" strike="noStrike" kern="100" cap="none" spc="0" baseline="0">
                <a:solidFill>
                  <a:srgbClr val="000000"/>
                </a:solidFill>
                <a:latin typeface="微软雅黑" pitchFamily="0" charset="0"/>
                <a:ea typeface="微软雅黑" pitchFamily="0" charset="0"/>
                <a:cs typeface="宋体" pitchFamily="0" charset="0"/>
              </a:endParaRPr>
            </a:p>
            <a:p>
              <a:pPr marL="0" indent="0" algn="l">
                <a:lnSpc>
                  <a:spcPct val="100000"/>
                </a:lnSpc>
                <a:spcBef>
                  <a:spcPts val="600"/>
                </a:spcBef>
                <a:spcAft>
                  <a:spcPts val="600"/>
                </a:spcAft>
                <a:buNone/>
              </a:pPr>
              <a:r>
                <a:rPr lang="en-US" altLang="zh-CN" sz="1800" b="0" i="0" u="none" strike="noStrike" kern="100" cap="none" spc="0" baseline="0">
                  <a:solidFill>
                    <a:srgbClr val="000000"/>
                  </a:solidFill>
                  <a:latin typeface="微软雅黑" pitchFamily="0" charset="0"/>
                  <a:ea typeface="微软雅黑" pitchFamily="0" charset="0"/>
                  <a:cs typeface="宋体" pitchFamily="0" charset="0"/>
                </a:rPr>
                <a:t>☆</a:t>
              </a:r>
              <a:r>
                <a:rPr lang="en-US" altLang="zh-CN" sz="1800" b="0" i="0" u="none" strike="noStrike" kern="100" cap="none" spc="0" baseline="0">
                  <a:solidFill>
                    <a:srgbClr val="000000"/>
                  </a:solidFill>
                  <a:latin typeface="微软雅黑" pitchFamily="0" charset="0"/>
                  <a:ea typeface="微软雅黑" pitchFamily="0" charset="0"/>
                  <a:cs typeface="宋体" pitchFamily="0" charset="0"/>
                </a:rPr>
                <a:t> </a:t>
              </a:r>
              <a:r>
                <a:rPr lang="zh-CN" altLang="en-US" sz="1800" b="0" i="0" u="none" strike="noStrike" kern="100" cap="none" spc="0" baseline="0">
                  <a:solidFill>
                    <a:srgbClr val="000000"/>
                  </a:solidFill>
                  <a:latin typeface="微软雅黑" pitchFamily="0" charset="0"/>
                  <a:ea typeface="微软雅黑" pitchFamily="0" charset="0"/>
                  <a:cs typeface="宋体" pitchFamily="0" charset="0"/>
                </a:rPr>
                <a:t>省级财政出资的项目设计，</a:t>
              </a:r>
              <a:r>
                <a:rPr lang="zh-CN" altLang="en-US" sz="1800" b="0" i="0" u="none" strike="noStrike" kern="100" cap="none" spc="0" baseline="0">
                  <a:solidFill>
                    <a:srgbClr val="000000"/>
                  </a:solidFill>
                  <a:latin typeface="微软雅黑" pitchFamily="0" charset="0"/>
                  <a:ea typeface="微软雅黑" pitchFamily="0" charset="0"/>
                  <a:cs typeface="Times New Roman" pitchFamily="18" charset="0"/>
                </a:rPr>
                <a:t>由</a:t>
              </a:r>
              <a:r>
                <a:rPr lang="zh-CN" altLang="en-US" sz="1800" b="0" i="0" u="none" strike="noStrike" kern="100" cap="none" spc="0" baseline="0">
                  <a:solidFill>
                    <a:srgbClr val="0000FF"/>
                  </a:solidFill>
                  <a:latin typeface="微软雅黑" pitchFamily="0" charset="0"/>
                  <a:ea typeface="微软雅黑" pitchFamily="0" charset="0"/>
                  <a:cs typeface="Times New Roman" pitchFamily="18" charset="0"/>
                </a:rPr>
                <a:t>市（州）级</a:t>
              </a:r>
              <a:r>
                <a:rPr lang="zh-CN" altLang="en-US" sz="1800" b="0" i="0" u="none" strike="noStrike" kern="100" cap="none" spc="0" baseline="0">
                  <a:solidFill>
                    <a:srgbClr val="000000"/>
                  </a:solidFill>
                  <a:latin typeface="微软雅黑" pitchFamily="0" charset="0"/>
                  <a:ea typeface="微软雅黑" pitchFamily="0" charset="0"/>
                  <a:cs typeface="Times New Roman" pitchFamily="18" charset="0"/>
                </a:rPr>
                <a:t>自然资源主管部门审核。</a:t>
              </a:r>
              <a:endParaRPr lang="en-US" altLang="zh-CN" sz="1800" b="0" i="0" u="none" strike="noStrike" kern="100" cap="none" spc="0" baseline="0">
                <a:solidFill>
                  <a:srgbClr val="000000"/>
                </a:solidFill>
                <a:latin typeface="微软雅黑" pitchFamily="0" charset="0"/>
                <a:ea typeface="微软雅黑" pitchFamily="0" charset="0"/>
                <a:cs typeface="Times New Roman" pitchFamily="18" charset="0"/>
              </a:endParaRPr>
            </a:p>
            <a:p>
              <a:pPr marL="0" indent="0" algn="l">
                <a:lnSpc>
                  <a:spcPct val="100000"/>
                </a:lnSpc>
                <a:spcBef>
                  <a:spcPts val="600"/>
                </a:spcBef>
                <a:spcAft>
                  <a:spcPts val="600"/>
                </a:spcAft>
                <a:buNone/>
              </a:pPr>
              <a:r>
                <a:rPr lang="en-US" altLang="zh-CN" sz="1800" b="0" i="0" u="none" strike="noStrike" kern="100" cap="none" spc="0" baseline="0">
                  <a:solidFill>
                    <a:srgbClr val="000000"/>
                  </a:solidFill>
                  <a:latin typeface="微软雅黑" pitchFamily="0" charset="0"/>
                  <a:ea typeface="微软雅黑" pitchFamily="0" charset="0"/>
                  <a:cs typeface="宋体" pitchFamily="0" charset="0"/>
                </a:rPr>
                <a:t>☆</a:t>
              </a:r>
              <a:r>
                <a:rPr lang="en-US" altLang="zh-CN" sz="1800" b="0" i="0" u="none" strike="noStrike" kern="100" cap="none" spc="0" baseline="0">
                  <a:solidFill>
                    <a:srgbClr val="000000"/>
                  </a:solidFill>
                  <a:latin typeface="微软雅黑" pitchFamily="0" charset="0"/>
                  <a:ea typeface="微软雅黑" pitchFamily="0" charset="0"/>
                  <a:cs typeface="宋体" pitchFamily="0" charset="0"/>
                </a:rPr>
                <a:t> </a:t>
              </a:r>
              <a:r>
                <a:rPr lang="zh-CN" altLang="en-US" sz="1800" b="0" i="0" u="none" strike="noStrike" kern="100" cap="none" spc="0" baseline="0">
                  <a:solidFill>
                    <a:srgbClr val="000000"/>
                  </a:solidFill>
                  <a:latin typeface="微软雅黑" pitchFamily="0" charset="0"/>
                  <a:ea typeface="微软雅黑" pitchFamily="0" charset="0"/>
                  <a:cs typeface="宋体" pitchFamily="0" charset="0"/>
                </a:rPr>
                <a:t>审核部门应组织专家到项目现场进行</a:t>
              </a:r>
              <a:r>
                <a:rPr lang="zh-CN" altLang="en-US" sz="1800" b="0" i="0" u="none" strike="noStrike" kern="100" cap="none" spc="0" baseline="0">
                  <a:solidFill>
                    <a:srgbClr val="FF0000"/>
                  </a:solidFill>
                  <a:effectLst>
                    <a:outerShdw sx="100000" sy="100000" blurRad="38100" dir="2700000" dist="38100" algn="tl">
                      <a:srgbClr val="000000">
                        <a:alpha val="43000"/>
                      </a:srgbClr>
                    </a:outerShdw>
                  </a:effectLst>
                  <a:latin typeface="微软雅黑" pitchFamily="0" charset="0"/>
                  <a:ea typeface="微软雅黑" pitchFamily="0" charset="0"/>
                  <a:cs typeface="宋体" pitchFamily="0" charset="0"/>
                </a:rPr>
                <a:t>实地核查</a:t>
              </a:r>
              <a:r>
                <a:rPr lang="zh-CN" altLang="en-US" sz="1800" b="0" i="0" u="none" strike="noStrike" kern="100" cap="none" spc="0" baseline="0">
                  <a:solidFill>
                    <a:srgbClr val="000000"/>
                  </a:solidFill>
                  <a:latin typeface="微软雅黑" pitchFamily="0" charset="0"/>
                  <a:ea typeface="微软雅黑" pitchFamily="0" charset="0"/>
                  <a:cs typeface="宋体" pitchFamily="0" charset="0"/>
                </a:rPr>
                <a:t>，由专家组出具</a:t>
              </a:r>
              <a:r>
                <a:rPr lang="zh-CN" altLang="en-US" sz="1800" b="0" i="0" u="none" strike="noStrike" kern="100" cap="none" spc="0" baseline="0">
                  <a:solidFill>
                    <a:srgbClr val="0000FF"/>
                  </a:solidFill>
                  <a:latin typeface="微软雅黑" pitchFamily="0" charset="0"/>
                  <a:ea typeface="微软雅黑" pitchFamily="0" charset="0"/>
                  <a:cs typeface="宋体" pitchFamily="0" charset="0"/>
                </a:rPr>
                <a:t>书面审核意见</a:t>
              </a:r>
              <a:r>
                <a:rPr lang="zh-CN" altLang="en-US" sz="1800" b="0" i="0" u="none" strike="noStrike" kern="100" cap="none" spc="0" baseline="0">
                  <a:solidFill>
                    <a:srgbClr val="000000"/>
                  </a:solidFill>
                  <a:latin typeface="微软雅黑" pitchFamily="0" charset="0"/>
                  <a:ea typeface="微软雅黑" pitchFamily="0" charset="0"/>
                  <a:cs typeface="宋体" pitchFamily="0" charset="0"/>
                </a:rPr>
                <a:t>并对审核结果负责</a:t>
              </a:r>
              <a:r>
                <a:rPr lang="zh-CN" altLang="en-US" sz="1600" b="0" i="0" u="none" strike="noStrike" kern="1200" cap="none" spc="0" baseline="0">
                  <a:solidFill>
                    <a:srgbClr val="000000"/>
                  </a:solidFill>
                  <a:latin typeface="微软雅黑" pitchFamily="0" charset="0"/>
                  <a:ea typeface="微软雅黑" pitchFamily="0" charset="0"/>
                  <a:cs typeface="微软雅黑" pitchFamily="0" charset="0"/>
                </a:rPr>
                <a:t>。</a:t>
              </a:r>
              <a:endParaRPr lang="zh-CN" altLang="en-US" sz="1600" b="0" i="0" u="none" strike="noStrike" kern="1200" cap="none" spc="0" baseline="0">
                <a:solidFill>
                  <a:srgbClr val="000000"/>
                </a:solidFill>
                <a:latin typeface="微软雅黑" pitchFamily="0" charset="0"/>
                <a:ea typeface="微软雅黑" pitchFamily="0" charset="0"/>
                <a:cs typeface="微软雅黑" pitchFamily="0" charset="0"/>
              </a:endParaRPr>
            </a:p>
          </p:txBody>
        </p:sp>
      </p:grpSp>
      <p:grpSp>
        <p:nvGrpSpPr>
          <p:cNvPr id="327" name="组合"/>
          <p:cNvGrpSpPr>
            <a:grpSpLocks/>
          </p:cNvGrpSpPr>
          <p:nvPr/>
        </p:nvGrpSpPr>
        <p:grpSpPr>
          <a:xfrm>
            <a:off x="4090139" y="2292887"/>
            <a:ext cx="3462551" cy="4320081"/>
            <a:chOff x="4090139" y="2292887"/>
            <a:chExt cx="3462551" cy="4320081"/>
          </a:xfrm>
        </p:grpSpPr>
        <p:sp>
          <p:nvSpPr>
            <p:cNvPr id="321" name="椭圆"/>
            <p:cNvSpPr>
              <a:spLocks/>
            </p:cNvSpPr>
            <p:nvPr/>
          </p:nvSpPr>
          <p:spPr>
            <a:xfrm rot="0">
              <a:off x="4090139" y="2292887"/>
              <a:ext cx="674349" cy="622513"/>
            </a:xfrm>
            <a:prstGeom prst="ellipse"/>
            <a:solidFill>
              <a:srgbClr val="5B9BD5">
                <a:alpha val="30000"/>
              </a:srgbClr>
            </a:solidFill>
            <a:ln w="9525" cmpd="sng" cap="flat">
              <a:noFill/>
              <a:prstDash val="solid"/>
              <a:miter/>
            </a:ln>
          </p:spPr>
          <p:txBody>
            <a:bodyPr rtlCol="0" anchor="ctr"/>
            <a:lstStyle/>
            <a:p>
              <a:pPr algn="ctr"/>
            </a:p>
          </p:txBody>
        </p:sp>
        <p:sp>
          <p:nvSpPr>
            <p:cNvPr id="322" name="椭圆"/>
            <p:cNvSpPr>
              <a:spLocks/>
            </p:cNvSpPr>
            <p:nvPr/>
          </p:nvSpPr>
          <p:spPr>
            <a:xfrm rot="0">
              <a:off x="4187291" y="2382571"/>
              <a:ext cx="468616" cy="432594"/>
            </a:xfrm>
            <a:prstGeom prst="ellipse"/>
            <a:solidFill>
              <a:srgbClr val="5B9BD5"/>
            </a:solidFill>
            <a:ln w="9525" cmpd="sng" cap="flat">
              <a:noFill/>
              <a:prstDash val="solid"/>
              <a:miter/>
            </a:ln>
          </p:spPr>
          <p:txBody>
            <a:bodyPr rtlCol="0" anchor="ctr"/>
            <a:lstStyle/>
            <a:p>
              <a:pPr algn="ctr"/>
            </a:p>
          </p:txBody>
        </p:sp>
        <p:sp>
          <p:nvSpPr>
            <p:cNvPr id="323" name="右三角"/>
            <p:cNvSpPr>
              <a:spLocks/>
            </p:cNvSpPr>
            <p:nvPr/>
          </p:nvSpPr>
          <p:spPr>
            <a:xfrm rot="0">
              <a:off x="4401280" y="6277678"/>
              <a:ext cx="363208" cy="335290"/>
            </a:xfrm>
            <a:prstGeom prst="rtTriangle"/>
            <a:solidFill>
              <a:srgbClr val="5B9BD5"/>
            </a:solidFill>
            <a:ln w="9525" cmpd="sng" cap="flat">
              <a:noFill/>
              <a:prstDash val="solid"/>
              <a:miter/>
            </a:ln>
          </p:spPr>
          <p:txBody>
            <a:bodyPr rtlCol="0" anchor="ctr"/>
            <a:lstStyle/>
            <a:p>
              <a:pPr algn="ctr"/>
            </a:p>
          </p:txBody>
        </p:sp>
        <p:sp>
          <p:nvSpPr>
            <p:cNvPr id="324" name="直线"/>
            <p:cNvSpPr>
              <a:spLocks/>
            </p:cNvSpPr>
            <p:nvPr/>
          </p:nvSpPr>
          <p:spPr>
            <a:xfrm rot="0">
              <a:off x="4402550" y="2840957"/>
              <a:ext cx="10794" cy="3760873"/>
            </a:xfrm>
            <a:prstGeom prst="line"/>
            <a:solidFill>
              <a:schemeClr val="accent1"/>
            </a:solidFill>
            <a:ln w="19050" cmpd="sng" cap="flat">
              <a:solidFill>
                <a:srgbClr val="5B9BD5"/>
              </a:solidFill>
              <a:prstDash val="dash"/>
              <a:round/>
            </a:ln>
          </p:spPr>
          <p:txBody>
            <a:bodyPr rtlCol="0" anchor="ctr"/>
            <a:lstStyle/>
            <a:p>
              <a:pPr algn="ctr"/>
            </a:p>
          </p:txBody>
        </p:sp>
        <p:sp>
          <p:nvSpPr>
            <p:cNvPr id="325" name="直线"/>
            <p:cNvSpPr>
              <a:spLocks/>
            </p:cNvSpPr>
            <p:nvPr/>
          </p:nvSpPr>
          <p:spPr>
            <a:xfrm flipH="1" rot="0">
              <a:off x="4402550" y="6601830"/>
              <a:ext cx="3028223" cy="0"/>
            </a:xfrm>
            <a:prstGeom prst="line"/>
            <a:solidFill>
              <a:schemeClr val="accent1"/>
            </a:solidFill>
            <a:ln w="19050" cmpd="sng" cap="flat">
              <a:solidFill>
                <a:srgbClr val="5B9BD5"/>
              </a:solidFill>
              <a:prstDash val="dash"/>
              <a:round/>
            </a:ln>
          </p:spPr>
          <p:txBody>
            <a:bodyPr rtlCol="0" anchor="ctr"/>
            <a:lstStyle/>
            <a:p>
              <a:pPr algn="ctr"/>
            </a:p>
          </p:txBody>
        </p:sp>
        <p:sp>
          <p:nvSpPr>
            <p:cNvPr id="326" name="矩形"/>
            <p:cNvSpPr>
              <a:spLocks/>
            </p:cNvSpPr>
            <p:nvPr/>
          </p:nvSpPr>
          <p:spPr>
            <a:xfrm rot="0">
              <a:off x="4658447" y="2630521"/>
              <a:ext cx="2894242" cy="3600450"/>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00000"/>
                </a:lnSpc>
                <a:spcBef>
                  <a:spcPts val="600"/>
                </a:spcBef>
                <a:spcAft>
                  <a:spcPts val="600"/>
                </a:spcAft>
                <a:buNone/>
              </a:pPr>
              <a:r>
                <a:rPr lang="zh-CN" altLang="en-US" sz="1800" b="1" i="0" u="none" strike="noStrike" kern="1200" cap="none" spc="0" baseline="0">
                  <a:solidFill>
                    <a:srgbClr val="000000"/>
                  </a:solidFill>
                  <a:latin typeface="微软雅黑" pitchFamily="0" charset="0"/>
                  <a:ea typeface="微软雅黑" pitchFamily="0" charset="0"/>
                  <a:cs typeface="微软雅黑" pitchFamily="0" charset="0"/>
                </a:rPr>
                <a:t>第十二条  </a:t>
              </a: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市、县级自然资源主管部门应监管施工单位严格按审定的设计方案施工，因客观原因需</a:t>
              </a:r>
              <a:r>
                <a:rPr lang="zh-CN" altLang="en-US" sz="18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变更设计方案</a:t>
              </a: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，由原设计单位编制设计变更方案，报经原审批单位组织</a:t>
              </a:r>
              <a:r>
                <a:rPr lang="zh-CN" altLang="en-US" sz="18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评审并经批准后实施</a:t>
              </a: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a:t>
              </a:r>
              <a:endParaRPr lang="en-US" altLang="zh-CN" sz="1800" b="0" i="0" u="none" strike="noStrike" kern="1200" cap="none" spc="0" baseline="0">
                <a:solidFill>
                  <a:srgbClr val="000000"/>
                </a:solidFill>
                <a:latin typeface="微软雅黑" pitchFamily="0" charset="0"/>
                <a:ea typeface="微软雅黑" pitchFamily="0" charset="0"/>
                <a:cs typeface="微软雅黑" pitchFamily="0" charset="0"/>
              </a:endParaRPr>
            </a:p>
            <a:p>
              <a:pPr marL="0" indent="0" algn="l">
                <a:lnSpc>
                  <a:spcPct val="100000"/>
                </a:lnSpc>
                <a:spcBef>
                  <a:spcPts val="600"/>
                </a:spcBef>
                <a:spcAft>
                  <a:spcPts val="600"/>
                </a:spcAft>
                <a:buNone/>
              </a:pPr>
              <a:r>
                <a:rPr lang="zh-CN" altLang="en-US" sz="1800" b="0" i="1" u="none" strike="noStrike" kern="1200" cap="none" spc="0" baseline="0">
                  <a:solidFill>
                    <a:srgbClr val="FF0000"/>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重大设计变更方案</a:t>
              </a: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需经市（州）级自然资源主管部门审核后，报</a:t>
              </a:r>
              <a:r>
                <a:rPr lang="zh-CN" altLang="en-US" sz="18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省自然资源厅和省财政厅</a:t>
              </a: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审批。</a:t>
              </a:r>
              <a:endParaRPr lang="zh-CN" altLang="en-US" sz="1800" b="0" i="0" u="none" strike="noStrike" kern="1200" cap="none" spc="0" baseline="0">
                <a:solidFill>
                  <a:srgbClr val="000000"/>
                </a:solidFill>
                <a:latin typeface="微软雅黑" pitchFamily="0" charset="0"/>
                <a:ea typeface="微软雅黑" pitchFamily="0" charset="0"/>
                <a:cs typeface="微软雅黑" pitchFamily="0" charset="0"/>
              </a:endParaRPr>
            </a:p>
          </p:txBody>
        </p:sp>
      </p:grpSp>
      <p:grpSp>
        <p:nvGrpSpPr>
          <p:cNvPr id="334" name="组合"/>
          <p:cNvGrpSpPr>
            <a:grpSpLocks/>
          </p:cNvGrpSpPr>
          <p:nvPr/>
        </p:nvGrpSpPr>
        <p:grpSpPr>
          <a:xfrm>
            <a:off x="7825924" y="2292887"/>
            <a:ext cx="3424366" cy="4320081"/>
            <a:chOff x="7825924" y="2292887"/>
            <a:chExt cx="3424366" cy="4320081"/>
          </a:xfrm>
        </p:grpSpPr>
        <p:sp>
          <p:nvSpPr>
            <p:cNvPr id="328" name="椭圆"/>
            <p:cNvSpPr>
              <a:spLocks/>
            </p:cNvSpPr>
            <p:nvPr/>
          </p:nvSpPr>
          <p:spPr>
            <a:xfrm rot="0">
              <a:off x="7825924" y="2292887"/>
              <a:ext cx="674332" cy="622513"/>
            </a:xfrm>
            <a:prstGeom prst="ellipse"/>
            <a:solidFill>
              <a:srgbClr val="ED7D31">
                <a:alpha val="30000"/>
              </a:srgbClr>
            </a:solidFill>
            <a:ln w="9525" cmpd="sng" cap="flat">
              <a:noFill/>
              <a:prstDash val="solid"/>
              <a:miter/>
            </a:ln>
          </p:spPr>
          <p:txBody>
            <a:bodyPr rtlCol="0" anchor="ctr"/>
            <a:lstStyle/>
            <a:p>
              <a:pPr algn="ctr"/>
            </a:p>
          </p:txBody>
        </p:sp>
        <p:sp>
          <p:nvSpPr>
            <p:cNvPr id="329" name="椭圆"/>
            <p:cNvSpPr>
              <a:spLocks/>
            </p:cNvSpPr>
            <p:nvPr/>
          </p:nvSpPr>
          <p:spPr>
            <a:xfrm rot="0">
              <a:off x="7923074" y="2382571"/>
              <a:ext cx="468604" cy="432594"/>
            </a:xfrm>
            <a:prstGeom prst="ellipse"/>
            <a:solidFill>
              <a:srgbClr val="ED7D31"/>
            </a:solidFill>
            <a:ln w="9525" cmpd="sng" cap="flat">
              <a:noFill/>
              <a:prstDash val="solid"/>
              <a:miter/>
            </a:ln>
          </p:spPr>
          <p:txBody>
            <a:bodyPr rtlCol="0" anchor="ctr"/>
            <a:lstStyle/>
            <a:p>
              <a:pPr algn="ctr"/>
            </a:p>
          </p:txBody>
        </p:sp>
        <p:sp>
          <p:nvSpPr>
            <p:cNvPr id="330" name="右三角"/>
            <p:cNvSpPr>
              <a:spLocks/>
            </p:cNvSpPr>
            <p:nvPr/>
          </p:nvSpPr>
          <p:spPr>
            <a:xfrm rot="0">
              <a:off x="8137057" y="6277678"/>
              <a:ext cx="363200" cy="335290"/>
            </a:xfrm>
            <a:prstGeom prst="rtTriangle"/>
            <a:solidFill>
              <a:srgbClr val="ED7D31"/>
            </a:solidFill>
            <a:ln w="9525" cmpd="sng" cap="flat">
              <a:noFill/>
              <a:prstDash val="solid"/>
              <a:miter/>
            </a:ln>
          </p:spPr>
          <p:txBody>
            <a:bodyPr rtlCol="0" anchor="ctr"/>
            <a:lstStyle/>
            <a:p>
              <a:pPr algn="ctr"/>
            </a:p>
          </p:txBody>
        </p:sp>
        <p:sp>
          <p:nvSpPr>
            <p:cNvPr id="331" name="直线"/>
            <p:cNvSpPr>
              <a:spLocks/>
            </p:cNvSpPr>
            <p:nvPr/>
          </p:nvSpPr>
          <p:spPr>
            <a:xfrm rot="0">
              <a:off x="8138326" y="2840957"/>
              <a:ext cx="10794" cy="3760873"/>
            </a:xfrm>
            <a:prstGeom prst="line"/>
            <a:solidFill>
              <a:schemeClr val="accent2"/>
            </a:solidFill>
            <a:ln w="19050" cmpd="sng" cap="flat">
              <a:solidFill>
                <a:srgbClr val="ED7D31"/>
              </a:solidFill>
              <a:prstDash val="dash"/>
              <a:round/>
            </a:ln>
          </p:spPr>
          <p:txBody>
            <a:bodyPr rtlCol="0" anchor="ctr"/>
            <a:lstStyle/>
            <a:p>
              <a:pPr algn="ctr"/>
            </a:p>
          </p:txBody>
        </p:sp>
        <p:sp>
          <p:nvSpPr>
            <p:cNvPr id="332" name="直线"/>
            <p:cNvSpPr>
              <a:spLocks/>
            </p:cNvSpPr>
            <p:nvPr/>
          </p:nvSpPr>
          <p:spPr>
            <a:xfrm flipH="1" rot="0">
              <a:off x="8138326" y="6601830"/>
              <a:ext cx="3028148" cy="0"/>
            </a:xfrm>
            <a:prstGeom prst="line"/>
            <a:solidFill>
              <a:schemeClr val="accent2"/>
            </a:solidFill>
            <a:ln w="19050" cmpd="sng" cap="flat">
              <a:solidFill>
                <a:srgbClr val="ED7D31"/>
              </a:solidFill>
              <a:prstDash val="dash"/>
              <a:round/>
            </a:ln>
          </p:spPr>
          <p:txBody>
            <a:bodyPr rtlCol="0" anchor="ctr"/>
            <a:lstStyle/>
            <a:p>
              <a:pPr algn="ctr"/>
            </a:p>
          </p:txBody>
        </p:sp>
        <p:sp>
          <p:nvSpPr>
            <p:cNvPr id="333" name="矩形"/>
            <p:cNvSpPr>
              <a:spLocks/>
            </p:cNvSpPr>
            <p:nvPr/>
          </p:nvSpPr>
          <p:spPr>
            <a:xfrm rot="0">
              <a:off x="8391678" y="2670967"/>
              <a:ext cx="2858613" cy="2647950"/>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00000"/>
                </a:lnSpc>
                <a:spcBef>
                  <a:spcPts val="600"/>
                </a:spcBef>
                <a:spcAft>
                  <a:spcPts val="600"/>
                </a:spcAft>
                <a:buNone/>
              </a:pPr>
              <a:r>
                <a:rPr lang="zh-CN" altLang="en-US" sz="1800" b="1" i="0" u="none" strike="noStrike" kern="1200" cap="none" spc="0" baseline="0">
                  <a:solidFill>
                    <a:srgbClr val="000000"/>
                  </a:solidFill>
                  <a:latin typeface="微软雅黑" pitchFamily="0" charset="0"/>
                  <a:ea typeface="微软雅黑" pitchFamily="0" charset="0"/>
                  <a:cs typeface="微软雅黑" pitchFamily="0" charset="0"/>
                </a:rPr>
                <a:t>第十三条</a:t>
              </a: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  施工中发现地质环境等客观条件变化或实际与勘查成果出入较大，原设计的地质灾害治理主体工程</a:t>
              </a:r>
              <a:r>
                <a:rPr lang="zh-CN" altLang="en-US" sz="18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类型、结构、数量以及位置和范围</a:t>
              </a: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需要调整，对工程的安全性需要重新进行复核论证的，属于</a:t>
              </a:r>
              <a:r>
                <a:rPr lang="zh-CN" altLang="en-US" sz="1800" b="0" i="1" u="none" strike="noStrike" kern="1200" cap="none" spc="0" baseline="0">
                  <a:solidFill>
                    <a:srgbClr val="FF0000"/>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重大设计变更</a:t>
              </a: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a:t>
              </a:r>
              <a:endParaRPr lang="zh-CN" altLang="en-US" sz="1800" b="0" i="0" u="none" strike="noStrike" kern="1200" cap="none" spc="0" baseline="0">
                <a:solidFill>
                  <a:srgbClr val="000000"/>
                </a:solidFill>
                <a:latin typeface="微软雅黑" pitchFamily="0" charset="0"/>
                <a:ea typeface="微软雅黑" pitchFamily="0" charset="0"/>
                <a:cs typeface="微软雅黑" pitchFamily="0" charset="0"/>
              </a:endParaRPr>
            </a:p>
          </p:txBody>
        </p:sp>
      </p:grpSp>
      <p:sp>
        <p:nvSpPr>
          <p:cNvPr id="335" name="圆角右箭头"/>
          <p:cNvSpPr>
            <a:spLocks/>
          </p:cNvSpPr>
          <p:nvPr/>
        </p:nvSpPr>
        <p:spPr>
          <a:xfrm rot="0">
            <a:off x="6428715" y="4741484"/>
            <a:ext cx="1858890" cy="256609"/>
          </a:xfrm>
          <a:custGeom>
            <a:gdLst>
              <a:gd name="T1" fmla="*/ 12427 w 21600"/>
              <a:gd name="T2" fmla="*/ 4242 h 21600"/>
              <a:gd name="T3" fmla="*/ 19910 w 21600"/>
              <a:gd name="T4" fmla="*/ 7916 h 21600"/>
            </a:gdLst>
            <a:rect l="T1" t="T2" r="T3" b="T4"/>
            <a:pathLst>
              <a:path w="21600" h="21600">
                <a:moveTo>
                  <a:pt x="21599" y="6077"/>
                </a:moveTo>
                <a:lnTo>
                  <a:pt x="16009" y="0"/>
                </a:lnTo>
                <a:lnTo>
                  <a:pt x="16009" y="4241"/>
                </a:lnTo>
                <a:lnTo>
                  <a:pt x="12426" y="4241"/>
                </a:lnTo>
                <a:cubicBezTo>
                  <a:pt x="5563" y="4241"/>
                  <a:pt x="0" y="7784"/>
                  <a:pt x="0" y="12154"/>
                </a:cubicBezTo>
                <a:lnTo>
                  <a:pt x="0" y="21599"/>
                </a:lnTo>
                <a:lnTo>
                  <a:pt x="3755" y="21599"/>
                </a:lnTo>
                <a:lnTo>
                  <a:pt x="3755" y="12154"/>
                </a:lnTo>
                <a:cubicBezTo>
                  <a:pt x="3755" y="9812"/>
                  <a:pt x="7637" y="7913"/>
                  <a:pt x="12426" y="7913"/>
                </a:cubicBezTo>
                <a:lnTo>
                  <a:pt x="16009" y="7913"/>
                </a:lnTo>
                <a:lnTo>
                  <a:pt x="16009" y="12154"/>
                </a:lnTo>
                <a:close/>
              </a:path>
            </a:pathLst>
          </a:custGeom>
          <a:gradFill rotWithShape="1">
            <a:gsLst>
              <a:gs pos="0">
                <a:srgbClr val="81B861">
                  <a:alpha val="100000"/>
                </a:srgbClr>
              </a:gs>
              <a:gs pos="50000">
                <a:srgbClr val="6FB242">
                  <a:alpha val="100000"/>
                </a:srgbClr>
              </a:gs>
              <a:gs pos="100000">
                <a:srgbClr val="61A235">
                  <a:alpha val="100000"/>
                </a:srgbClr>
              </a:gs>
            </a:gsLst>
            <a:lin ang="5400000" scaled="1"/>
          </a:gradFill>
          <a:ln w="9525" cmpd="sng" cap="flat">
            <a:noFill/>
            <a:prstDash val="solid"/>
            <a:miter/>
          </a:ln>
          <a:effectLst>
            <a:outerShdw sx="100000" sy="100000" algn="ctr" rotWithShape="0" blurRad="57150" dist="19050" dir="5400000">
              <a:srgbClr val="000000">
                <a:alpha val="62745"/>
              </a:srgbClr>
            </a:outerShdw>
          </a:effectLst>
        </p:spPr>
        <p:txBody>
          <a:bodyPr rtlCol="0" anchor="ctr"/>
          <a:lstStyle/>
          <a:p>
            <a:pPr algn="ctr"/>
          </a:p>
        </p:txBody>
      </p:sp>
      <p:sp>
        <p:nvSpPr>
          <p:cNvPr id="336" name="矩形"/>
          <p:cNvSpPr>
            <a:spLocks/>
          </p:cNvSpPr>
          <p:nvPr/>
        </p:nvSpPr>
        <p:spPr>
          <a:xfrm rot="0">
            <a:off x="202454" y="262105"/>
            <a:ext cx="3119866" cy="546100"/>
          </a:xfrm>
          <a:prstGeom prst="rect"/>
          <a:noFill/>
          <a:ln w="9525" cmpd="sng" cap="flat">
            <a:noFill/>
            <a:prstDash val="solid"/>
            <a:round/>
          </a:ln>
        </p:spPr>
        <p:txBody>
          <a:bodyPr vert="horz" wrap="square" lIns="90000" tIns="46800" rIns="90000" bIns="46800" anchor="ctr" anchorCtr="0">
            <a:prstTxWarp prst="textNoShape"/>
          </a:bodyPr>
          <a:lstStyle/>
          <a:p>
            <a:pPr marL="0" indent="0" algn="l" eaLnBrk="1" fontAlgn="base" latinLnBrk="0" hangingPunct="1">
              <a:lnSpc>
                <a:spcPct val="100000"/>
              </a:lnSpc>
              <a:spcBef>
                <a:spcPts val="0"/>
              </a:spcBef>
              <a:spcAft>
                <a:spcPts val="0"/>
              </a:spcAft>
              <a:buNone/>
            </a:pPr>
            <a:r>
              <a:rPr lang="zh-CN" altLang="en-US" sz="3200" b="1" i="0" u="none" strike="noStrike" kern="1200" cap="none" spc="300" baseline="0">
                <a:solidFill>
                  <a:schemeClr val="tx2"/>
                </a:solidFill>
                <a:latin typeface="微软雅黑" pitchFamily="0" charset="0"/>
                <a:ea typeface="微软雅黑" pitchFamily="0" charset="0"/>
                <a:cs typeface="Calibri" pitchFamily="0" charset="0"/>
              </a:rPr>
              <a:t>四、规范内容</a:t>
            </a:r>
            <a:endParaRPr lang="zh-CN" altLang="en-US" sz="3200" b="1" i="0" u="none" strike="noStrike" kern="1200" cap="none" spc="300" baseline="0">
              <a:solidFill>
                <a:schemeClr val="tx2"/>
              </a:solidFill>
              <a:latin typeface="微软雅黑" pitchFamily="0" charset="0"/>
              <a:ea typeface="微软雅黑" pitchFamily="0" charset="0"/>
              <a:cs typeface="Calibri" pitchFamily="0" charset="0"/>
            </a:endParaRPr>
          </a:p>
        </p:txBody>
      </p:sp>
      <p:grpSp>
        <p:nvGrpSpPr>
          <p:cNvPr id="340" name="组合"/>
          <p:cNvGrpSpPr>
            <a:grpSpLocks/>
          </p:cNvGrpSpPr>
          <p:nvPr/>
        </p:nvGrpSpPr>
        <p:grpSpPr>
          <a:xfrm>
            <a:off x="3117193" y="472687"/>
            <a:ext cx="403698" cy="141984"/>
            <a:chOff x="3117193" y="472687"/>
            <a:chExt cx="403698" cy="141984"/>
          </a:xfrm>
        </p:grpSpPr>
        <p:sp>
          <p:nvSpPr>
            <p:cNvPr id="337" name="燕尾形"/>
            <p:cNvSpPr>
              <a:spLocks/>
            </p:cNvSpPr>
            <p:nvPr/>
          </p:nvSpPr>
          <p:spPr>
            <a:xfrm rot="0">
              <a:off x="3117193"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338" name="燕尾形"/>
            <p:cNvSpPr>
              <a:spLocks/>
            </p:cNvSpPr>
            <p:nvPr/>
          </p:nvSpPr>
          <p:spPr>
            <a:xfrm rot="0">
              <a:off x="3246757"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339" name="燕尾形"/>
            <p:cNvSpPr>
              <a:spLocks/>
            </p:cNvSpPr>
            <p:nvPr/>
          </p:nvSpPr>
          <p:spPr>
            <a:xfrm rot="0">
              <a:off x="3376322"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grpSp>
      <p:sp>
        <p:nvSpPr>
          <p:cNvPr id="341" name="矩形"/>
          <p:cNvSpPr>
            <a:spLocks/>
          </p:cNvSpPr>
          <p:nvPr/>
        </p:nvSpPr>
        <p:spPr>
          <a:xfrm rot="0">
            <a:off x="3667719" y="309258"/>
            <a:ext cx="2698247" cy="451794"/>
          </a:xfrm>
          <a:prstGeom prst="rect"/>
          <a:solidFill>
            <a:schemeClr val="accent1"/>
          </a:solidFill>
          <a:ln w="9525" cmpd="sng" cap="flat">
            <a:noFill/>
            <a:prstDash val="solid"/>
            <a:round/>
          </a:ln>
        </p:spPr>
        <p:txBody>
          <a:bodyPr vert="horz" wrap="square" lIns="91440" tIns="45720" rIns="91440" bIns="45720" anchor="ctr" anchorCtr="0">
            <a:prstTxWarp prst="textNoShape"/>
          </a:bodyPr>
          <a:lstStyle/>
          <a:p>
            <a:pPr marL="0" indent="0" algn="ctr">
              <a:lnSpc>
                <a:spcPct val="120000"/>
              </a:lnSpc>
              <a:spcBef>
                <a:spcPts val="0"/>
              </a:spcBef>
              <a:spcAft>
                <a:spcPts val="0"/>
              </a:spcAft>
              <a:buNone/>
            </a:pPr>
            <a:r>
              <a:rPr lang="zh-CN" altLang="en-US" sz="2400" b="1" i="0" u="none" strike="noStrike" kern="1200" cap="none" spc="0" baseline="0">
                <a:solidFill>
                  <a:srgbClr val="FFFFFF"/>
                </a:solidFill>
                <a:latin typeface="微软雅黑" pitchFamily="0" charset="0"/>
                <a:ea typeface="微软雅黑" pitchFamily="0" charset="0"/>
                <a:cs typeface="Calibri" pitchFamily="0" charset="0"/>
              </a:rPr>
              <a:t>第三章 项目实施</a:t>
            </a:r>
            <a:endParaRPr lang="zh-CN" altLang="en-US" sz="2400" b="1" i="0" u="none" strike="noStrike" kern="1200" cap="none" spc="0" baseline="0">
              <a:solidFill>
                <a:srgbClr val="FFFFFF"/>
              </a:solidFill>
              <a:latin typeface="微软雅黑" pitchFamily="0" charset="0"/>
              <a:ea typeface="微软雅黑" pitchFamily="0" charset="0"/>
              <a:cs typeface="Calibri" pitchFamily="0" charset="0"/>
            </a:endParaRPr>
          </a:p>
        </p:txBody>
      </p:sp>
    </p:spTree>
    <p:extLst>
      <p:ext uri="{BB962C8B-B14F-4D97-AF65-F5344CB8AC3E}">
        <p14:creationId xmlns:p14="http://schemas.microsoft.com/office/powerpoint/2010/main" val="980549167"/>
      </p:ext>
    </p:extLst>
  </p:cSld>
  <p:clrMapOvr>
    <a:masterClrMapping/>
  </p:clrMapOvr>
</p:sld>
</file>

<file path=ppt/slides/slide1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345" name="矩形"/>
          <p:cNvSpPr>
            <a:spLocks/>
          </p:cNvSpPr>
          <p:nvPr/>
        </p:nvSpPr>
        <p:spPr>
          <a:xfrm rot="0">
            <a:off x="1571624" y="912813"/>
            <a:ext cx="10620375" cy="117792"/>
          </a:xfrm>
          <a:prstGeom prst="rect"/>
          <a:solidFill>
            <a:srgbClr val="0070C0"/>
          </a:solidFill>
          <a:ln w="9525" cmpd="sng" cap="flat">
            <a:solidFill>
              <a:srgbClr val="0070C0"/>
            </a:solidFill>
            <a:prstDash val="solid"/>
            <a:round/>
          </a:ln>
        </p:spPr>
        <p:txBody>
          <a:bodyPr rtlCol="0" anchor="ctr"/>
          <a:lstStyle/>
          <a:p>
            <a:pPr algn="ctr"/>
          </a:p>
        </p:txBody>
      </p:sp>
      <p:sp>
        <p:nvSpPr>
          <p:cNvPr id="346" name="直线"/>
          <p:cNvSpPr>
            <a:spLocks/>
          </p:cNvSpPr>
          <p:nvPr/>
        </p:nvSpPr>
        <p:spPr>
          <a:xfrm rot="0">
            <a:off x="0" y="843074"/>
            <a:ext cx="12204001" cy="0"/>
          </a:xfrm>
          <a:prstGeom prst="line"/>
          <a:noFill/>
          <a:ln w="28575" cmpd="sng" cap="flat">
            <a:solidFill>
              <a:srgbClr val="0070C0"/>
            </a:solidFill>
            <a:prstDash val="solid"/>
            <a:round/>
          </a:ln>
        </p:spPr>
        <p:txBody>
          <a:bodyPr rtlCol="0" anchor="ctr"/>
          <a:lstStyle/>
          <a:p>
            <a:pPr algn="ctr"/>
          </a:p>
        </p:txBody>
      </p:sp>
      <p:sp>
        <p:nvSpPr>
          <p:cNvPr id="347" name="矩形"/>
          <p:cNvSpPr>
            <a:spLocks/>
          </p:cNvSpPr>
          <p:nvPr/>
        </p:nvSpPr>
        <p:spPr>
          <a:xfrm rot="0">
            <a:off x="0" y="912813"/>
            <a:ext cx="1571624" cy="117792"/>
          </a:xfrm>
          <a:prstGeom prst="rect"/>
          <a:solidFill>
            <a:srgbClr val="0070C0"/>
          </a:solidFill>
          <a:ln w="9525" cmpd="sng" cap="flat">
            <a:solidFill>
              <a:srgbClr val="0070C0"/>
            </a:solidFill>
            <a:prstDash val="solid"/>
            <a:round/>
          </a:ln>
        </p:spPr>
        <p:txBody>
          <a:bodyPr rtlCol="0" anchor="ctr"/>
          <a:lstStyle/>
          <a:p>
            <a:pPr algn="ctr"/>
          </a:p>
        </p:txBody>
      </p:sp>
      <p:sp>
        <p:nvSpPr>
          <p:cNvPr id="348" name="直线"/>
          <p:cNvSpPr>
            <a:spLocks/>
          </p:cNvSpPr>
          <p:nvPr/>
        </p:nvSpPr>
        <p:spPr>
          <a:xfrm rot="0">
            <a:off x="494012" y="1947282"/>
            <a:ext cx="11160000" cy="0"/>
          </a:xfrm>
          <a:prstGeom prst="line"/>
          <a:noFill/>
          <a:ln w="25400" cmpd="sng" cap="flat">
            <a:solidFill>
              <a:srgbClr val="4472C4"/>
            </a:solidFill>
            <a:prstDash val="solid"/>
            <a:round/>
          </a:ln>
          <a:effectLst>
            <a:outerShdw sx="100000" sy="100000" algn="ctr" rotWithShape="0" blurRad="63500" dist="25400" dir="5400000">
              <a:srgbClr val="000000">
                <a:alpha val="49803"/>
              </a:srgbClr>
            </a:outerShdw>
          </a:effectLst>
        </p:spPr>
        <p:txBody>
          <a:bodyPr rtlCol="0" anchor="ctr"/>
          <a:lstStyle/>
          <a:p>
            <a:pPr algn="ctr"/>
          </a:p>
        </p:txBody>
      </p:sp>
      <p:grpSp>
        <p:nvGrpSpPr>
          <p:cNvPr id="353" name="组合"/>
          <p:cNvGrpSpPr>
            <a:grpSpLocks/>
          </p:cNvGrpSpPr>
          <p:nvPr/>
        </p:nvGrpSpPr>
        <p:grpSpPr>
          <a:xfrm>
            <a:off x="734757" y="2109500"/>
            <a:ext cx="697870" cy="711613"/>
            <a:chOff x="734757" y="2109500"/>
            <a:chExt cx="697870" cy="711613"/>
          </a:xfrm>
        </p:grpSpPr>
        <p:sp>
          <p:nvSpPr>
            <p:cNvPr id="349" name="椭圆"/>
            <p:cNvSpPr>
              <a:spLocks/>
            </p:cNvSpPr>
            <p:nvPr/>
          </p:nvSpPr>
          <p:spPr>
            <a:xfrm rot="0">
              <a:off x="825914" y="2200656"/>
              <a:ext cx="529300" cy="529299"/>
            </a:xfrm>
            <a:prstGeom prst="ellipse"/>
            <a:solidFill>
              <a:schemeClr val="accent1"/>
            </a:solidFill>
            <a:ln w="12700" cmpd="sng" cap="flat">
              <a:noFill/>
              <a:prstDash val="solid"/>
              <a:round/>
            </a:ln>
          </p:spPr>
          <p:txBody>
            <a:bodyPr vert="horz" wrap="none" lIns="91440" tIns="45720" rIns="91440" bIns="45720" anchor="ctr" anchorCtr="0">
              <a:prstTxWarp prst="textNoShape"/>
            </a:bodyPr>
            <a:lstStyle/>
            <a:p>
              <a:pPr marL="0" indent="0" algn="ctr">
                <a:lnSpc>
                  <a:spcPct val="100000"/>
                </a:lnSpc>
                <a:spcBef>
                  <a:spcPts val="0"/>
                </a:spcBef>
                <a:spcAft>
                  <a:spcPts val="0"/>
                </a:spcAft>
                <a:buNone/>
              </a:pPr>
              <a:r>
                <a:rPr lang="en-US" altLang="zh-CN" sz="2400" b="1" i="0" u="none" strike="noStrike" kern="1200" cap="none" spc="0" baseline="0">
                  <a:solidFill>
                    <a:srgbClr val="FFFFFF"/>
                  </a:solidFill>
                  <a:latin typeface="微软雅黑" pitchFamily="0" charset="0"/>
                  <a:ea typeface="微软雅黑" pitchFamily="0" charset="0"/>
                  <a:cs typeface="Calibri" pitchFamily="0" charset="0"/>
                </a:rPr>
                <a:t>01</a:t>
              </a:r>
              <a:endParaRPr lang="zh-CN" altLang="en-US" sz="2400" b="1" i="0" u="none" strike="noStrike" kern="1200" cap="none" spc="0" baseline="0">
                <a:solidFill>
                  <a:srgbClr val="FFFFFF"/>
                </a:solidFill>
                <a:latin typeface="微软雅黑" pitchFamily="0" charset="0"/>
                <a:ea typeface="微软雅黑" pitchFamily="0" charset="0"/>
                <a:cs typeface="Calibri" pitchFamily="0" charset="0"/>
              </a:endParaRPr>
            </a:p>
          </p:txBody>
        </p:sp>
        <p:grpSp>
          <p:nvGrpSpPr>
            <p:cNvPr id="352" name="组合"/>
            <p:cNvGrpSpPr>
              <a:grpSpLocks/>
            </p:cNvGrpSpPr>
            <p:nvPr/>
          </p:nvGrpSpPr>
          <p:grpSpPr>
            <a:xfrm>
              <a:off x="734757" y="2109500"/>
              <a:ext cx="697870" cy="711613"/>
              <a:chOff x="734757" y="2109500"/>
              <a:chExt cx="697870" cy="711613"/>
            </a:xfrm>
          </p:grpSpPr>
          <p:sp>
            <p:nvSpPr>
              <p:cNvPr id="350" name="弧形"/>
              <p:cNvSpPr>
                <a:spLocks/>
              </p:cNvSpPr>
              <p:nvPr/>
            </p:nvSpPr>
            <p:spPr>
              <a:xfrm rot="0">
                <a:off x="734757" y="2109500"/>
                <a:ext cx="697870" cy="711613"/>
              </a:xfrm>
              <a:custGeom>
                <a:gdLst>
                  <a:gd name="T1" fmla="*/ 0 w 21600"/>
                  <a:gd name="T2" fmla="*/ 0 h 21600"/>
                  <a:gd name="T3" fmla="*/ 21600 w 21600"/>
                  <a:gd name="T4" fmla="*/ 21600 h 21600"/>
                </a:gdLst>
                <a:rect l="T1" t="T2" r="T3" b="T4"/>
                <a:pathLst>
                  <a:path w="21600" h="21600" fill="none">
                    <a:moveTo>
                      <a:pt x="17047" y="19834"/>
                    </a:moveTo>
                    <a:cubicBezTo>
                      <a:pt x="13095" y="22373"/>
                      <a:pt x="7931" y="22156"/>
                      <a:pt x="4214" y="19296"/>
                    </a:cubicBezTo>
                    <a:cubicBezTo>
                      <a:pt x="497" y="16436"/>
                      <a:pt x="-944" y="11570"/>
                      <a:pt x="629" y="7201"/>
                    </a:cubicBezTo>
                    <a:cubicBezTo>
                      <a:pt x="2203" y="2833"/>
                      <a:pt x="6443" y="-63"/>
                      <a:pt x="11167" y="1"/>
                    </a:cubicBezTo>
                    <a:cubicBezTo>
                      <a:pt x="15891" y="66"/>
                      <a:pt x="20046" y="3078"/>
                      <a:pt x="21495" y="7489"/>
                    </a:cubicBezTo>
                  </a:path>
                  <a:path w="21600" h="21600" stroke="0">
                    <a:moveTo>
                      <a:pt x="17047" y="19834"/>
                    </a:moveTo>
                    <a:cubicBezTo>
                      <a:pt x="13095" y="22373"/>
                      <a:pt x="7931" y="22156"/>
                      <a:pt x="4214" y="19296"/>
                    </a:cubicBezTo>
                    <a:cubicBezTo>
                      <a:pt x="497" y="16436"/>
                      <a:pt x="-944" y="11570"/>
                      <a:pt x="629" y="7201"/>
                    </a:cubicBezTo>
                    <a:cubicBezTo>
                      <a:pt x="2203" y="2833"/>
                      <a:pt x="6443" y="-63"/>
                      <a:pt x="11167" y="1"/>
                    </a:cubicBezTo>
                    <a:cubicBezTo>
                      <a:pt x="15891" y="66"/>
                      <a:pt x="20046" y="3078"/>
                      <a:pt x="21495" y="7489"/>
                    </a:cubicBezTo>
                    <a:lnTo>
                      <a:pt x="11012" y="10800"/>
                    </a:lnTo>
                    <a:close/>
                  </a:path>
                </a:pathLst>
              </a:custGeom>
              <a:noFill/>
              <a:ln w="6350" cmpd="sng" cap="flat">
                <a:solidFill>
                  <a:srgbClr val="404040"/>
                </a:solidFill>
                <a:prstDash val="solid"/>
                <a:round/>
              </a:ln>
            </p:spPr>
            <p:txBody>
              <a:bodyPr rtlCol="0" anchor="ctr"/>
              <a:lstStyle/>
              <a:p>
                <a:pPr algn="ctr"/>
              </a:p>
            </p:txBody>
          </p:sp>
          <p:sp>
            <p:nvSpPr>
              <p:cNvPr id="351" name="弧形"/>
              <p:cNvSpPr>
                <a:spLocks/>
              </p:cNvSpPr>
              <p:nvPr/>
            </p:nvSpPr>
            <p:spPr>
              <a:xfrm rot="0">
                <a:off x="734757" y="2109500"/>
                <a:ext cx="493995" cy="652769"/>
              </a:xfrm>
              <a:custGeom>
                <a:gdLst>
                  <a:gd name="T1" fmla="*/ 0 w 21600"/>
                  <a:gd name="T2" fmla="*/ 0 h 21600"/>
                  <a:gd name="T3" fmla="*/ 21600 w 21600"/>
                  <a:gd name="T4" fmla="*/ 21600 h 21600"/>
                </a:gdLst>
                <a:rect l="T1" t="T2" r="T3" b="T4"/>
                <a:pathLst>
                  <a:path w="21600" h="21600" fill="none">
                    <a:moveTo>
                      <a:pt x="6824" y="21517"/>
                    </a:moveTo>
                    <a:cubicBezTo>
                      <a:pt x="204" y="18119"/>
                      <a:pt x="-1931" y="11475"/>
                      <a:pt x="1885" y="6155"/>
                    </a:cubicBezTo>
                    <a:cubicBezTo>
                      <a:pt x="5702" y="835"/>
                      <a:pt x="14229" y="-1426"/>
                      <a:pt x="21600" y="924"/>
                    </a:cubicBezTo>
                  </a:path>
                  <a:path w="21600" h="21600" stroke="0">
                    <a:moveTo>
                      <a:pt x="6824" y="21517"/>
                    </a:moveTo>
                    <a:cubicBezTo>
                      <a:pt x="204" y="18119"/>
                      <a:pt x="-1931" y="11475"/>
                      <a:pt x="1885" y="6155"/>
                    </a:cubicBezTo>
                    <a:cubicBezTo>
                      <a:pt x="5702" y="835"/>
                      <a:pt x="14229" y="-1426"/>
                      <a:pt x="21600" y="924"/>
                    </a:cubicBezTo>
                    <a:lnTo>
                      <a:pt x="15557" y="11773"/>
                    </a:lnTo>
                    <a:close/>
                  </a:path>
                </a:pathLst>
              </a:custGeom>
              <a:noFill/>
              <a:ln w="76200" cmpd="sng" cap="flat">
                <a:solidFill>
                  <a:srgbClr val="404040"/>
                </a:solidFill>
                <a:prstDash val="solid"/>
                <a:round/>
              </a:ln>
            </p:spPr>
            <p:txBody>
              <a:bodyPr rtlCol="0" anchor="ctr"/>
              <a:lstStyle/>
              <a:p>
                <a:pPr algn="ctr"/>
              </a:p>
            </p:txBody>
          </p:sp>
        </p:grpSp>
      </p:grpSp>
      <p:sp>
        <p:nvSpPr>
          <p:cNvPr id="354" name="矩形"/>
          <p:cNvSpPr>
            <a:spLocks/>
          </p:cNvSpPr>
          <p:nvPr/>
        </p:nvSpPr>
        <p:spPr>
          <a:xfrm rot="0">
            <a:off x="1571624" y="2238578"/>
            <a:ext cx="10034012" cy="484822"/>
          </a:xfrm>
          <a:prstGeom prst="rect"/>
          <a:noFill/>
          <a:ln w="9525" cmpd="sng" cap="flat">
            <a:solidFill>
              <a:srgbClr val="2E75B6"/>
            </a:solidFill>
            <a:prstDash val="lgDash"/>
            <a:round/>
          </a:ln>
        </p:spPr>
        <p:txBody>
          <a:bodyPr vert="horz" wrap="square" lIns="91440" tIns="45720" rIns="91440" bIns="45720" anchor="t" anchorCtr="0">
            <a:prstTxWarp prst="textNoShape"/>
            <a:spAutoFit/>
          </a:bodyPr>
          <a:lstStyle/>
          <a:p>
            <a:pPr marL="0" indent="0" algn="l" defTabSz="1217295">
              <a:lnSpc>
                <a:spcPct val="129999"/>
              </a:lnSpc>
              <a:spcBef>
                <a:spcPts val="0"/>
              </a:spcBef>
              <a:spcAft>
                <a:spcPts val="0"/>
              </a:spcAft>
              <a:buNone/>
            </a:pPr>
            <a:r>
              <a:rPr lang="zh-CN" altLang="en-US" sz="2000" b="0" i="0" u="none" strike="noStrike" kern="1200" cap="none" spc="0" baseline="0">
                <a:solidFill>
                  <a:schemeClr val="tx1"/>
                </a:solidFill>
                <a:latin typeface="微软雅黑" pitchFamily="0" charset="0"/>
                <a:ea typeface="微软雅黑" pitchFamily="0" charset="0"/>
                <a:cs typeface="Calibri" pitchFamily="0" charset="0"/>
              </a:rPr>
              <a:t>配备</a:t>
            </a:r>
            <a:r>
              <a:rPr lang="zh-CN" altLang="en-US" sz="20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项目负责人</a:t>
            </a:r>
            <a:r>
              <a:rPr lang="zh-CN" altLang="en-US" sz="2000" b="0" i="0" u="none" strike="noStrike" kern="1200" cap="none" spc="0" baseline="0">
                <a:solidFill>
                  <a:schemeClr val="tx1"/>
                </a:solidFill>
                <a:latin typeface="微软雅黑" pitchFamily="0" charset="0"/>
                <a:ea typeface="微软雅黑" pitchFamily="0" charset="0"/>
                <a:cs typeface="Calibri" pitchFamily="0" charset="0"/>
              </a:rPr>
              <a:t>和相关专业技术人员，调整主要管理人员时，应书面征得建设单位同意。</a:t>
            </a:r>
            <a:endParaRPr lang="zh-CN" altLang="en-US" sz="2000" b="0" i="0" u="none" strike="noStrike" kern="1200" cap="none" spc="0" baseline="0">
              <a:solidFill>
                <a:srgbClr val="0070C0"/>
              </a:solidFill>
              <a:latin typeface="微软雅黑" pitchFamily="0" charset="0"/>
              <a:ea typeface="微软雅黑" pitchFamily="0" charset="0"/>
              <a:cs typeface="Calibri" pitchFamily="0" charset="0"/>
            </a:endParaRPr>
          </a:p>
        </p:txBody>
      </p:sp>
      <p:grpSp>
        <p:nvGrpSpPr>
          <p:cNvPr id="359" name="组合"/>
          <p:cNvGrpSpPr>
            <a:grpSpLocks/>
          </p:cNvGrpSpPr>
          <p:nvPr/>
        </p:nvGrpSpPr>
        <p:grpSpPr>
          <a:xfrm>
            <a:off x="727618" y="2907450"/>
            <a:ext cx="697870" cy="711613"/>
            <a:chOff x="727618" y="2907450"/>
            <a:chExt cx="697870" cy="711613"/>
          </a:xfrm>
        </p:grpSpPr>
        <p:sp>
          <p:nvSpPr>
            <p:cNvPr id="355" name="椭圆"/>
            <p:cNvSpPr>
              <a:spLocks/>
            </p:cNvSpPr>
            <p:nvPr/>
          </p:nvSpPr>
          <p:spPr>
            <a:xfrm rot="0">
              <a:off x="818776" y="2998607"/>
              <a:ext cx="529299" cy="529300"/>
            </a:xfrm>
            <a:prstGeom prst="ellipse"/>
            <a:solidFill>
              <a:schemeClr val="accent1"/>
            </a:solidFill>
            <a:ln w="12700" cmpd="sng" cap="flat">
              <a:noFill/>
              <a:prstDash val="solid"/>
              <a:round/>
            </a:ln>
          </p:spPr>
          <p:txBody>
            <a:bodyPr vert="horz" wrap="none" lIns="91440" tIns="45720" rIns="91440" bIns="45720" anchor="ctr" anchorCtr="0">
              <a:prstTxWarp prst="textNoShape"/>
            </a:bodyPr>
            <a:lstStyle/>
            <a:p>
              <a:pPr marL="0" indent="0" algn="ctr">
                <a:lnSpc>
                  <a:spcPct val="100000"/>
                </a:lnSpc>
                <a:spcBef>
                  <a:spcPts val="0"/>
                </a:spcBef>
                <a:spcAft>
                  <a:spcPts val="0"/>
                </a:spcAft>
                <a:buNone/>
              </a:pPr>
              <a:r>
                <a:rPr lang="en-US" altLang="zh-CN" sz="2400" b="1" i="0" u="none" strike="noStrike" kern="1200" cap="none" spc="0" baseline="0">
                  <a:solidFill>
                    <a:srgbClr val="FFFFFF"/>
                  </a:solidFill>
                  <a:latin typeface="微软雅黑" pitchFamily="0" charset="0"/>
                  <a:ea typeface="微软雅黑" pitchFamily="0" charset="0"/>
                  <a:cs typeface="Calibri" pitchFamily="0" charset="0"/>
                </a:rPr>
                <a:t>02</a:t>
              </a:r>
              <a:endParaRPr lang="zh-CN" altLang="en-US" sz="2400" b="1" i="0" u="none" strike="noStrike" kern="1200" cap="none" spc="0" baseline="0">
                <a:solidFill>
                  <a:srgbClr val="FFFFFF"/>
                </a:solidFill>
                <a:latin typeface="微软雅黑" pitchFamily="0" charset="0"/>
                <a:ea typeface="微软雅黑" pitchFamily="0" charset="0"/>
                <a:cs typeface="Calibri" pitchFamily="0" charset="0"/>
              </a:endParaRPr>
            </a:p>
          </p:txBody>
        </p:sp>
        <p:grpSp>
          <p:nvGrpSpPr>
            <p:cNvPr id="358" name="组合"/>
            <p:cNvGrpSpPr>
              <a:grpSpLocks/>
            </p:cNvGrpSpPr>
            <p:nvPr/>
          </p:nvGrpSpPr>
          <p:grpSpPr>
            <a:xfrm>
              <a:off x="727618" y="2907450"/>
              <a:ext cx="697870" cy="711613"/>
              <a:chOff x="727618" y="2907450"/>
              <a:chExt cx="697870" cy="711613"/>
            </a:xfrm>
          </p:grpSpPr>
          <p:sp>
            <p:nvSpPr>
              <p:cNvPr id="356" name="弧形"/>
              <p:cNvSpPr>
                <a:spLocks/>
              </p:cNvSpPr>
              <p:nvPr/>
            </p:nvSpPr>
            <p:spPr>
              <a:xfrm rot="0">
                <a:off x="727618" y="2907450"/>
                <a:ext cx="697870" cy="711613"/>
              </a:xfrm>
              <a:custGeom>
                <a:gdLst>
                  <a:gd name="T1" fmla="*/ 0 w 21600"/>
                  <a:gd name="T2" fmla="*/ 0 h 21600"/>
                  <a:gd name="T3" fmla="*/ 21600 w 21600"/>
                  <a:gd name="T4" fmla="*/ 21600 h 21600"/>
                </a:gdLst>
                <a:rect l="T1" t="T2" r="T3" b="T4"/>
                <a:pathLst>
                  <a:path w="21600" h="21600" fill="none">
                    <a:moveTo>
                      <a:pt x="17047" y="19834"/>
                    </a:moveTo>
                    <a:cubicBezTo>
                      <a:pt x="13095" y="22373"/>
                      <a:pt x="7931" y="22156"/>
                      <a:pt x="4214" y="19296"/>
                    </a:cubicBezTo>
                    <a:cubicBezTo>
                      <a:pt x="497" y="16436"/>
                      <a:pt x="-944" y="11570"/>
                      <a:pt x="629" y="7201"/>
                    </a:cubicBezTo>
                    <a:cubicBezTo>
                      <a:pt x="2203" y="2833"/>
                      <a:pt x="6443" y="-63"/>
                      <a:pt x="11167" y="1"/>
                    </a:cubicBezTo>
                    <a:cubicBezTo>
                      <a:pt x="15891" y="66"/>
                      <a:pt x="20046" y="3078"/>
                      <a:pt x="21495" y="7489"/>
                    </a:cubicBezTo>
                  </a:path>
                  <a:path w="21600" h="21600" stroke="0">
                    <a:moveTo>
                      <a:pt x="17047" y="19834"/>
                    </a:moveTo>
                    <a:cubicBezTo>
                      <a:pt x="13095" y="22373"/>
                      <a:pt x="7931" y="22156"/>
                      <a:pt x="4214" y="19296"/>
                    </a:cubicBezTo>
                    <a:cubicBezTo>
                      <a:pt x="497" y="16436"/>
                      <a:pt x="-944" y="11570"/>
                      <a:pt x="629" y="7201"/>
                    </a:cubicBezTo>
                    <a:cubicBezTo>
                      <a:pt x="2203" y="2833"/>
                      <a:pt x="6443" y="-63"/>
                      <a:pt x="11167" y="1"/>
                    </a:cubicBezTo>
                    <a:cubicBezTo>
                      <a:pt x="15891" y="66"/>
                      <a:pt x="20046" y="3078"/>
                      <a:pt x="21495" y="7489"/>
                    </a:cubicBezTo>
                    <a:lnTo>
                      <a:pt x="11012" y="10800"/>
                    </a:lnTo>
                    <a:close/>
                  </a:path>
                </a:pathLst>
              </a:custGeom>
              <a:noFill/>
              <a:ln w="6350" cmpd="sng" cap="flat">
                <a:solidFill>
                  <a:srgbClr val="404040"/>
                </a:solidFill>
                <a:prstDash val="solid"/>
                <a:round/>
              </a:ln>
            </p:spPr>
            <p:txBody>
              <a:bodyPr rtlCol="0" anchor="ctr"/>
              <a:lstStyle/>
              <a:p>
                <a:pPr algn="ctr"/>
              </a:p>
            </p:txBody>
          </p:sp>
          <p:sp>
            <p:nvSpPr>
              <p:cNvPr id="357" name="弧形"/>
              <p:cNvSpPr>
                <a:spLocks/>
              </p:cNvSpPr>
              <p:nvPr/>
            </p:nvSpPr>
            <p:spPr>
              <a:xfrm rot="0">
                <a:off x="727618" y="2907450"/>
                <a:ext cx="493994" cy="652769"/>
              </a:xfrm>
              <a:custGeom>
                <a:gdLst>
                  <a:gd name="T1" fmla="*/ 0 w 21600"/>
                  <a:gd name="T2" fmla="*/ 0 h 21600"/>
                  <a:gd name="T3" fmla="*/ 21600 w 21600"/>
                  <a:gd name="T4" fmla="*/ 21600 h 21600"/>
                </a:gdLst>
                <a:rect l="T1" t="T2" r="T3" b="T4"/>
                <a:pathLst>
                  <a:path w="21600" h="21600" fill="none">
                    <a:moveTo>
                      <a:pt x="6824" y="21517"/>
                    </a:moveTo>
                    <a:cubicBezTo>
                      <a:pt x="204" y="18119"/>
                      <a:pt x="-1931" y="11475"/>
                      <a:pt x="1885" y="6155"/>
                    </a:cubicBezTo>
                    <a:cubicBezTo>
                      <a:pt x="5702" y="835"/>
                      <a:pt x="14229" y="-1426"/>
                      <a:pt x="21600" y="924"/>
                    </a:cubicBezTo>
                  </a:path>
                  <a:path w="21600" h="21600" stroke="0">
                    <a:moveTo>
                      <a:pt x="6824" y="21517"/>
                    </a:moveTo>
                    <a:cubicBezTo>
                      <a:pt x="204" y="18119"/>
                      <a:pt x="-1931" y="11475"/>
                      <a:pt x="1885" y="6155"/>
                    </a:cubicBezTo>
                    <a:cubicBezTo>
                      <a:pt x="5702" y="835"/>
                      <a:pt x="14229" y="-1426"/>
                      <a:pt x="21600" y="924"/>
                    </a:cubicBezTo>
                    <a:lnTo>
                      <a:pt x="15557" y="11773"/>
                    </a:lnTo>
                    <a:close/>
                  </a:path>
                </a:pathLst>
              </a:custGeom>
              <a:noFill/>
              <a:ln w="76200" cmpd="sng" cap="flat">
                <a:solidFill>
                  <a:srgbClr val="404040"/>
                </a:solidFill>
                <a:prstDash val="solid"/>
                <a:round/>
              </a:ln>
            </p:spPr>
            <p:txBody>
              <a:bodyPr rtlCol="0" anchor="ctr"/>
              <a:lstStyle/>
              <a:p>
                <a:pPr algn="ctr"/>
              </a:p>
            </p:txBody>
          </p:sp>
        </p:grpSp>
      </p:grpSp>
      <p:sp>
        <p:nvSpPr>
          <p:cNvPr id="360" name="矩形"/>
          <p:cNvSpPr>
            <a:spLocks/>
          </p:cNvSpPr>
          <p:nvPr/>
        </p:nvSpPr>
        <p:spPr>
          <a:xfrm rot="0">
            <a:off x="1557098" y="2918499"/>
            <a:ext cx="10048537" cy="484822"/>
          </a:xfrm>
          <a:prstGeom prst="rect"/>
          <a:noFill/>
          <a:ln w="9525" cmpd="sng" cap="flat">
            <a:solidFill>
              <a:srgbClr val="2E75B6"/>
            </a:solidFill>
            <a:prstDash val="lgDash"/>
            <a:round/>
          </a:ln>
        </p:spPr>
        <p:txBody>
          <a:bodyPr vert="horz" wrap="square" lIns="91440" tIns="45720" rIns="91440" bIns="45720" anchor="t" anchorCtr="0">
            <a:prstTxWarp prst="textNoShape"/>
            <a:spAutoFit/>
          </a:bodyPr>
          <a:lstStyle/>
          <a:p>
            <a:pPr marL="0" indent="0" algn="l" defTabSz="1217295">
              <a:lnSpc>
                <a:spcPct val="129999"/>
              </a:lnSpc>
              <a:spcBef>
                <a:spcPts val="0"/>
              </a:spcBef>
              <a:spcAft>
                <a:spcPts val="0"/>
              </a:spcAft>
              <a:buNone/>
            </a:pPr>
            <a:r>
              <a:rPr lang="zh-CN" altLang="en-US" sz="2000" b="0" i="0" u="none" strike="noStrike" kern="1200" cap="none" spc="0" baseline="0">
                <a:solidFill>
                  <a:schemeClr val="tx1"/>
                </a:solidFill>
                <a:latin typeface="微软雅黑" pitchFamily="0" charset="0"/>
                <a:ea typeface="微软雅黑" pitchFamily="0" charset="0"/>
                <a:cs typeface="Calibri" pitchFamily="0" charset="0"/>
              </a:rPr>
              <a:t>编制</a:t>
            </a:r>
            <a:r>
              <a:rPr lang="zh-CN" altLang="en-US" sz="20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施工组织方案</a:t>
            </a:r>
            <a:r>
              <a:rPr lang="zh-CN" altLang="en-US" sz="2000" b="0" i="0" u="none" strike="noStrike" kern="1200" cap="none" spc="0" baseline="0">
                <a:solidFill>
                  <a:schemeClr val="tx1"/>
                </a:solidFill>
                <a:latin typeface="微软雅黑" pitchFamily="0" charset="0"/>
                <a:ea typeface="微软雅黑" pitchFamily="0" charset="0"/>
                <a:cs typeface="Calibri" pitchFamily="0" charset="0"/>
              </a:rPr>
              <a:t>，明确安全生产的具体措施，保障工程施工安全生产条件。</a:t>
            </a:r>
            <a:endParaRPr lang="zh-CN" altLang="en-US" sz="2000" b="0" i="0" u="none" strike="noStrike" kern="1200" cap="none" spc="0" baseline="0">
              <a:solidFill>
                <a:srgbClr val="0070C0"/>
              </a:solidFill>
              <a:latin typeface="微软雅黑" pitchFamily="0" charset="0"/>
              <a:ea typeface="微软雅黑" pitchFamily="0" charset="0"/>
              <a:cs typeface="Calibri" pitchFamily="0" charset="0"/>
            </a:endParaRPr>
          </a:p>
        </p:txBody>
      </p:sp>
      <p:grpSp>
        <p:nvGrpSpPr>
          <p:cNvPr id="365" name="组合"/>
          <p:cNvGrpSpPr>
            <a:grpSpLocks/>
          </p:cNvGrpSpPr>
          <p:nvPr/>
        </p:nvGrpSpPr>
        <p:grpSpPr>
          <a:xfrm>
            <a:off x="734757" y="3733975"/>
            <a:ext cx="697870" cy="711614"/>
            <a:chOff x="734757" y="3733975"/>
            <a:chExt cx="697870" cy="711614"/>
          </a:xfrm>
        </p:grpSpPr>
        <p:sp>
          <p:nvSpPr>
            <p:cNvPr id="361" name="椭圆"/>
            <p:cNvSpPr>
              <a:spLocks/>
            </p:cNvSpPr>
            <p:nvPr/>
          </p:nvSpPr>
          <p:spPr>
            <a:xfrm rot="0">
              <a:off x="825914" y="3831066"/>
              <a:ext cx="529300" cy="529299"/>
            </a:xfrm>
            <a:prstGeom prst="ellipse"/>
            <a:solidFill>
              <a:schemeClr val="accent1"/>
            </a:solidFill>
            <a:ln w="12700" cmpd="sng" cap="flat">
              <a:noFill/>
              <a:prstDash val="solid"/>
              <a:round/>
            </a:ln>
          </p:spPr>
          <p:txBody>
            <a:bodyPr vert="horz" wrap="none" lIns="91440" tIns="45720" rIns="91440" bIns="45720" anchor="ctr" anchorCtr="0">
              <a:prstTxWarp prst="textNoShape"/>
            </a:bodyPr>
            <a:lstStyle/>
            <a:p>
              <a:pPr marL="0" indent="0" algn="ctr">
                <a:lnSpc>
                  <a:spcPct val="100000"/>
                </a:lnSpc>
                <a:spcBef>
                  <a:spcPts val="0"/>
                </a:spcBef>
                <a:spcAft>
                  <a:spcPts val="0"/>
                </a:spcAft>
                <a:buNone/>
              </a:pPr>
              <a:r>
                <a:rPr lang="en-US" altLang="zh-CN" sz="2400" b="1" i="0" u="none" strike="noStrike" kern="1200" cap="none" spc="0" baseline="0">
                  <a:solidFill>
                    <a:srgbClr val="FFFFFF"/>
                  </a:solidFill>
                  <a:latin typeface="微软雅黑" pitchFamily="0" charset="0"/>
                  <a:ea typeface="微软雅黑" pitchFamily="0" charset="0"/>
                  <a:cs typeface="Calibri" pitchFamily="0" charset="0"/>
                </a:rPr>
                <a:t>03</a:t>
              </a:r>
              <a:endParaRPr lang="zh-CN" altLang="en-US" sz="2400" b="1" i="0" u="none" strike="noStrike" kern="1200" cap="none" spc="0" baseline="0">
                <a:solidFill>
                  <a:srgbClr val="FFFFFF"/>
                </a:solidFill>
                <a:latin typeface="微软雅黑" pitchFamily="0" charset="0"/>
                <a:ea typeface="微软雅黑" pitchFamily="0" charset="0"/>
                <a:cs typeface="Calibri" pitchFamily="0" charset="0"/>
              </a:endParaRPr>
            </a:p>
          </p:txBody>
        </p:sp>
        <p:grpSp>
          <p:nvGrpSpPr>
            <p:cNvPr id="364" name="组合"/>
            <p:cNvGrpSpPr>
              <a:grpSpLocks/>
            </p:cNvGrpSpPr>
            <p:nvPr/>
          </p:nvGrpSpPr>
          <p:grpSpPr>
            <a:xfrm>
              <a:off x="734757" y="3733975"/>
              <a:ext cx="697870" cy="711614"/>
              <a:chOff x="734757" y="3733975"/>
              <a:chExt cx="697870" cy="711614"/>
            </a:xfrm>
          </p:grpSpPr>
          <p:sp>
            <p:nvSpPr>
              <p:cNvPr id="362" name="弧形"/>
              <p:cNvSpPr>
                <a:spLocks/>
              </p:cNvSpPr>
              <p:nvPr/>
            </p:nvSpPr>
            <p:spPr>
              <a:xfrm rot="0">
                <a:off x="734757" y="3733975"/>
                <a:ext cx="697870" cy="711614"/>
              </a:xfrm>
              <a:custGeom>
                <a:gdLst>
                  <a:gd name="T1" fmla="*/ 0 w 21600"/>
                  <a:gd name="T2" fmla="*/ 0 h 21600"/>
                  <a:gd name="T3" fmla="*/ 21600 w 21600"/>
                  <a:gd name="T4" fmla="*/ 21600 h 21600"/>
                </a:gdLst>
                <a:rect l="T1" t="T2" r="T3" b="T4"/>
                <a:pathLst>
                  <a:path w="21600" h="21600" fill="none">
                    <a:moveTo>
                      <a:pt x="17047" y="19834"/>
                    </a:moveTo>
                    <a:cubicBezTo>
                      <a:pt x="13095" y="22373"/>
                      <a:pt x="7931" y="22156"/>
                      <a:pt x="4214" y="19296"/>
                    </a:cubicBezTo>
                    <a:cubicBezTo>
                      <a:pt x="497" y="16436"/>
                      <a:pt x="-944" y="11570"/>
                      <a:pt x="629" y="7201"/>
                    </a:cubicBezTo>
                    <a:cubicBezTo>
                      <a:pt x="2203" y="2833"/>
                      <a:pt x="6443" y="-63"/>
                      <a:pt x="11167" y="1"/>
                    </a:cubicBezTo>
                    <a:cubicBezTo>
                      <a:pt x="15891" y="66"/>
                      <a:pt x="20046" y="3078"/>
                      <a:pt x="21495" y="7489"/>
                    </a:cubicBezTo>
                  </a:path>
                  <a:path w="21600" h="21600" stroke="0">
                    <a:moveTo>
                      <a:pt x="17047" y="19834"/>
                    </a:moveTo>
                    <a:cubicBezTo>
                      <a:pt x="13095" y="22373"/>
                      <a:pt x="7931" y="22156"/>
                      <a:pt x="4214" y="19296"/>
                    </a:cubicBezTo>
                    <a:cubicBezTo>
                      <a:pt x="497" y="16436"/>
                      <a:pt x="-944" y="11570"/>
                      <a:pt x="629" y="7201"/>
                    </a:cubicBezTo>
                    <a:cubicBezTo>
                      <a:pt x="2203" y="2833"/>
                      <a:pt x="6443" y="-63"/>
                      <a:pt x="11167" y="1"/>
                    </a:cubicBezTo>
                    <a:cubicBezTo>
                      <a:pt x="15891" y="66"/>
                      <a:pt x="20046" y="3078"/>
                      <a:pt x="21495" y="7489"/>
                    </a:cubicBezTo>
                    <a:lnTo>
                      <a:pt x="11012" y="10799"/>
                    </a:lnTo>
                    <a:close/>
                  </a:path>
                </a:pathLst>
              </a:custGeom>
              <a:noFill/>
              <a:ln w="6350" cmpd="sng" cap="flat">
                <a:solidFill>
                  <a:srgbClr val="404040"/>
                </a:solidFill>
                <a:prstDash val="solid"/>
                <a:round/>
              </a:ln>
            </p:spPr>
            <p:txBody>
              <a:bodyPr rtlCol="0" anchor="ctr"/>
              <a:lstStyle/>
              <a:p>
                <a:pPr algn="ctr"/>
              </a:p>
            </p:txBody>
          </p:sp>
          <p:sp>
            <p:nvSpPr>
              <p:cNvPr id="363" name="弧形"/>
              <p:cNvSpPr>
                <a:spLocks/>
              </p:cNvSpPr>
              <p:nvPr/>
            </p:nvSpPr>
            <p:spPr>
              <a:xfrm rot="0">
                <a:off x="734757" y="3733975"/>
                <a:ext cx="493995" cy="652769"/>
              </a:xfrm>
              <a:custGeom>
                <a:gdLst>
                  <a:gd name="T1" fmla="*/ 0 w 21600"/>
                  <a:gd name="T2" fmla="*/ 0 h 21600"/>
                  <a:gd name="T3" fmla="*/ 21600 w 21600"/>
                  <a:gd name="T4" fmla="*/ 21600 h 21600"/>
                </a:gdLst>
                <a:rect l="T1" t="T2" r="T3" b="T4"/>
                <a:pathLst>
                  <a:path w="21600" h="21600" fill="none">
                    <a:moveTo>
                      <a:pt x="6824" y="21517"/>
                    </a:moveTo>
                    <a:cubicBezTo>
                      <a:pt x="204" y="18119"/>
                      <a:pt x="-1931" y="11475"/>
                      <a:pt x="1885" y="6155"/>
                    </a:cubicBezTo>
                    <a:cubicBezTo>
                      <a:pt x="5702" y="835"/>
                      <a:pt x="14229" y="-1426"/>
                      <a:pt x="21600" y="924"/>
                    </a:cubicBezTo>
                  </a:path>
                  <a:path w="21600" h="21600" stroke="0">
                    <a:moveTo>
                      <a:pt x="6824" y="21517"/>
                    </a:moveTo>
                    <a:cubicBezTo>
                      <a:pt x="204" y="18119"/>
                      <a:pt x="-1931" y="11475"/>
                      <a:pt x="1885" y="6155"/>
                    </a:cubicBezTo>
                    <a:cubicBezTo>
                      <a:pt x="5702" y="835"/>
                      <a:pt x="14229" y="-1426"/>
                      <a:pt x="21600" y="924"/>
                    </a:cubicBezTo>
                    <a:lnTo>
                      <a:pt x="15557" y="11773"/>
                    </a:lnTo>
                    <a:close/>
                  </a:path>
                </a:pathLst>
              </a:custGeom>
              <a:noFill/>
              <a:ln w="76200" cmpd="sng" cap="flat">
                <a:solidFill>
                  <a:srgbClr val="404040"/>
                </a:solidFill>
                <a:prstDash val="solid"/>
                <a:round/>
              </a:ln>
            </p:spPr>
            <p:txBody>
              <a:bodyPr rtlCol="0" anchor="ctr"/>
              <a:lstStyle/>
              <a:p>
                <a:pPr algn="ctr"/>
              </a:p>
            </p:txBody>
          </p:sp>
        </p:grpSp>
      </p:grpSp>
      <p:sp>
        <p:nvSpPr>
          <p:cNvPr id="366" name="矩形"/>
          <p:cNvSpPr>
            <a:spLocks/>
          </p:cNvSpPr>
          <p:nvPr/>
        </p:nvSpPr>
        <p:spPr>
          <a:xfrm rot="0">
            <a:off x="1557097" y="3613161"/>
            <a:ext cx="10048537" cy="868679"/>
          </a:xfrm>
          <a:prstGeom prst="rect"/>
          <a:noFill/>
          <a:ln w="9525" cmpd="sng" cap="flat">
            <a:solidFill>
              <a:srgbClr val="2E75B6"/>
            </a:solidFill>
            <a:prstDash val="lgDash"/>
            <a:round/>
          </a:ln>
        </p:spPr>
        <p:txBody>
          <a:bodyPr vert="horz" wrap="square" lIns="91440" tIns="45720" rIns="91440" bIns="45720" anchor="t" anchorCtr="0">
            <a:prstTxWarp prst="textNoShape"/>
            <a:spAutoFit/>
          </a:bodyPr>
          <a:lstStyle/>
          <a:p>
            <a:pPr marL="0" indent="0" algn="l" defTabSz="1217295">
              <a:lnSpc>
                <a:spcPct val="129999"/>
              </a:lnSpc>
              <a:spcBef>
                <a:spcPts val="0"/>
              </a:spcBef>
              <a:spcAft>
                <a:spcPts val="0"/>
              </a:spcAft>
              <a:buNone/>
            </a:pPr>
            <a:r>
              <a:rPr lang="zh-CN" altLang="en-US" sz="20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质量和安全生产隐患排查治理</a:t>
            </a:r>
            <a:r>
              <a:rPr lang="zh-CN" altLang="en-US" sz="2000" b="0" i="0" u="none" strike="noStrike" kern="1200" cap="none" spc="0" baseline="0">
                <a:solidFill>
                  <a:schemeClr val="tx1"/>
                </a:solidFill>
                <a:latin typeface="微软雅黑" pitchFamily="0" charset="0"/>
                <a:ea typeface="微软雅黑" pitchFamily="0" charset="0"/>
                <a:cs typeface="Calibri" pitchFamily="0" charset="0"/>
              </a:rPr>
              <a:t>、风险管控、质量检验制度，及时处置工程质量问题和安全生产隐患，负责对存在质量问题的工程进行整改维护。</a:t>
            </a:r>
            <a:endParaRPr lang="zh-CN" altLang="en-US" sz="2000" b="0" i="0" u="none" strike="noStrike" kern="1200" cap="none" spc="0" baseline="0">
              <a:solidFill>
                <a:schemeClr val="tx1"/>
              </a:solidFill>
              <a:latin typeface="微软雅黑" pitchFamily="0" charset="0"/>
              <a:ea typeface="微软雅黑" pitchFamily="0" charset="0"/>
              <a:cs typeface="Calibri" pitchFamily="0" charset="0"/>
            </a:endParaRPr>
          </a:p>
        </p:txBody>
      </p:sp>
      <p:grpSp>
        <p:nvGrpSpPr>
          <p:cNvPr id="371" name="组合"/>
          <p:cNvGrpSpPr>
            <a:grpSpLocks/>
          </p:cNvGrpSpPr>
          <p:nvPr/>
        </p:nvGrpSpPr>
        <p:grpSpPr>
          <a:xfrm>
            <a:off x="734757" y="4579550"/>
            <a:ext cx="697870" cy="711613"/>
            <a:chOff x="734757" y="4579550"/>
            <a:chExt cx="697870" cy="711613"/>
          </a:xfrm>
        </p:grpSpPr>
        <p:sp>
          <p:nvSpPr>
            <p:cNvPr id="367" name="椭圆"/>
            <p:cNvSpPr>
              <a:spLocks/>
            </p:cNvSpPr>
            <p:nvPr/>
          </p:nvSpPr>
          <p:spPr>
            <a:xfrm rot="0">
              <a:off x="825914" y="4670707"/>
              <a:ext cx="529300" cy="529299"/>
            </a:xfrm>
            <a:prstGeom prst="ellipse"/>
            <a:solidFill>
              <a:schemeClr val="accent1"/>
            </a:solidFill>
            <a:ln w="12700" cmpd="sng" cap="flat">
              <a:noFill/>
              <a:prstDash val="solid"/>
              <a:round/>
            </a:ln>
          </p:spPr>
          <p:txBody>
            <a:bodyPr vert="horz" wrap="none" lIns="91440" tIns="45720" rIns="91440" bIns="45720" anchor="ctr" anchorCtr="0">
              <a:prstTxWarp prst="textNoShape"/>
            </a:bodyPr>
            <a:lstStyle/>
            <a:p>
              <a:pPr marL="0" indent="0" algn="ctr">
                <a:lnSpc>
                  <a:spcPct val="100000"/>
                </a:lnSpc>
                <a:spcBef>
                  <a:spcPts val="0"/>
                </a:spcBef>
                <a:spcAft>
                  <a:spcPts val="0"/>
                </a:spcAft>
                <a:buNone/>
              </a:pPr>
              <a:r>
                <a:rPr lang="en-US" altLang="zh-CN" sz="2400" b="1" i="0" u="none" strike="noStrike" kern="1200" cap="none" spc="0" baseline="0">
                  <a:solidFill>
                    <a:srgbClr val="FFFFFF"/>
                  </a:solidFill>
                  <a:latin typeface="微软雅黑" pitchFamily="0" charset="0"/>
                  <a:ea typeface="微软雅黑" pitchFamily="0" charset="0"/>
                  <a:cs typeface="Calibri" pitchFamily="0" charset="0"/>
                </a:rPr>
                <a:t>04</a:t>
              </a:r>
              <a:endParaRPr lang="zh-CN" altLang="en-US" sz="2400" b="1" i="0" u="none" strike="noStrike" kern="1200" cap="none" spc="0" baseline="0">
                <a:solidFill>
                  <a:srgbClr val="FFFFFF"/>
                </a:solidFill>
                <a:latin typeface="微软雅黑" pitchFamily="0" charset="0"/>
                <a:ea typeface="微软雅黑" pitchFamily="0" charset="0"/>
                <a:cs typeface="Calibri" pitchFamily="0" charset="0"/>
              </a:endParaRPr>
            </a:p>
          </p:txBody>
        </p:sp>
        <p:grpSp>
          <p:nvGrpSpPr>
            <p:cNvPr id="370" name="组合"/>
            <p:cNvGrpSpPr>
              <a:grpSpLocks/>
            </p:cNvGrpSpPr>
            <p:nvPr/>
          </p:nvGrpSpPr>
          <p:grpSpPr>
            <a:xfrm>
              <a:off x="734757" y="4579550"/>
              <a:ext cx="697870" cy="711613"/>
              <a:chOff x="734757" y="4579550"/>
              <a:chExt cx="697870" cy="711613"/>
            </a:xfrm>
          </p:grpSpPr>
          <p:sp>
            <p:nvSpPr>
              <p:cNvPr id="368" name="弧形"/>
              <p:cNvSpPr>
                <a:spLocks/>
              </p:cNvSpPr>
              <p:nvPr/>
            </p:nvSpPr>
            <p:spPr>
              <a:xfrm rot="0">
                <a:off x="734757" y="4579550"/>
                <a:ext cx="697870" cy="711613"/>
              </a:xfrm>
              <a:custGeom>
                <a:gdLst>
                  <a:gd name="T1" fmla="*/ 0 w 21600"/>
                  <a:gd name="T2" fmla="*/ 0 h 21600"/>
                  <a:gd name="T3" fmla="*/ 21600 w 21600"/>
                  <a:gd name="T4" fmla="*/ 21600 h 21600"/>
                </a:gdLst>
                <a:rect l="T1" t="T2" r="T3" b="T4"/>
                <a:pathLst>
                  <a:path w="21600" h="21600" fill="none">
                    <a:moveTo>
                      <a:pt x="17047" y="19834"/>
                    </a:moveTo>
                    <a:cubicBezTo>
                      <a:pt x="13095" y="22373"/>
                      <a:pt x="7931" y="22156"/>
                      <a:pt x="4214" y="19296"/>
                    </a:cubicBezTo>
                    <a:cubicBezTo>
                      <a:pt x="497" y="16436"/>
                      <a:pt x="-944" y="11570"/>
                      <a:pt x="629" y="7201"/>
                    </a:cubicBezTo>
                    <a:cubicBezTo>
                      <a:pt x="2203" y="2833"/>
                      <a:pt x="6443" y="-63"/>
                      <a:pt x="11167" y="1"/>
                    </a:cubicBezTo>
                    <a:cubicBezTo>
                      <a:pt x="15891" y="66"/>
                      <a:pt x="20046" y="3078"/>
                      <a:pt x="21495" y="7489"/>
                    </a:cubicBezTo>
                  </a:path>
                  <a:path w="21600" h="21600" stroke="0">
                    <a:moveTo>
                      <a:pt x="17047" y="19834"/>
                    </a:moveTo>
                    <a:cubicBezTo>
                      <a:pt x="13095" y="22373"/>
                      <a:pt x="7931" y="22156"/>
                      <a:pt x="4214" y="19296"/>
                    </a:cubicBezTo>
                    <a:cubicBezTo>
                      <a:pt x="497" y="16436"/>
                      <a:pt x="-944" y="11570"/>
                      <a:pt x="629" y="7201"/>
                    </a:cubicBezTo>
                    <a:cubicBezTo>
                      <a:pt x="2203" y="2833"/>
                      <a:pt x="6443" y="-63"/>
                      <a:pt x="11167" y="1"/>
                    </a:cubicBezTo>
                    <a:cubicBezTo>
                      <a:pt x="15891" y="66"/>
                      <a:pt x="20046" y="3078"/>
                      <a:pt x="21495" y="7489"/>
                    </a:cubicBezTo>
                    <a:lnTo>
                      <a:pt x="11012" y="10800"/>
                    </a:lnTo>
                    <a:close/>
                  </a:path>
                </a:pathLst>
              </a:custGeom>
              <a:noFill/>
              <a:ln w="6350" cmpd="sng" cap="flat">
                <a:solidFill>
                  <a:srgbClr val="404040"/>
                </a:solidFill>
                <a:prstDash val="solid"/>
                <a:round/>
              </a:ln>
            </p:spPr>
            <p:txBody>
              <a:bodyPr rtlCol="0" anchor="ctr"/>
              <a:lstStyle/>
              <a:p>
                <a:pPr algn="ctr"/>
              </a:p>
            </p:txBody>
          </p:sp>
          <p:sp>
            <p:nvSpPr>
              <p:cNvPr id="369" name="弧形"/>
              <p:cNvSpPr>
                <a:spLocks/>
              </p:cNvSpPr>
              <p:nvPr/>
            </p:nvSpPr>
            <p:spPr>
              <a:xfrm rot="0">
                <a:off x="734757" y="4579550"/>
                <a:ext cx="493995" cy="652769"/>
              </a:xfrm>
              <a:custGeom>
                <a:gdLst>
                  <a:gd name="T1" fmla="*/ 0 w 21600"/>
                  <a:gd name="T2" fmla="*/ 0 h 21600"/>
                  <a:gd name="T3" fmla="*/ 21600 w 21600"/>
                  <a:gd name="T4" fmla="*/ 21600 h 21600"/>
                </a:gdLst>
                <a:rect l="T1" t="T2" r="T3" b="T4"/>
                <a:pathLst>
                  <a:path w="21600" h="21600" fill="none">
                    <a:moveTo>
                      <a:pt x="6824" y="21517"/>
                    </a:moveTo>
                    <a:cubicBezTo>
                      <a:pt x="204" y="18119"/>
                      <a:pt x="-1931" y="11475"/>
                      <a:pt x="1885" y="6155"/>
                    </a:cubicBezTo>
                    <a:cubicBezTo>
                      <a:pt x="5702" y="835"/>
                      <a:pt x="14229" y="-1426"/>
                      <a:pt x="21600" y="924"/>
                    </a:cubicBezTo>
                  </a:path>
                  <a:path w="21600" h="21600" stroke="0">
                    <a:moveTo>
                      <a:pt x="6824" y="21517"/>
                    </a:moveTo>
                    <a:cubicBezTo>
                      <a:pt x="204" y="18119"/>
                      <a:pt x="-1931" y="11475"/>
                      <a:pt x="1885" y="6155"/>
                    </a:cubicBezTo>
                    <a:cubicBezTo>
                      <a:pt x="5702" y="835"/>
                      <a:pt x="14229" y="-1426"/>
                      <a:pt x="21600" y="924"/>
                    </a:cubicBezTo>
                    <a:lnTo>
                      <a:pt x="15557" y="11773"/>
                    </a:lnTo>
                    <a:close/>
                  </a:path>
                </a:pathLst>
              </a:custGeom>
              <a:noFill/>
              <a:ln w="76200" cmpd="sng" cap="flat">
                <a:solidFill>
                  <a:srgbClr val="404040"/>
                </a:solidFill>
                <a:prstDash val="solid"/>
                <a:round/>
              </a:ln>
            </p:spPr>
            <p:txBody>
              <a:bodyPr rtlCol="0" anchor="ctr"/>
              <a:lstStyle/>
              <a:p>
                <a:pPr algn="ctr"/>
              </a:p>
            </p:txBody>
          </p:sp>
        </p:grpSp>
      </p:grpSp>
      <p:sp>
        <p:nvSpPr>
          <p:cNvPr id="372" name="矩形"/>
          <p:cNvSpPr>
            <a:spLocks/>
          </p:cNvSpPr>
          <p:nvPr/>
        </p:nvSpPr>
        <p:spPr>
          <a:xfrm rot="0">
            <a:off x="1557096" y="4682246"/>
            <a:ext cx="10046505" cy="396240"/>
          </a:xfrm>
          <a:prstGeom prst="rect"/>
          <a:noFill/>
          <a:ln w="9525" cmpd="sng" cap="flat">
            <a:solidFill>
              <a:srgbClr val="2E75B6"/>
            </a:solidFill>
            <a:prstDash val="lgDash"/>
            <a:round/>
          </a:ln>
        </p:spPr>
        <p:txBody>
          <a:bodyPr vert="horz" wrap="square" lIns="91440" tIns="45720" rIns="91440" bIns="45720" anchor="t" anchorCtr="0">
            <a:prstTxWarp prst="textNoShape"/>
            <a:spAutoFit/>
          </a:bodyPr>
          <a:lstStyle/>
          <a:p>
            <a:pPr marL="0" indent="0" algn="l" defTabSz="1217295">
              <a:lnSpc>
                <a:spcPct val="100000"/>
              </a:lnSpc>
              <a:spcBef>
                <a:spcPts val="0"/>
              </a:spcBef>
              <a:spcAft>
                <a:spcPts val="0"/>
              </a:spcAft>
              <a:buNone/>
            </a:pPr>
            <a:r>
              <a:rPr lang="zh-CN" altLang="en-US" sz="2000" b="0" i="0" u="none" strike="noStrike" kern="1200" cap="none" spc="0" baseline="0">
                <a:solidFill>
                  <a:schemeClr val="tx1"/>
                </a:solidFill>
                <a:latin typeface="微软雅黑" pitchFamily="0" charset="0"/>
                <a:ea typeface="微软雅黑" pitchFamily="0" charset="0"/>
                <a:cs typeface="Calibri" pitchFamily="0" charset="0"/>
              </a:rPr>
              <a:t>施工中发现实际与勘查成果</a:t>
            </a:r>
            <a:r>
              <a:rPr lang="zh-CN" altLang="en-US" sz="2000" b="0" i="0" u="none" strike="noStrike" kern="1200" cap="none" spc="0" baseline="0">
                <a:solidFill>
                  <a:srgbClr val="FF0000"/>
                </a:solidFill>
                <a:latin typeface="微软雅黑" pitchFamily="0" charset="0"/>
                <a:ea typeface="微软雅黑" pitchFamily="0" charset="0"/>
                <a:cs typeface="Calibri" pitchFamily="0" charset="0"/>
              </a:rPr>
              <a:t>出入较大</a:t>
            </a:r>
            <a:r>
              <a:rPr lang="zh-CN" altLang="en-US" sz="2000" b="0" i="0" u="none" strike="noStrike" kern="1200" cap="none" spc="0" baseline="0">
                <a:solidFill>
                  <a:schemeClr val="tx1"/>
                </a:solidFill>
                <a:latin typeface="微软雅黑" pitchFamily="0" charset="0"/>
                <a:ea typeface="微软雅黑" pitchFamily="0" charset="0"/>
                <a:cs typeface="Calibri" pitchFamily="0" charset="0"/>
              </a:rPr>
              <a:t>时，应及时通知</a:t>
            </a:r>
            <a:r>
              <a:rPr lang="zh-CN" altLang="en-US" sz="20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建设单位和监理单位</a:t>
            </a:r>
            <a:r>
              <a:rPr lang="zh-CN" altLang="en-US" sz="2000" b="0" i="0" u="none" strike="noStrike" kern="1200" cap="none" spc="0" baseline="0">
                <a:solidFill>
                  <a:schemeClr val="tx1"/>
                </a:solidFill>
                <a:latin typeface="微软雅黑" pitchFamily="0" charset="0"/>
                <a:ea typeface="微软雅黑" pitchFamily="0" charset="0"/>
                <a:cs typeface="Calibri" pitchFamily="0" charset="0"/>
              </a:rPr>
              <a:t>。</a:t>
            </a:r>
            <a:endParaRPr lang="zh-CN" altLang="en-US" sz="2000" b="0" i="0" u="none" strike="noStrike" kern="1200" cap="none" spc="0" baseline="0">
              <a:solidFill>
                <a:schemeClr val="tx1"/>
              </a:solidFill>
              <a:latin typeface="微软雅黑" pitchFamily="0" charset="0"/>
              <a:ea typeface="微软雅黑" pitchFamily="0" charset="0"/>
              <a:cs typeface="Calibri" pitchFamily="0" charset="0"/>
            </a:endParaRPr>
          </a:p>
        </p:txBody>
      </p:sp>
      <p:sp>
        <p:nvSpPr>
          <p:cNvPr id="373" name="矩形"/>
          <p:cNvSpPr>
            <a:spLocks/>
          </p:cNvSpPr>
          <p:nvPr/>
        </p:nvSpPr>
        <p:spPr>
          <a:xfrm rot="0">
            <a:off x="1565377" y="5339946"/>
            <a:ext cx="10046505" cy="691514"/>
          </a:xfrm>
          <a:prstGeom prst="rect"/>
          <a:noFill/>
          <a:ln w="9525" cmpd="sng" cap="flat">
            <a:solidFill>
              <a:srgbClr val="2E75B6"/>
            </a:solidFill>
            <a:prstDash val="lgDash"/>
            <a:round/>
          </a:ln>
        </p:spPr>
        <p:txBody>
          <a:bodyPr vert="horz" wrap="square" lIns="91440" tIns="45720" rIns="91440" bIns="45720" anchor="t" anchorCtr="0">
            <a:prstTxWarp prst="textNoShape"/>
            <a:spAutoFit/>
          </a:bodyPr>
          <a:lstStyle/>
          <a:p>
            <a:pPr marL="0" indent="0" algn="l" defTabSz="1217295">
              <a:lnSpc>
                <a:spcPct val="100000"/>
              </a:lnSpc>
              <a:spcBef>
                <a:spcPts val="0"/>
              </a:spcBef>
              <a:spcAft>
                <a:spcPts val="0"/>
              </a:spcAft>
              <a:buNone/>
            </a:pPr>
            <a:r>
              <a:rPr lang="zh-CN" altLang="en-US" sz="2000" b="0" i="0" u="none" strike="noStrike" kern="1200" cap="none" spc="0" baseline="0">
                <a:solidFill>
                  <a:schemeClr val="tx1"/>
                </a:solidFill>
                <a:latin typeface="微软雅黑" pitchFamily="0" charset="0"/>
                <a:ea typeface="微软雅黑" pitchFamily="0" charset="0"/>
                <a:cs typeface="Calibri" pitchFamily="0" charset="0"/>
              </a:rPr>
              <a:t>开展</a:t>
            </a:r>
            <a:r>
              <a:rPr lang="zh-CN" altLang="en-US" sz="20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施工安全专项风险评估</a:t>
            </a:r>
            <a:r>
              <a:rPr lang="zh-CN" altLang="en-US" sz="2000" b="0" i="0" u="none" strike="noStrike" kern="1200" cap="none" spc="0" baseline="0">
                <a:solidFill>
                  <a:schemeClr val="tx1"/>
                </a:solidFill>
                <a:latin typeface="微软雅黑" pitchFamily="0" charset="0"/>
                <a:ea typeface="微软雅黑" pitchFamily="0" charset="0"/>
                <a:cs typeface="Calibri" pitchFamily="0" charset="0"/>
              </a:rPr>
              <a:t>，对危险性较大的土方开挖、模板及支撑体系、人工挖孔桩等分部分项工程，应当编制安全</a:t>
            </a:r>
            <a:r>
              <a:rPr lang="zh-CN" altLang="en-US" sz="2000" b="0" i="0" u="none" strike="noStrike" kern="1200" cap="none" spc="0" baseline="0">
                <a:solidFill>
                  <a:srgbClr val="FF0000"/>
                </a:solidFill>
                <a:latin typeface="微软雅黑" pitchFamily="0" charset="0"/>
                <a:ea typeface="微软雅黑" pitchFamily="0" charset="0"/>
                <a:cs typeface="Calibri" pitchFamily="0" charset="0"/>
              </a:rPr>
              <a:t>专项施工方案</a:t>
            </a:r>
            <a:r>
              <a:rPr lang="zh-CN" altLang="en-US" sz="2000" b="0" i="0" u="none" strike="noStrike" kern="1200" cap="none" spc="0" baseline="0">
                <a:solidFill>
                  <a:schemeClr val="tx1"/>
                </a:solidFill>
                <a:latin typeface="微软雅黑" pitchFamily="0" charset="0"/>
                <a:ea typeface="微软雅黑" pitchFamily="0" charset="0"/>
                <a:cs typeface="Calibri" pitchFamily="0" charset="0"/>
              </a:rPr>
              <a:t>。</a:t>
            </a:r>
            <a:endParaRPr lang="zh-CN" altLang="en-US" sz="2000" b="0" i="0" u="none" strike="noStrike" kern="1200" cap="none" spc="0" baseline="0">
              <a:solidFill>
                <a:srgbClr val="0070C0"/>
              </a:solidFill>
              <a:latin typeface="微软雅黑" pitchFamily="0" charset="0"/>
              <a:ea typeface="微软雅黑" pitchFamily="0" charset="0"/>
              <a:cs typeface="Calibri" pitchFamily="0" charset="0"/>
            </a:endParaRPr>
          </a:p>
        </p:txBody>
      </p:sp>
      <p:grpSp>
        <p:nvGrpSpPr>
          <p:cNvPr id="378" name="组合"/>
          <p:cNvGrpSpPr>
            <a:grpSpLocks/>
          </p:cNvGrpSpPr>
          <p:nvPr/>
        </p:nvGrpSpPr>
        <p:grpSpPr>
          <a:xfrm>
            <a:off x="734757" y="5396552"/>
            <a:ext cx="697870" cy="711613"/>
            <a:chOff x="734757" y="5396552"/>
            <a:chExt cx="697870" cy="711613"/>
          </a:xfrm>
        </p:grpSpPr>
        <p:sp>
          <p:nvSpPr>
            <p:cNvPr id="374" name="椭圆"/>
            <p:cNvSpPr>
              <a:spLocks/>
            </p:cNvSpPr>
            <p:nvPr/>
          </p:nvSpPr>
          <p:spPr>
            <a:xfrm rot="0">
              <a:off x="825914" y="5487709"/>
              <a:ext cx="529300" cy="529300"/>
            </a:xfrm>
            <a:prstGeom prst="ellipse"/>
            <a:solidFill>
              <a:schemeClr val="accent1"/>
            </a:solidFill>
            <a:ln w="12700" cmpd="sng" cap="flat">
              <a:noFill/>
              <a:prstDash val="solid"/>
              <a:round/>
            </a:ln>
          </p:spPr>
          <p:txBody>
            <a:bodyPr vert="horz" wrap="none" lIns="91440" tIns="45720" rIns="91440" bIns="45720" anchor="ctr" anchorCtr="0">
              <a:prstTxWarp prst="textNoShape"/>
            </a:bodyPr>
            <a:lstStyle/>
            <a:p>
              <a:pPr marL="0" indent="0" algn="ctr">
                <a:lnSpc>
                  <a:spcPct val="100000"/>
                </a:lnSpc>
                <a:spcBef>
                  <a:spcPts val="0"/>
                </a:spcBef>
                <a:spcAft>
                  <a:spcPts val="0"/>
                </a:spcAft>
                <a:buNone/>
              </a:pPr>
              <a:r>
                <a:rPr lang="en-US" altLang="zh-CN" sz="2400" b="1" i="0" u="none" strike="noStrike" kern="1200" cap="none" spc="0" baseline="0">
                  <a:solidFill>
                    <a:srgbClr val="FFFFFF"/>
                  </a:solidFill>
                  <a:latin typeface="微软雅黑" pitchFamily="0" charset="0"/>
                  <a:ea typeface="微软雅黑" pitchFamily="0" charset="0"/>
                  <a:cs typeface="Calibri" pitchFamily="0" charset="0"/>
                </a:rPr>
                <a:t>05</a:t>
              </a:r>
              <a:endParaRPr lang="zh-CN" altLang="en-US" sz="2400" b="1" i="0" u="none" strike="noStrike" kern="1200" cap="none" spc="0" baseline="0">
                <a:solidFill>
                  <a:srgbClr val="FFFFFF"/>
                </a:solidFill>
                <a:latin typeface="微软雅黑" pitchFamily="0" charset="0"/>
                <a:ea typeface="微软雅黑" pitchFamily="0" charset="0"/>
                <a:cs typeface="Calibri" pitchFamily="0" charset="0"/>
              </a:endParaRPr>
            </a:p>
          </p:txBody>
        </p:sp>
        <p:grpSp>
          <p:nvGrpSpPr>
            <p:cNvPr id="377" name="组合"/>
            <p:cNvGrpSpPr>
              <a:grpSpLocks/>
            </p:cNvGrpSpPr>
            <p:nvPr/>
          </p:nvGrpSpPr>
          <p:grpSpPr>
            <a:xfrm>
              <a:off x="734757" y="5396552"/>
              <a:ext cx="697870" cy="711613"/>
              <a:chOff x="734757" y="5396552"/>
              <a:chExt cx="697870" cy="711613"/>
            </a:xfrm>
          </p:grpSpPr>
          <p:sp>
            <p:nvSpPr>
              <p:cNvPr id="375" name="弧形"/>
              <p:cNvSpPr>
                <a:spLocks/>
              </p:cNvSpPr>
              <p:nvPr/>
            </p:nvSpPr>
            <p:spPr>
              <a:xfrm rot="0">
                <a:off x="734757" y="5396552"/>
                <a:ext cx="697870" cy="711613"/>
              </a:xfrm>
              <a:custGeom>
                <a:gdLst>
                  <a:gd name="T1" fmla="*/ 0 w 21600"/>
                  <a:gd name="T2" fmla="*/ 0 h 21600"/>
                  <a:gd name="T3" fmla="*/ 21600 w 21600"/>
                  <a:gd name="T4" fmla="*/ 21600 h 21600"/>
                </a:gdLst>
                <a:rect l="T1" t="T2" r="T3" b="T4"/>
                <a:pathLst>
                  <a:path w="21600" h="21600" fill="none">
                    <a:moveTo>
                      <a:pt x="17047" y="19834"/>
                    </a:moveTo>
                    <a:cubicBezTo>
                      <a:pt x="13095" y="22373"/>
                      <a:pt x="7931" y="22156"/>
                      <a:pt x="4214" y="19296"/>
                    </a:cubicBezTo>
                    <a:cubicBezTo>
                      <a:pt x="497" y="16436"/>
                      <a:pt x="-944" y="11570"/>
                      <a:pt x="629" y="7201"/>
                    </a:cubicBezTo>
                    <a:cubicBezTo>
                      <a:pt x="2203" y="2833"/>
                      <a:pt x="6443" y="-63"/>
                      <a:pt x="11167" y="1"/>
                    </a:cubicBezTo>
                    <a:cubicBezTo>
                      <a:pt x="15891" y="66"/>
                      <a:pt x="20046" y="3078"/>
                      <a:pt x="21495" y="7489"/>
                    </a:cubicBezTo>
                  </a:path>
                  <a:path w="21600" h="21600" stroke="0">
                    <a:moveTo>
                      <a:pt x="17047" y="19834"/>
                    </a:moveTo>
                    <a:cubicBezTo>
                      <a:pt x="13095" y="22373"/>
                      <a:pt x="7931" y="22156"/>
                      <a:pt x="4214" y="19296"/>
                    </a:cubicBezTo>
                    <a:cubicBezTo>
                      <a:pt x="497" y="16436"/>
                      <a:pt x="-944" y="11570"/>
                      <a:pt x="629" y="7201"/>
                    </a:cubicBezTo>
                    <a:cubicBezTo>
                      <a:pt x="2203" y="2833"/>
                      <a:pt x="6443" y="-63"/>
                      <a:pt x="11167" y="1"/>
                    </a:cubicBezTo>
                    <a:cubicBezTo>
                      <a:pt x="15891" y="66"/>
                      <a:pt x="20046" y="3078"/>
                      <a:pt x="21495" y="7489"/>
                    </a:cubicBezTo>
                    <a:lnTo>
                      <a:pt x="11012" y="10800"/>
                    </a:lnTo>
                    <a:close/>
                  </a:path>
                </a:pathLst>
              </a:custGeom>
              <a:noFill/>
              <a:ln w="6350" cmpd="sng" cap="flat">
                <a:solidFill>
                  <a:srgbClr val="404040"/>
                </a:solidFill>
                <a:prstDash val="solid"/>
                <a:round/>
              </a:ln>
            </p:spPr>
            <p:txBody>
              <a:bodyPr rtlCol="0" anchor="ctr"/>
              <a:lstStyle/>
              <a:p>
                <a:pPr algn="ctr"/>
              </a:p>
            </p:txBody>
          </p:sp>
          <p:sp>
            <p:nvSpPr>
              <p:cNvPr id="376" name="弧形"/>
              <p:cNvSpPr>
                <a:spLocks/>
              </p:cNvSpPr>
              <p:nvPr/>
            </p:nvSpPr>
            <p:spPr>
              <a:xfrm rot="0">
                <a:off x="734757" y="5396552"/>
                <a:ext cx="493995" cy="652768"/>
              </a:xfrm>
              <a:custGeom>
                <a:gdLst>
                  <a:gd name="T1" fmla="*/ 0 w 21600"/>
                  <a:gd name="T2" fmla="*/ 0 h 21600"/>
                  <a:gd name="T3" fmla="*/ 21600 w 21600"/>
                  <a:gd name="T4" fmla="*/ 21600 h 21600"/>
                </a:gdLst>
                <a:rect l="T1" t="T2" r="T3" b="T4"/>
                <a:pathLst>
                  <a:path w="21600" h="21600" fill="none">
                    <a:moveTo>
                      <a:pt x="6824" y="21517"/>
                    </a:moveTo>
                    <a:cubicBezTo>
                      <a:pt x="204" y="18119"/>
                      <a:pt x="-1931" y="11475"/>
                      <a:pt x="1885" y="6155"/>
                    </a:cubicBezTo>
                    <a:cubicBezTo>
                      <a:pt x="5702" y="835"/>
                      <a:pt x="14229" y="-1426"/>
                      <a:pt x="21600" y="924"/>
                    </a:cubicBezTo>
                  </a:path>
                  <a:path w="21600" h="21600" stroke="0">
                    <a:moveTo>
                      <a:pt x="6824" y="21517"/>
                    </a:moveTo>
                    <a:cubicBezTo>
                      <a:pt x="204" y="18119"/>
                      <a:pt x="-1931" y="11475"/>
                      <a:pt x="1885" y="6155"/>
                    </a:cubicBezTo>
                    <a:cubicBezTo>
                      <a:pt x="5702" y="835"/>
                      <a:pt x="14229" y="-1426"/>
                      <a:pt x="21600" y="924"/>
                    </a:cubicBezTo>
                    <a:lnTo>
                      <a:pt x="15557" y="11773"/>
                    </a:lnTo>
                    <a:close/>
                  </a:path>
                </a:pathLst>
              </a:custGeom>
              <a:noFill/>
              <a:ln w="76200" cmpd="sng" cap="flat">
                <a:solidFill>
                  <a:srgbClr val="404040"/>
                </a:solidFill>
                <a:prstDash val="solid"/>
                <a:round/>
              </a:ln>
            </p:spPr>
            <p:txBody>
              <a:bodyPr rtlCol="0" anchor="ctr"/>
              <a:lstStyle/>
              <a:p>
                <a:pPr algn="ctr"/>
              </a:p>
            </p:txBody>
          </p:sp>
        </p:grpSp>
      </p:grpSp>
      <p:sp>
        <p:nvSpPr>
          <p:cNvPr id="379" name="矩形"/>
          <p:cNvSpPr>
            <a:spLocks/>
          </p:cNvSpPr>
          <p:nvPr/>
        </p:nvSpPr>
        <p:spPr>
          <a:xfrm rot="0">
            <a:off x="1557097" y="6136878"/>
            <a:ext cx="10046505" cy="691514"/>
          </a:xfrm>
          <a:prstGeom prst="rect"/>
          <a:noFill/>
          <a:ln w="9525" cmpd="sng" cap="flat">
            <a:solidFill>
              <a:srgbClr val="2E75B6"/>
            </a:solidFill>
            <a:prstDash val="lgDash"/>
            <a:round/>
          </a:ln>
        </p:spPr>
        <p:txBody>
          <a:bodyPr vert="horz" wrap="square" lIns="91440" tIns="45720" rIns="91440" bIns="45720" anchor="t" anchorCtr="0">
            <a:prstTxWarp prst="textNoShape"/>
            <a:spAutoFit/>
          </a:bodyPr>
          <a:lstStyle/>
          <a:p>
            <a:pPr marL="0" indent="0" algn="l" defTabSz="1217295">
              <a:lnSpc>
                <a:spcPct val="100000"/>
              </a:lnSpc>
              <a:spcBef>
                <a:spcPts val="0"/>
              </a:spcBef>
              <a:spcAft>
                <a:spcPts val="0"/>
              </a:spcAft>
              <a:buNone/>
            </a:pPr>
            <a:r>
              <a:rPr lang="zh-CN" altLang="en-US" sz="2000" b="0" i="0" u="none" strike="noStrike" kern="1200" cap="none" spc="0" baseline="0">
                <a:solidFill>
                  <a:schemeClr val="tx1"/>
                </a:solidFill>
                <a:latin typeface="微软雅黑" pitchFamily="0" charset="0"/>
                <a:ea typeface="微软雅黑" pitchFamily="0" charset="0"/>
                <a:cs typeface="Calibri" pitchFamily="0" charset="0"/>
              </a:rPr>
              <a:t>采取必要的</a:t>
            </a:r>
            <a:r>
              <a:rPr lang="zh-CN" altLang="en-US" sz="20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安全措施</a:t>
            </a:r>
            <a:r>
              <a:rPr lang="zh-CN" altLang="en-US" sz="2000" b="0" i="0" u="none" strike="noStrike" kern="1200" cap="none" spc="0" baseline="0">
                <a:solidFill>
                  <a:schemeClr val="tx1"/>
                </a:solidFill>
                <a:latin typeface="微软雅黑" pitchFamily="0" charset="0"/>
                <a:ea typeface="微软雅黑" pitchFamily="0" charset="0"/>
                <a:cs typeface="Calibri" pitchFamily="0" charset="0"/>
              </a:rPr>
              <a:t>防范安全生产事故，施工现场的办公、生活区不得设置在地质灾害危险区内。</a:t>
            </a:r>
            <a:endParaRPr lang="zh-CN" altLang="en-US" sz="2000" b="0" i="0" u="none" strike="noStrike" kern="1200" cap="none" spc="0" baseline="0">
              <a:solidFill>
                <a:srgbClr val="0070C0"/>
              </a:solidFill>
              <a:latin typeface="微软雅黑" pitchFamily="0" charset="0"/>
              <a:ea typeface="微软雅黑" pitchFamily="0" charset="0"/>
              <a:cs typeface="Calibri" pitchFamily="0" charset="0"/>
            </a:endParaRPr>
          </a:p>
        </p:txBody>
      </p:sp>
      <p:grpSp>
        <p:nvGrpSpPr>
          <p:cNvPr id="384" name="组合"/>
          <p:cNvGrpSpPr>
            <a:grpSpLocks/>
          </p:cNvGrpSpPr>
          <p:nvPr/>
        </p:nvGrpSpPr>
        <p:grpSpPr>
          <a:xfrm>
            <a:off x="734757" y="6230943"/>
            <a:ext cx="697870" cy="711613"/>
            <a:chOff x="734757" y="6230943"/>
            <a:chExt cx="697870" cy="711613"/>
          </a:xfrm>
        </p:grpSpPr>
        <p:sp>
          <p:nvSpPr>
            <p:cNvPr id="380" name="椭圆"/>
            <p:cNvSpPr>
              <a:spLocks/>
            </p:cNvSpPr>
            <p:nvPr/>
          </p:nvSpPr>
          <p:spPr>
            <a:xfrm rot="0">
              <a:off x="825914" y="6322099"/>
              <a:ext cx="529300" cy="529300"/>
            </a:xfrm>
            <a:prstGeom prst="ellipse"/>
            <a:solidFill>
              <a:schemeClr val="accent1"/>
            </a:solidFill>
            <a:ln w="12700" cmpd="sng" cap="flat">
              <a:noFill/>
              <a:prstDash val="solid"/>
              <a:round/>
            </a:ln>
          </p:spPr>
          <p:txBody>
            <a:bodyPr vert="horz" wrap="none" lIns="91440" tIns="45720" rIns="91440" bIns="45720" anchor="ctr" anchorCtr="0">
              <a:prstTxWarp prst="textNoShape"/>
            </a:bodyPr>
            <a:lstStyle/>
            <a:p>
              <a:pPr marL="0" indent="0" algn="ctr">
                <a:lnSpc>
                  <a:spcPct val="100000"/>
                </a:lnSpc>
                <a:spcBef>
                  <a:spcPts val="0"/>
                </a:spcBef>
                <a:spcAft>
                  <a:spcPts val="0"/>
                </a:spcAft>
                <a:buNone/>
              </a:pPr>
              <a:r>
                <a:rPr lang="en-US" altLang="zh-CN" sz="2400" b="1" i="0" u="none" strike="noStrike" kern="1200" cap="none" spc="0" baseline="0">
                  <a:solidFill>
                    <a:srgbClr val="FFFFFF"/>
                  </a:solidFill>
                  <a:latin typeface="微软雅黑" pitchFamily="0" charset="0"/>
                  <a:ea typeface="微软雅黑" pitchFamily="0" charset="0"/>
                  <a:cs typeface="Calibri" pitchFamily="0" charset="0"/>
                </a:rPr>
                <a:t>06</a:t>
              </a:r>
              <a:endParaRPr lang="zh-CN" altLang="en-US" sz="2400" b="1" i="0" u="none" strike="noStrike" kern="1200" cap="none" spc="0" baseline="0">
                <a:solidFill>
                  <a:srgbClr val="FFFFFF"/>
                </a:solidFill>
                <a:latin typeface="微软雅黑" pitchFamily="0" charset="0"/>
                <a:ea typeface="微软雅黑" pitchFamily="0" charset="0"/>
                <a:cs typeface="Calibri" pitchFamily="0" charset="0"/>
              </a:endParaRPr>
            </a:p>
          </p:txBody>
        </p:sp>
        <p:grpSp>
          <p:nvGrpSpPr>
            <p:cNvPr id="383" name="组合"/>
            <p:cNvGrpSpPr>
              <a:grpSpLocks/>
            </p:cNvGrpSpPr>
            <p:nvPr/>
          </p:nvGrpSpPr>
          <p:grpSpPr>
            <a:xfrm>
              <a:off x="734757" y="6230943"/>
              <a:ext cx="697870" cy="711613"/>
              <a:chOff x="734757" y="6230943"/>
              <a:chExt cx="697870" cy="711613"/>
            </a:xfrm>
          </p:grpSpPr>
          <p:sp>
            <p:nvSpPr>
              <p:cNvPr id="381" name="弧形"/>
              <p:cNvSpPr>
                <a:spLocks/>
              </p:cNvSpPr>
              <p:nvPr/>
            </p:nvSpPr>
            <p:spPr>
              <a:xfrm rot="0">
                <a:off x="734757" y="6230943"/>
                <a:ext cx="697870" cy="711613"/>
              </a:xfrm>
              <a:custGeom>
                <a:gdLst>
                  <a:gd name="T1" fmla="*/ 0 w 21600"/>
                  <a:gd name="T2" fmla="*/ 0 h 21600"/>
                  <a:gd name="T3" fmla="*/ 21600 w 21600"/>
                  <a:gd name="T4" fmla="*/ 21600 h 21600"/>
                </a:gdLst>
                <a:rect l="T1" t="T2" r="T3" b="T4"/>
                <a:pathLst>
                  <a:path w="21600" h="21600" fill="none">
                    <a:moveTo>
                      <a:pt x="17047" y="19834"/>
                    </a:moveTo>
                    <a:cubicBezTo>
                      <a:pt x="13095" y="22373"/>
                      <a:pt x="7931" y="22156"/>
                      <a:pt x="4214" y="19296"/>
                    </a:cubicBezTo>
                    <a:cubicBezTo>
                      <a:pt x="497" y="16436"/>
                      <a:pt x="-944" y="11570"/>
                      <a:pt x="629" y="7201"/>
                    </a:cubicBezTo>
                    <a:cubicBezTo>
                      <a:pt x="2203" y="2833"/>
                      <a:pt x="6443" y="-63"/>
                      <a:pt x="11167" y="1"/>
                    </a:cubicBezTo>
                    <a:cubicBezTo>
                      <a:pt x="15891" y="66"/>
                      <a:pt x="20046" y="3078"/>
                      <a:pt x="21495" y="7489"/>
                    </a:cubicBezTo>
                  </a:path>
                  <a:path w="21600" h="21600" stroke="0">
                    <a:moveTo>
                      <a:pt x="17047" y="19834"/>
                    </a:moveTo>
                    <a:cubicBezTo>
                      <a:pt x="13095" y="22373"/>
                      <a:pt x="7931" y="22156"/>
                      <a:pt x="4214" y="19296"/>
                    </a:cubicBezTo>
                    <a:cubicBezTo>
                      <a:pt x="497" y="16436"/>
                      <a:pt x="-944" y="11570"/>
                      <a:pt x="629" y="7201"/>
                    </a:cubicBezTo>
                    <a:cubicBezTo>
                      <a:pt x="2203" y="2833"/>
                      <a:pt x="6443" y="-63"/>
                      <a:pt x="11167" y="1"/>
                    </a:cubicBezTo>
                    <a:cubicBezTo>
                      <a:pt x="15891" y="66"/>
                      <a:pt x="20046" y="3078"/>
                      <a:pt x="21495" y="7489"/>
                    </a:cubicBezTo>
                    <a:lnTo>
                      <a:pt x="11012" y="10800"/>
                    </a:lnTo>
                    <a:close/>
                  </a:path>
                </a:pathLst>
              </a:custGeom>
              <a:noFill/>
              <a:ln w="6350" cmpd="sng" cap="flat">
                <a:solidFill>
                  <a:srgbClr val="404040"/>
                </a:solidFill>
                <a:prstDash val="solid"/>
                <a:round/>
              </a:ln>
            </p:spPr>
            <p:txBody>
              <a:bodyPr rtlCol="0" anchor="ctr"/>
              <a:lstStyle/>
              <a:p>
                <a:pPr algn="ctr"/>
              </a:p>
            </p:txBody>
          </p:sp>
          <p:sp>
            <p:nvSpPr>
              <p:cNvPr id="382" name="弧形"/>
              <p:cNvSpPr>
                <a:spLocks/>
              </p:cNvSpPr>
              <p:nvPr/>
            </p:nvSpPr>
            <p:spPr>
              <a:xfrm rot="0">
                <a:off x="734757" y="6230943"/>
                <a:ext cx="493995" cy="652768"/>
              </a:xfrm>
              <a:custGeom>
                <a:gdLst>
                  <a:gd name="T1" fmla="*/ 0 w 21600"/>
                  <a:gd name="T2" fmla="*/ 0 h 21600"/>
                  <a:gd name="T3" fmla="*/ 21600 w 21600"/>
                  <a:gd name="T4" fmla="*/ 21600 h 21600"/>
                </a:gdLst>
                <a:rect l="T1" t="T2" r="T3" b="T4"/>
                <a:pathLst>
                  <a:path w="21600" h="21600" fill="none">
                    <a:moveTo>
                      <a:pt x="6824" y="21517"/>
                    </a:moveTo>
                    <a:cubicBezTo>
                      <a:pt x="204" y="18119"/>
                      <a:pt x="-1931" y="11475"/>
                      <a:pt x="1885" y="6155"/>
                    </a:cubicBezTo>
                    <a:cubicBezTo>
                      <a:pt x="5702" y="835"/>
                      <a:pt x="14229" y="-1426"/>
                      <a:pt x="21600" y="924"/>
                    </a:cubicBezTo>
                  </a:path>
                  <a:path w="21600" h="21600" stroke="0">
                    <a:moveTo>
                      <a:pt x="6824" y="21517"/>
                    </a:moveTo>
                    <a:cubicBezTo>
                      <a:pt x="204" y="18119"/>
                      <a:pt x="-1931" y="11475"/>
                      <a:pt x="1885" y="6155"/>
                    </a:cubicBezTo>
                    <a:cubicBezTo>
                      <a:pt x="5702" y="835"/>
                      <a:pt x="14229" y="-1426"/>
                      <a:pt x="21600" y="924"/>
                    </a:cubicBezTo>
                    <a:lnTo>
                      <a:pt x="15557" y="11773"/>
                    </a:lnTo>
                    <a:close/>
                  </a:path>
                </a:pathLst>
              </a:custGeom>
              <a:noFill/>
              <a:ln w="76200" cmpd="sng" cap="flat">
                <a:solidFill>
                  <a:srgbClr val="404040"/>
                </a:solidFill>
                <a:prstDash val="solid"/>
                <a:round/>
              </a:ln>
            </p:spPr>
            <p:txBody>
              <a:bodyPr rtlCol="0" anchor="ctr"/>
              <a:lstStyle/>
              <a:p>
                <a:pPr algn="ctr"/>
              </a:p>
            </p:txBody>
          </p:sp>
        </p:grpSp>
      </p:grpSp>
      <p:sp>
        <p:nvSpPr>
          <p:cNvPr id="385" name="矩形"/>
          <p:cNvSpPr>
            <a:spLocks/>
          </p:cNvSpPr>
          <p:nvPr/>
        </p:nvSpPr>
        <p:spPr>
          <a:xfrm rot="0">
            <a:off x="291737" y="1131794"/>
            <a:ext cx="6896091" cy="684530"/>
          </a:xfrm>
          <a:prstGeom prst="rect"/>
          <a:solidFill>
            <a:srgbClr val="0070C0"/>
          </a:solidFill>
          <a:ln w="12700" cmpd="sng" cap="flat">
            <a:solidFill>
              <a:srgbClr val="41719C"/>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2400" b="1" i="0" u="none" strike="noStrike" kern="1200" cap="none" spc="0" baseline="0">
                <a:solidFill>
                  <a:srgbClr val="FFFFFF"/>
                </a:solidFill>
                <a:latin typeface="Calibri" pitchFamily="0" charset="0"/>
                <a:ea typeface="微软雅黑" pitchFamily="0" charset="0"/>
                <a:cs typeface="Calibri" pitchFamily="0" charset="0"/>
              </a:rPr>
              <a:t>第十四条：</a:t>
            </a:r>
            <a:r>
              <a:rPr lang="zh-CN" altLang="en-US" sz="2400" b="1" i="0" u="none" strike="noStrike" kern="1200" cap="none" spc="0" baseline="0">
                <a:solidFill>
                  <a:srgbClr val="FFC000"/>
                </a:solidFill>
                <a:latin typeface="Calibri" pitchFamily="0" charset="0"/>
                <a:ea typeface="微软雅黑" pitchFamily="0" charset="0"/>
                <a:cs typeface="Calibri" pitchFamily="0" charset="0"/>
              </a:rPr>
              <a:t>施工</a:t>
            </a:r>
            <a:r>
              <a:rPr lang="zh-CN" altLang="en-US" sz="2400" b="1" i="0" u="none" strike="noStrike" kern="1200" cap="none" spc="0" baseline="0">
                <a:solidFill>
                  <a:srgbClr val="FFFFFF"/>
                </a:solidFill>
                <a:latin typeface="Calibri" pitchFamily="0" charset="0"/>
                <a:ea typeface="微软雅黑" pitchFamily="0" charset="0"/>
                <a:cs typeface="Calibri" pitchFamily="0" charset="0"/>
              </a:rPr>
              <a:t>单位在项目实施过程中职责</a:t>
            </a:r>
            <a:endParaRPr lang="zh-CN" altLang="en-US" sz="2400" b="1" i="0" u="none" strike="noStrike" kern="1200" cap="none" spc="0" baseline="0">
              <a:solidFill>
                <a:srgbClr val="FFFFFF"/>
              </a:solidFill>
              <a:latin typeface="Calibri" pitchFamily="0" charset="0"/>
              <a:ea typeface="微软雅黑" pitchFamily="0" charset="0"/>
              <a:cs typeface="Calibri" pitchFamily="0" charset="0"/>
            </a:endParaRPr>
          </a:p>
        </p:txBody>
      </p:sp>
      <p:sp>
        <p:nvSpPr>
          <p:cNvPr id="386" name="矩形"/>
          <p:cNvSpPr>
            <a:spLocks/>
          </p:cNvSpPr>
          <p:nvPr/>
        </p:nvSpPr>
        <p:spPr>
          <a:xfrm rot="0">
            <a:off x="202454" y="262105"/>
            <a:ext cx="3119866" cy="546100"/>
          </a:xfrm>
          <a:prstGeom prst="rect"/>
          <a:noFill/>
          <a:ln w="9525" cmpd="sng" cap="flat">
            <a:noFill/>
            <a:prstDash val="solid"/>
            <a:round/>
          </a:ln>
        </p:spPr>
        <p:txBody>
          <a:bodyPr vert="horz" wrap="square" lIns="90000" tIns="46800" rIns="90000" bIns="46800" anchor="ctr" anchorCtr="0">
            <a:prstTxWarp prst="textNoShape"/>
          </a:bodyPr>
          <a:lstStyle/>
          <a:p>
            <a:pPr marL="0" indent="0" algn="l" eaLnBrk="1" fontAlgn="base" latinLnBrk="0" hangingPunct="1">
              <a:lnSpc>
                <a:spcPct val="100000"/>
              </a:lnSpc>
              <a:spcBef>
                <a:spcPts val="0"/>
              </a:spcBef>
              <a:spcAft>
                <a:spcPts val="0"/>
              </a:spcAft>
              <a:buNone/>
            </a:pPr>
            <a:r>
              <a:rPr lang="zh-CN" altLang="en-US" sz="3200" b="1" i="0" u="none" strike="noStrike" kern="1200" cap="none" spc="300" baseline="0">
                <a:solidFill>
                  <a:schemeClr val="tx2"/>
                </a:solidFill>
                <a:latin typeface="微软雅黑" pitchFamily="0" charset="0"/>
                <a:ea typeface="微软雅黑" pitchFamily="0" charset="0"/>
                <a:cs typeface="Calibri" pitchFamily="0" charset="0"/>
              </a:rPr>
              <a:t>四、规范内容</a:t>
            </a:r>
            <a:endParaRPr lang="zh-CN" altLang="en-US" sz="3200" b="1" i="0" u="none" strike="noStrike" kern="1200" cap="none" spc="300" baseline="0">
              <a:solidFill>
                <a:schemeClr val="tx2"/>
              </a:solidFill>
              <a:latin typeface="微软雅黑" pitchFamily="0" charset="0"/>
              <a:ea typeface="微软雅黑" pitchFamily="0" charset="0"/>
              <a:cs typeface="Calibri" pitchFamily="0" charset="0"/>
            </a:endParaRPr>
          </a:p>
        </p:txBody>
      </p:sp>
      <p:grpSp>
        <p:nvGrpSpPr>
          <p:cNvPr id="390" name="组合"/>
          <p:cNvGrpSpPr>
            <a:grpSpLocks/>
          </p:cNvGrpSpPr>
          <p:nvPr/>
        </p:nvGrpSpPr>
        <p:grpSpPr>
          <a:xfrm>
            <a:off x="3117193" y="472687"/>
            <a:ext cx="403698" cy="141984"/>
            <a:chOff x="3117193" y="472687"/>
            <a:chExt cx="403698" cy="141984"/>
          </a:xfrm>
        </p:grpSpPr>
        <p:sp>
          <p:nvSpPr>
            <p:cNvPr id="387" name="燕尾形"/>
            <p:cNvSpPr>
              <a:spLocks/>
            </p:cNvSpPr>
            <p:nvPr/>
          </p:nvSpPr>
          <p:spPr>
            <a:xfrm rot="0">
              <a:off x="3117193"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388" name="燕尾形"/>
            <p:cNvSpPr>
              <a:spLocks/>
            </p:cNvSpPr>
            <p:nvPr/>
          </p:nvSpPr>
          <p:spPr>
            <a:xfrm rot="0">
              <a:off x="3246757"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389" name="燕尾形"/>
            <p:cNvSpPr>
              <a:spLocks/>
            </p:cNvSpPr>
            <p:nvPr/>
          </p:nvSpPr>
          <p:spPr>
            <a:xfrm rot="0">
              <a:off x="3376322"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grpSp>
      <p:sp>
        <p:nvSpPr>
          <p:cNvPr id="391" name="矩形"/>
          <p:cNvSpPr>
            <a:spLocks/>
          </p:cNvSpPr>
          <p:nvPr/>
        </p:nvSpPr>
        <p:spPr>
          <a:xfrm rot="0">
            <a:off x="3667719" y="309258"/>
            <a:ext cx="2698247" cy="451794"/>
          </a:xfrm>
          <a:prstGeom prst="rect"/>
          <a:solidFill>
            <a:schemeClr val="accent1"/>
          </a:solidFill>
          <a:ln w="9525" cmpd="sng" cap="flat">
            <a:noFill/>
            <a:prstDash val="solid"/>
            <a:round/>
          </a:ln>
        </p:spPr>
        <p:txBody>
          <a:bodyPr vert="horz" wrap="square" lIns="91440" tIns="45720" rIns="91440" bIns="45720" anchor="ctr" anchorCtr="0">
            <a:prstTxWarp prst="textNoShape"/>
          </a:bodyPr>
          <a:lstStyle/>
          <a:p>
            <a:pPr marL="0" indent="0" algn="ctr">
              <a:lnSpc>
                <a:spcPct val="120000"/>
              </a:lnSpc>
              <a:spcBef>
                <a:spcPts val="0"/>
              </a:spcBef>
              <a:spcAft>
                <a:spcPts val="0"/>
              </a:spcAft>
              <a:buNone/>
            </a:pPr>
            <a:r>
              <a:rPr lang="zh-CN" altLang="en-US" sz="2400" b="1" i="0" u="none" strike="noStrike" kern="1200" cap="none" spc="0" baseline="0">
                <a:solidFill>
                  <a:srgbClr val="FFFFFF"/>
                </a:solidFill>
                <a:latin typeface="微软雅黑" pitchFamily="0" charset="0"/>
                <a:ea typeface="微软雅黑" pitchFamily="0" charset="0"/>
                <a:cs typeface="Calibri" pitchFamily="0" charset="0"/>
              </a:rPr>
              <a:t>第三章 项目实施</a:t>
            </a:r>
            <a:endParaRPr lang="zh-CN" altLang="en-US" sz="2400" b="1" i="0" u="none" strike="noStrike" kern="1200" cap="none" spc="0" baseline="0">
              <a:solidFill>
                <a:srgbClr val="FFFFFF"/>
              </a:solidFill>
              <a:latin typeface="微软雅黑" pitchFamily="0" charset="0"/>
              <a:ea typeface="微软雅黑" pitchFamily="0" charset="0"/>
              <a:cs typeface="Calibri" pitchFamily="0" charset="0"/>
            </a:endParaRPr>
          </a:p>
        </p:txBody>
      </p:sp>
    </p:spTree>
    <p:extLst>
      <p:ext uri="{BB962C8B-B14F-4D97-AF65-F5344CB8AC3E}">
        <p14:creationId xmlns:p14="http://schemas.microsoft.com/office/powerpoint/2010/main" val="175195452"/>
      </p:ext>
    </p:extLst>
  </p:cSld>
  <p:clrMapOvr>
    <a:masterClrMapping/>
  </p:clrMapOvr>
</p:sld>
</file>

<file path=ppt/slides/slide1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395" name="矩形"/>
          <p:cNvSpPr>
            <a:spLocks/>
          </p:cNvSpPr>
          <p:nvPr/>
        </p:nvSpPr>
        <p:spPr>
          <a:xfrm rot="0">
            <a:off x="1571624" y="912813"/>
            <a:ext cx="10620375" cy="117792"/>
          </a:xfrm>
          <a:prstGeom prst="rect"/>
          <a:solidFill>
            <a:srgbClr val="0070C0"/>
          </a:solidFill>
          <a:ln w="9525" cmpd="sng" cap="flat">
            <a:solidFill>
              <a:srgbClr val="0070C0"/>
            </a:solidFill>
            <a:prstDash val="solid"/>
            <a:round/>
          </a:ln>
        </p:spPr>
        <p:txBody>
          <a:bodyPr rtlCol="0" anchor="ctr"/>
          <a:lstStyle/>
          <a:p>
            <a:pPr algn="ctr"/>
          </a:p>
        </p:txBody>
      </p:sp>
      <p:sp>
        <p:nvSpPr>
          <p:cNvPr id="396" name="直线"/>
          <p:cNvSpPr>
            <a:spLocks/>
          </p:cNvSpPr>
          <p:nvPr/>
        </p:nvSpPr>
        <p:spPr>
          <a:xfrm rot="0">
            <a:off x="0" y="843074"/>
            <a:ext cx="12204001" cy="0"/>
          </a:xfrm>
          <a:prstGeom prst="line"/>
          <a:noFill/>
          <a:ln w="28575" cmpd="sng" cap="flat">
            <a:solidFill>
              <a:srgbClr val="0070C0"/>
            </a:solidFill>
            <a:prstDash val="solid"/>
            <a:round/>
          </a:ln>
        </p:spPr>
        <p:txBody>
          <a:bodyPr rtlCol="0" anchor="ctr"/>
          <a:lstStyle/>
          <a:p>
            <a:pPr algn="ctr"/>
          </a:p>
        </p:txBody>
      </p:sp>
      <p:sp>
        <p:nvSpPr>
          <p:cNvPr id="397" name="矩形"/>
          <p:cNvSpPr>
            <a:spLocks/>
          </p:cNvSpPr>
          <p:nvPr/>
        </p:nvSpPr>
        <p:spPr>
          <a:xfrm rot="0">
            <a:off x="0" y="912813"/>
            <a:ext cx="1571624" cy="117792"/>
          </a:xfrm>
          <a:prstGeom prst="rect"/>
          <a:solidFill>
            <a:srgbClr val="0070C0"/>
          </a:solidFill>
          <a:ln w="9525" cmpd="sng" cap="flat">
            <a:solidFill>
              <a:srgbClr val="0070C0"/>
            </a:solidFill>
            <a:prstDash val="solid"/>
            <a:round/>
          </a:ln>
        </p:spPr>
        <p:txBody>
          <a:bodyPr rtlCol="0" anchor="ctr"/>
          <a:lstStyle/>
          <a:p>
            <a:pPr algn="ctr"/>
          </a:p>
        </p:txBody>
      </p:sp>
      <p:sp>
        <p:nvSpPr>
          <p:cNvPr id="398" name="直线"/>
          <p:cNvSpPr>
            <a:spLocks/>
          </p:cNvSpPr>
          <p:nvPr/>
        </p:nvSpPr>
        <p:spPr>
          <a:xfrm rot="0">
            <a:off x="494012" y="2090158"/>
            <a:ext cx="11160000" cy="0"/>
          </a:xfrm>
          <a:prstGeom prst="line"/>
          <a:noFill/>
          <a:ln w="25400" cmpd="sng" cap="flat">
            <a:solidFill>
              <a:srgbClr val="4472C4"/>
            </a:solidFill>
            <a:prstDash val="solid"/>
            <a:round/>
          </a:ln>
          <a:effectLst>
            <a:outerShdw sx="100000" sy="100000" algn="ctr" rotWithShape="0" blurRad="63500" dist="25400" dir="5400000">
              <a:srgbClr val="000000">
                <a:alpha val="49803"/>
              </a:srgbClr>
            </a:outerShdw>
          </a:effectLst>
        </p:spPr>
        <p:txBody>
          <a:bodyPr rtlCol="0" anchor="ctr"/>
          <a:lstStyle/>
          <a:p>
            <a:pPr algn="ctr"/>
          </a:p>
        </p:txBody>
      </p:sp>
      <p:sp>
        <p:nvSpPr>
          <p:cNvPr id="399" name="矩形"/>
          <p:cNvSpPr>
            <a:spLocks/>
          </p:cNvSpPr>
          <p:nvPr/>
        </p:nvSpPr>
        <p:spPr>
          <a:xfrm rot="0">
            <a:off x="541894" y="2505277"/>
            <a:ext cx="5989535" cy="3758565"/>
          </a:xfrm>
          <a:prstGeom prst="rect"/>
          <a:noFill/>
          <a:ln w="9525" cmpd="sng" cap="flat">
            <a:solidFill>
              <a:srgbClr val="2E75B6"/>
            </a:solidFill>
            <a:prstDash val="lgDash"/>
            <a:round/>
          </a:ln>
        </p:spPr>
        <p:txBody>
          <a:bodyPr vert="horz" wrap="square" lIns="91440" tIns="45720" rIns="91440" bIns="45720" anchor="t" anchorCtr="0">
            <a:prstTxWarp prst="textNoShape"/>
            <a:spAutoFit/>
          </a:bodyPr>
          <a:lstStyle/>
          <a:p>
            <a:pPr marL="342900" indent="406400" algn="just" defTabSz="1217295">
              <a:lnSpc>
                <a:spcPts val="3200"/>
              </a:lnSpc>
              <a:spcBef>
                <a:spcPts val="0"/>
              </a:spcBef>
              <a:spcAft>
                <a:spcPts val="0"/>
              </a:spcAft>
              <a:buClrTx/>
              <a:buFont typeface="Wingdings" pitchFamily="2" charset="2"/>
              <a:buChar char="Ø"/>
            </a:pPr>
            <a:r>
              <a:rPr lang="zh-CN" altLang="en-US" sz="2000" b="1" i="0" u="none" strike="noStrike" kern="100" cap="none" spc="0" baseline="0">
                <a:solidFill>
                  <a:srgbClr val="000000"/>
                </a:solidFill>
                <a:latin typeface="宋体" pitchFamily="0" charset="0"/>
                <a:ea typeface="方正黑体_GBK" pitchFamily="0" charset="-122"/>
                <a:cs typeface="方正黑体_GBK" pitchFamily="0" charset="-122"/>
              </a:rPr>
              <a:t>第十五条</a:t>
            </a:r>
            <a:r>
              <a:rPr lang="en-US" altLang="zh-CN" sz="2000" b="1" i="0" u="none" strike="noStrike" kern="100" cap="none" spc="0" baseline="0">
                <a:solidFill>
                  <a:srgbClr val="000000"/>
                </a:solidFill>
                <a:latin typeface="Times New Roman" pitchFamily="18" charset="0"/>
                <a:ea typeface="仿宋_GB2312" pitchFamily="49" charset="-122"/>
                <a:cs typeface="Lucida Sans" pitchFamily="34" charset="0"/>
              </a:rPr>
              <a:t>  </a:t>
            </a:r>
            <a:r>
              <a:rPr lang="zh-CN" altLang="en-US" sz="2000" b="1" i="0" u="none" strike="noStrike" kern="1200" cap="none" spc="0" baseline="0">
                <a:solidFill>
                  <a:srgbClr val="000000"/>
                </a:solidFill>
                <a:latin typeface="宋体" pitchFamily="0" charset="0"/>
                <a:ea typeface="仿宋" pitchFamily="49" charset="-122"/>
                <a:cs typeface="Lucida Sans" pitchFamily="34" charset="0"/>
              </a:rPr>
              <a:t>地质灾害治理工程实行</a:t>
            </a:r>
            <a:r>
              <a:rPr lang="zh-CN" altLang="en-US" sz="2000" b="1" i="0" u="none" strike="noStrike" kern="1200" cap="none" spc="0" baseline="0">
                <a:solidFill>
                  <a:srgbClr val="0000FF"/>
                </a:solidFill>
                <a:effectLst>
                  <a:outerShdw sx="100000" sy="100000" blurRad="38100" dir="2700000" dist="38100" algn="tl">
                    <a:srgbClr val="000000">
                      <a:alpha val="43000"/>
                    </a:srgbClr>
                  </a:outerShdw>
                </a:effectLst>
                <a:latin typeface="宋体" pitchFamily="0" charset="0"/>
                <a:ea typeface="仿宋" pitchFamily="49" charset="-122"/>
                <a:cs typeface="Lucida Sans" pitchFamily="34" charset="0"/>
              </a:rPr>
              <a:t>施工总承包制</a:t>
            </a:r>
            <a:r>
              <a:rPr lang="zh-CN" altLang="en-US" sz="2000" b="1" i="0" u="none" strike="noStrike" kern="1200" cap="none" spc="0" baseline="0">
                <a:solidFill>
                  <a:srgbClr val="000000"/>
                </a:solidFill>
                <a:latin typeface="宋体" pitchFamily="0" charset="0"/>
                <a:ea typeface="仿宋" pitchFamily="49" charset="-122"/>
                <a:cs typeface="Lucida Sans" pitchFamily="34" charset="0"/>
              </a:rPr>
              <a:t>，施工单位不得将其承接的工程进行</a:t>
            </a:r>
            <a:r>
              <a:rPr lang="zh-CN" altLang="en-US" sz="2000" b="1" i="0" u="none" strike="noStrike" kern="1200" cap="none" spc="0" baseline="0">
                <a:solidFill>
                  <a:srgbClr val="FF0000"/>
                </a:solidFill>
                <a:effectLst>
                  <a:outerShdw sx="100000" sy="100000" blurRad="38100" dir="2700000" dist="38100" algn="tl">
                    <a:srgbClr val="000000">
                      <a:alpha val="43000"/>
                    </a:srgbClr>
                  </a:outerShdw>
                </a:effectLst>
                <a:latin typeface="宋体" pitchFamily="0" charset="0"/>
                <a:ea typeface="仿宋" pitchFamily="49" charset="-122"/>
                <a:cs typeface="Lucida Sans" pitchFamily="34" charset="0"/>
              </a:rPr>
              <a:t>转包</a:t>
            </a:r>
            <a:r>
              <a:rPr lang="zh-CN" altLang="en-US" sz="2000" b="1" i="0" u="none" strike="noStrike" kern="1200" cap="none" spc="0" baseline="0">
                <a:solidFill>
                  <a:srgbClr val="000000"/>
                </a:solidFill>
                <a:latin typeface="宋体" pitchFamily="0" charset="0"/>
                <a:ea typeface="仿宋" pitchFamily="49" charset="-122"/>
                <a:cs typeface="Lucida Sans" pitchFamily="34" charset="0"/>
              </a:rPr>
              <a:t>或者</a:t>
            </a:r>
            <a:r>
              <a:rPr lang="zh-CN" altLang="en-US" sz="2000" b="1" i="0" u="none" strike="noStrike" kern="1200" cap="none" spc="0" baseline="0">
                <a:solidFill>
                  <a:srgbClr val="FF0000"/>
                </a:solidFill>
                <a:effectLst>
                  <a:outerShdw sx="100000" sy="100000" blurRad="38100" dir="2700000" dist="38100" algn="tl">
                    <a:srgbClr val="000000">
                      <a:alpha val="43000"/>
                    </a:srgbClr>
                  </a:outerShdw>
                </a:effectLst>
                <a:latin typeface="宋体" pitchFamily="0" charset="0"/>
                <a:ea typeface="仿宋" pitchFamily="49" charset="-122"/>
                <a:cs typeface="Lucida Sans" pitchFamily="34" charset="0"/>
              </a:rPr>
              <a:t>违法分包</a:t>
            </a:r>
            <a:r>
              <a:rPr lang="zh-CN" altLang="en-US" sz="2000" b="1" i="0" u="none" strike="noStrike" kern="1200" cap="none" spc="0" baseline="0">
                <a:solidFill>
                  <a:srgbClr val="000000"/>
                </a:solidFill>
                <a:latin typeface="宋体" pitchFamily="0" charset="0"/>
                <a:ea typeface="仿宋" pitchFamily="49" charset="-122"/>
                <a:cs typeface="Lucida Sans" pitchFamily="34" charset="0"/>
              </a:rPr>
              <a:t>。</a:t>
            </a:r>
            <a:endParaRPr lang="en-US" altLang="zh-CN" sz="2000" b="1" i="0" u="none" strike="noStrike" kern="1200" cap="none" spc="0" baseline="0">
              <a:solidFill>
                <a:schemeClr val="tx1"/>
              </a:solidFill>
              <a:latin typeface="宋体" pitchFamily="0" charset="0"/>
              <a:ea typeface="宋体" pitchFamily="0" charset="0"/>
              <a:cs typeface="Lucida Sans" pitchFamily="34" charset="0"/>
            </a:endParaRPr>
          </a:p>
          <a:p>
            <a:pPr marL="342900" indent="406400" algn="just" defTabSz="1217295">
              <a:lnSpc>
                <a:spcPts val="3200"/>
              </a:lnSpc>
              <a:spcBef>
                <a:spcPts val="0"/>
              </a:spcBef>
              <a:spcAft>
                <a:spcPts val="0"/>
              </a:spcAft>
              <a:buClrTx/>
              <a:buFont typeface="Wingdings" pitchFamily="2" charset="2"/>
              <a:buChar char="Ø"/>
            </a:pPr>
            <a:r>
              <a:rPr lang="zh-CN" altLang="en-US" sz="2000" b="1" i="0" u="none" strike="noStrike" kern="100" cap="none" spc="0" baseline="0">
                <a:solidFill>
                  <a:srgbClr val="000000"/>
                </a:solidFill>
                <a:latin typeface="宋体" pitchFamily="0" charset="0"/>
                <a:ea typeface="方正黑体_GBK" pitchFamily="0" charset="-122"/>
                <a:cs typeface="方正黑体_GBK" pitchFamily="0" charset="-122"/>
              </a:rPr>
              <a:t>第十六条</a:t>
            </a:r>
            <a:r>
              <a:rPr lang="zh-CN" altLang="en-US" sz="2000" b="1" i="0" u="none" strike="noStrike" kern="1200" cap="none" spc="0" baseline="0">
                <a:solidFill>
                  <a:srgbClr val="000000"/>
                </a:solidFill>
                <a:latin typeface="宋体" pitchFamily="0" charset="0"/>
                <a:ea typeface="仿宋" pitchFamily="49" charset="-122"/>
                <a:cs typeface="Lucida Sans" pitchFamily="34" charset="0"/>
              </a:rPr>
              <a:t>　施工单位应当根据设计要求，做好地质灾害治理工程监测工作并形成</a:t>
            </a:r>
            <a:r>
              <a:rPr lang="zh-CN" altLang="en-US" sz="2000" b="1" i="0" u="none" strike="noStrike" kern="1200" cap="none" spc="0" baseline="0">
                <a:solidFill>
                  <a:srgbClr val="0000FF"/>
                </a:solidFill>
                <a:effectLst>
                  <a:outerShdw sx="100000" sy="100000" blurRad="38100" dir="2700000" dist="38100" algn="tl">
                    <a:srgbClr val="000000">
                      <a:alpha val="43000"/>
                    </a:srgbClr>
                  </a:outerShdw>
                </a:effectLst>
                <a:latin typeface="宋体" pitchFamily="0" charset="0"/>
                <a:ea typeface="仿宋" pitchFamily="49" charset="-122"/>
                <a:cs typeface="Lucida Sans" pitchFamily="34" charset="0"/>
              </a:rPr>
              <a:t>监测记录</a:t>
            </a:r>
            <a:r>
              <a:rPr lang="zh-CN" altLang="en-US" sz="2000" b="1" i="0" u="none" strike="noStrike" kern="1200" cap="none" spc="0" baseline="0">
                <a:solidFill>
                  <a:srgbClr val="000000"/>
                </a:solidFill>
                <a:latin typeface="宋体" pitchFamily="0" charset="0"/>
                <a:ea typeface="仿宋" pitchFamily="49" charset="-122"/>
                <a:cs typeface="Lucida Sans" pitchFamily="34" charset="0"/>
              </a:rPr>
              <a:t>，监测周期包含施工期间以及竣工验收后</a:t>
            </a:r>
            <a:r>
              <a:rPr lang="zh-CN" altLang="en-US" sz="2000" b="1" i="0" u="none" strike="noStrike" kern="1200" cap="none" spc="0" baseline="0">
                <a:solidFill>
                  <a:srgbClr val="FF0000"/>
                </a:solidFill>
                <a:effectLst>
                  <a:outerShdw sx="100000" sy="100000" blurRad="38100" dir="2700000" dist="38100" algn="tl">
                    <a:srgbClr val="000000">
                      <a:alpha val="43000"/>
                    </a:srgbClr>
                  </a:outerShdw>
                </a:effectLst>
                <a:latin typeface="宋体" pitchFamily="0" charset="0"/>
                <a:ea typeface="仿宋" pitchFamily="49" charset="-122"/>
                <a:cs typeface="Lucida Sans" pitchFamily="34" charset="0"/>
              </a:rPr>
              <a:t>不少于一个水文年</a:t>
            </a:r>
            <a:r>
              <a:rPr lang="zh-CN" altLang="en-US" sz="2000" b="1" i="0" u="none" strike="noStrike" kern="1200" cap="none" spc="0" baseline="0">
                <a:solidFill>
                  <a:srgbClr val="000000"/>
                </a:solidFill>
                <a:latin typeface="宋体" pitchFamily="0" charset="0"/>
                <a:ea typeface="仿宋" pitchFamily="49" charset="-122"/>
                <a:cs typeface="Lucida Sans" pitchFamily="34" charset="0"/>
              </a:rPr>
              <a:t>。</a:t>
            </a:r>
            <a:endParaRPr lang="en-US" altLang="zh-CN" sz="2000" b="1" i="0" u="none" strike="noStrike" kern="1200" cap="none" spc="0" baseline="0">
              <a:solidFill>
                <a:srgbClr val="000000"/>
              </a:solidFill>
              <a:latin typeface="宋体" pitchFamily="0" charset="0"/>
              <a:ea typeface="仿宋" pitchFamily="49" charset="-122"/>
              <a:cs typeface="Lucida Sans" pitchFamily="34" charset="0"/>
            </a:endParaRPr>
          </a:p>
          <a:p>
            <a:pPr marL="342900" indent="0" algn="just" defTabSz="1217295">
              <a:lnSpc>
                <a:spcPts val="3200"/>
              </a:lnSpc>
              <a:spcBef>
                <a:spcPts val="0"/>
              </a:spcBef>
              <a:spcAft>
                <a:spcPts val="0"/>
              </a:spcAft>
              <a:buNone/>
            </a:pPr>
            <a:r>
              <a:rPr lang="zh-CN" altLang="en-US" sz="2000" b="1" i="0" u="none" strike="noStrike" kern="1200" cap="none" spc="0" baseline="0">
                <a:solidFill>
                  <a:srgbClr val="000000"/>
                </a:solidFill>
                <a:latin typeface="宋体" pitchFamily="0" charset="0"/>
                <a:ea typeface="仿宋" pitchFamily="49" charset="-122"/>
                <a:cs typeface="Lucida Sans" pitchFamily="34" charset="0"/>
              </a:rPr>
              <a:t>设计文件要求委托</a:t>
            </a:r>
            <a:r>
              <a:rPr lang="zh-CN" altLang="en-US" sz="2000" b="1" i="0" u="none" strike="noStrike" kern="1200" cap="none" spc="0" baseline="0">
                <a:solidFill>
                  <a:srgbClr val="0000FF"/>
                </a:solidFill>
                <a:effectLst>
                  <a:outerShdw sx="100000" sy="100000" blurRad="38100" dir="2700000" dist="38100" algn="tl">
                    <a:srgbClr val="000000">
                      <a:alpha val="43000"/>
                    </a:srgbClr>
                  </a:outerShdw>
                </a:effectLst>
                <a:latin typeface="宋体" pitchFamily="0" charset="0"/>
                <a:ea typeface="仿宋" pitchFamily="49" charset="-122"/>
                <a:cs typeface="Lucida Sans" pitchFamily="34" charset="0"/>
              </a:rPr>
              <a:t>第三方进行监测</a:t>
            </a:r>
            <a:r>
              <a:rPr lang="zh-CN" altLang="en-US" sz="2000" b="1" i="0" u="none" strike="noStrike" kern="1200" cap="none" spc="0" baseline="0">
                <a:solidFill>
                  <a:srgbClr val="000000"/>
                </a:solidFill>
                <a:latin typeface="宋体" pitchFamily="0" charset="0"/>
                <a:ea typeface="仿宋" pitchFamily="49" charset="-122"/>
                <a:cs typeface="Lucida Sans" pitchFamily="34" charset="0"/>
              </a:rPr>
              <a:t>的，由建设单位另行委托。</a:t>
            </a:r>
            <a:endParaRPr lang="zh-CN" altLang="en-US" sz="2000" b="1" i="0" u="none" strike="noStrike" kern="1200" cap="none" spc="0" baseline="0">
              <a:solidFill>
                <a:schemeClr val="tx1"/>
              </a:solidFill>
              <a:latin typeface="宋体" pitchFamily="0" charset="0"/>
              <a:ea typeface="宋体" pitchFamily="0" charset="0"/>
              <a:cs typeface="Lucida Sans" pitchFamily="34" charset="0"/>
            </a:endParaRPr>
          </a:p>
        </p:txBody>
      </p:sp>
      <p:pic>
        <p:nvPicPr>
          <p:cNvPr id="400" name="图片" descr="最新定义：违法发包、转包、分包、挂靠等行为界定标准-搜狐大视野-搜狐新闻"/>
          <p:cNvPicPr>
            <a:picLocks noChangeAspect="1"/>
          </p:cNvPicPr>
          <p:nvPr/>
        </p:nvPicPr>
        <p:blipFill>
          <a:blip r:embed="rId1" cstate="print"/>
          <a:srcRect r="37243"/>
          <a:stretch>
            <a:fillRect/>
          </a:stretch>
        </p:blipFill>
        <p:spPr>
          <a:xfrm rot="0">
            <a:off x="7443605" y="2416650"/>
            <a:ext cx="3855766" cy="3457736"/>
          </a:xfrm>
          <a:prstGeom prst="rect"/>
          <a:noFill/>
          <a:ln w="9525" cmpd="sng" cap="flat">
            <a:noFill/>
            <a:prstDash val="solid"/>
            <a:miter/>
          </a:ln>
        </p:spPr>
      </p:pic>
      <p:sp>
        <p:nvSpPr>
          <p:cNvPr id="401" name="矩形"/>
          <p:cNvSpPr>
            <a:spLocks/>
          </p:cNvSpPr>
          <p:nvPr/>
        </p:nvSpPr>
        <p:spPr>
          <a:xfrm rot="0">
            <a:off x="494012" y="1205100"/>
            <a:ext cx="4247805" cy="684530"/>
          </a:xfrm>
          <a:prstGeom prst="rect"/>
          <a:solidFill>
            <a:srgbClr val="0070C0"/>
          </a:solidFill>
          <a:ln w="12700" cmpd="sng" cap="flat">
            <a:solidFill>
              <a:srgbClr val="41719C"/>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2400" b="1" i="0" u="none" strike="noStrike" kern="1200" cap="none" spc="0" baseline="0">
                <a:solidFill>
                  <a:srgbClr val="FFFFFF"/>
                </a:solidFill>
                <a:latin typeface="Calibri" pitchFamily="0" charset="0"/>
                <a:ea typeface="微软雅黑" pitchFamily="0" charset="0"/>
                <a:cs typeface="Calibri" pitchFamily="0" charset="0"/>
              </a:rPr>
              <a:t>对项目施工单位</a:t>
            </a:r>
            <a:r>
              <a:rPr lang="zh-CN" altLang="en-US" sz="2400" b="1" i="0" u="none" strike="noStrike" kern="1200" cap="none" spc="0" baseline="0">
                <a:solidFill>
                  <a:srgbClr val="FFFFFF"/>
                </a:solidFill>
                <a:latin typeface="Calibri" pitchFamily="0" charset="0"/>
                <a:ea typeface="微软雅黑" pitchFamily="0" charset="0"/>
                <a:cs typeface="Calibri" pitchFamily="0" charset="0"/>
              </a:rPr>
              <a:t>的其它要求</a:t>
            </a:r>
            <a:endParaRPr lang="zh-CN" altLang="en-US" sz="2400" b="1" i="0" u="none" strike="noStrike" kern="1200" cap="none" spc="0" baseline="0">
              <a:solidFill>
                <a:srgbClr val="FFFFFF"/>
              </a:solidFill>
              <a:latin typeface="Calibri" pitchFamily="0" charset="0"/>
              <a:ea typeface="微软雅黑" pitchFamily="0" charset="0"/>
              <a:cs typeface="Calibri" pitchFamily="0" charset="0"/>
            </a:endParaRPr>
          </a:p>
        </p:txBody>
      </p:sp>
      <p:sp>
        <p:nvSpPr>
          <p:cNvPr id="402" name="矩形"/>
          <p:cNvSpPr>
            <a:spLocks/>
          </p:cNvSpPr>
          <p:nvPr/>
        </p:nvSpPr>
        <p:spPr>
          <a:xfrm rot="0">
            <a:off x="202454" y="262105"/>
            <a:ext cx="3119866" cy="546100"/>
          </a:xfrm>
          <a:prstGeom prst="rect"/>
          <a:noFill/>
          <a:ln w="9525" cmpd="sng" cap="flat">
            <a:noFill/>
            <a:prstDash val="solid"/>
            <a:round/>
          </a:ln>
        </p:spPr>
        <p:txBody>
          <a:bodyPr vert="horz" wrap="square" lIns="90000" tIns="46800" rIns="90000" bIns="46800" anchor="ctr" anchorCtr="0">
            <a:prstTxWarp prst="textNoShape"/>
          </a:bodyPr>
          <a:lstStyle/>
          <a:p>
            <a:pPr marL="0" indent="0" algn="l" eaLnBrk="1" fontAlgn="base" latinLnBrk="0" hangingPunct="1">
              <a:lnSpc>
                <a:spcPct val="100000"/>
              </a:lnSpc>
              <a:spcBef>
                <a:spcPts val="0"/>
              </a:spcBef>
              <a:spcAft>
                <a:spcPts val="0"/>
              </a:spcAft>
              <a:buNone/>
            </a:pPr>
            <a:r>
              <a:rPr lang="zh-CN" altLang="en-US" sz="3200" b="1" i="0" u="none" strike="noStrike" kern="1200" cap="none" spc="300" baseline="0">
                <a:solidFill>
                  <a:schemeClr val="tx2"/>
                </a:solidFill>
                <a:latin typeface="微软雅黑" pitchFamily="0" charset="0"/>
                <a:ea typeface="微软雅黑" pitchFamily="0" charset="0"/>
                <a:cs typeface="Calibri" pitchFamily="0" charset="0"/>
              </a:rPr>
              <a:t>四、规范内容</a:t>
            </a:r>
            <a:endParaRPr lang="zh-CN" altLang="en-US" sz="3200" b="1" i="0" u="none" strike="noStrike" kern="1200" cap="none" spc="300" baseline="0">
              <a:solidFill>
                <a:schemeClr val="tx2"/>
              </a:solidFill>
              <a:latin typeface="微软雅黑" pitchFamily="0" charset="0"/>
              <a:ea typeface="微软雅黑" pitchFamily="0" charset="0"/>
              <a:cs typeface="Calibri" pitchFamily="0" charset="0"/>
            </a:endParaRPr>
          </a:p>
        </p:txBody>
      </p:sp>
      <p:grpSp>
        <p:nvGrpSpPr>
          <p:cNvPr id="406" name="组合"/>
          <p:cNvGrpSpPr>
            <a:grpSpLocks/>
          </p:cNvGrpSpPr>
          <p:nvPr/>
        </p:nvGrpSpPr>
        <p:grpSpPr>
          <a:xfrm>
            <a:off x="3117193" y="472687"/>
            <a:ext cx="403698" cy="141984"/>
            <a:chOff x="3117193" y="472687"/>
            <a:chExt cx="403698" cy="141984"/>
          </a:xfrm>
        </p:grpSpPr>
        <p:sp>
          <p:nvSpPr>
            <p:cNvPr id="403" name="燕尾形"/>
            <p:cNvSpPr>
              <a:spLocks/>
            </p:cNvSpPr>
            <p:nvPr/>
          </p:nvSpPr>
          <p:spPr>
            <a:xfrm rot="0">
              <a:off x="3117193"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404" name="燕尾形"/>
            <p:cNvSpPr>
              <a:spLocks/>
            </p:cNvSpPr>
            <p:nvPr/>
          </p:nvSpPr>
          <p:spPr>
            <a:xfrm rot="0">
              <a:off x="3246757"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405" name="燕尾形"/>
            <p:cNvSpPr>
              <a:spLocks/>
            </p:cNvSpPr>
            <p:nvPr/>
          </p:nvSpPr>
          <p:spPr>
            <a:xfrm rot="0">
              <a:off x="3376322"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grpSp>
      <p:sp>
        <p:nvSpPr>
          <p:cNvPr id="407" name="矩形"/>
          <p:cNvSpPr>
            <a:spLocks/>
          </p:cNvSpPr>
          <p:nvPr/>
        </p:nvSpPr>
        <p:spPr>
          <a:xfrm rot="0">
            <a:off x="3667719" y="309258"/>
            <a:ext cx="2698247" cy="451794"/>
          </a:xfrm>
          <a:prstGeom prst="rect"/>
          <a:solidFill>
            <a:schemeClr val="accent1"/>
          </a:solidFill>
          <a:ln w="9525" cmpd="sng" cap="flat">
            <a:noFill/>
            <a:prstDash val="solid"/>
            <a:round/>
          </a:ln>
        </p:spPr>
        <p:txBody>
          <a:bodyPr vert="horz" wrap="square" lIns="91440" tIns="45720" rIns="91440" bIns="45720" anchor="ctr" anchorCtr="0">
            <a:prstTxWarp prst="textNoShape"/>
          </a:bodyPr>
          <a:lstStyle/>
          <a:p>
            <a:pPr marL="0" indent="0" algn="ctr">
              <a:lnSpc>
                <a:spcPct val="120000"/>
              </a:lnSpc>
              <a:spcBef>
                <a:spcPts val="0"/>
              </a:spcBef>
              <a:spcAft>
                <a:spcPts val="0"/>
              </a:spcAft>
              <a:buNone/>
            </a:pPr>
            <a:r>
              <a:rPr lang="zh-CN" altLang="en-US" sz="2400" b="1" i="0" u="none" strike="noStrike" kern="1200" cap="none" spc="0" baseline="0">
                <a:solidFill>
                  <a:srgbClr val="FFFFFF"/>
                </a:solidFill>
                <a:latin typeface="微软雅黑" pitchFamily="0" charset="0"/>
                <a:ea typeface="微软雅黑" pitchFamily="0" charset="0"/>
                <a:cs typeface="Calibri" pitchFamily="0" charset="0"/>
              </a:rPr>
              <a:t>第三章 项目实施</a:t>
            </a:r>
            <a:endParaRPr lang="zh-CN" altLang="en-US" sz="2400" b="1" i="0" u="none" strike="noStrike" kern="1200" cap="none" spc="0" baseline="0">
              <a:solidFill>
                <a:srgbClr val="FFFFFF"/>
              </a:solidFill>
              <a:latin typeface="微软雅黑" pitchFamily="0" charset="0"/>
              <a:ea typeface="微软雅黑" pitchFamily="0" charset="0"/>
              <a:cs typeface="Calibri" pitchFamily="0" charset="0"/>
            </a:endParaRPr>
          </a:p>
        </p:txBody>
      </p:sp>
    </p:spTree>
    <p:extLst>
      <p:ext uri="{BB962C8B-B14F-4D97-AF65-F5344CB8AC3E}">
        <p14:creationId xmlns:p14="http://schemas.microsoft.com/office/powerpoint/2010/main" val="2119116282"/>
      </p:ext>
    </p:extLst>
  </p:cSld>
  <p:clrMapOvr>
    <a:masterClrMapping/>
  </p:clrMapOvr>
</p:sld>
</file>

<file path=ppt/slides/slide1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411" name="矩形"/>
          <p:cNvSpPr>
            <a:spLocks/>
          </p:cNvSpPr>
          <p:nvPr/>
        </p:nvSpPr>
        <p:spPr>
          <a:xfrm rot="0">
            <a:off x="1571624" y="912813"/>
            <a:ext cx="10620375" cy="117792"/>
          </a:xfrm>
          <a:prstGeom prst="rect"/>
          <a:solidFill>
            <a:srgbClr val="0070C0"/>
          </a:solidFill>
          <a:ln w="9525" cmpd="sng" cap="flat">
            <a:solidFill>
              <a:srgbClr val="0070C0"/>
            </a:solidFill>
            <a:prstDash val="solid"/>
            <a:round/>
          </a:ln>
        </p:spPr>
        <p:txBody>
          <a:bodyPr rtlCol="0" anchor="ctr"/>
          <a:lstStyle/>
          <a:p>
            <a:pPr algn="ctr"/>
          </a:p>
        </p:txBody>
      </p:sp>
      <p:sp>
        <p:nvSpPr>
          <p:cNvPr id="412" name="直线"/>
          <p:cNvSpPr>
            <a:spLocks/>
          </p:cNvSpPr>
          <p:nvPr/>
        </p:nvSpPr>
        <p:spPr>
          <a:xfrm rot="0">
            <a:off x="0" y="843074"/>
            <a:ext cx="12204001" cy="0"/>
          </a:xfrm>
          <a:prstGeom prst="line"/>
          <a:noFill/>
          <a:ln w="28575" cmpd="sng" cap="flat">
            <a:solidFill>
              <a:srgbClr val="0070C0"/>
            </a:solidFill>
            <a:prstDash val="solid"/>
            <a:round/>
          </a:ln>
        </p:spPr>
        <p:txBody>
          <a:bodyPr rtlCol="0" anchor="ctr"/>
          <a:lstStyle/>
          <a:p>
            <a:pPr algn="ctr"/>
          </a:p>
        </p:txBody>
      </p:sp>
      <p:sp>
        <p:nvSpPr>
          <p:cNvPr id="413" name="矩形"/>
          <p:cNvSpPr>
            <a:spLocks/>
          </p:cNvSpPr>
          <p:nvPr/>
        </p:nvSpPr>
        <p:spPr>
          <a:xfrm rot="0">
            <a:off x="0" y="912813"/>
            <a:ext cx="1571624" cy="117792"/>
          </a:xfrm>
          <a:prstGeom prst="rect"/>
          <a:solidFill>
            <a:srgbClr val="0070C0"/>
          </a:solidFill>
          <a:ln w="9525" cmpd="sng" cap="flat">
            <a:solidFill>
              <a:srgbClr val="0070C0"/>
            </a:solidFill>
            <a:prstDash val="solid"/>
            <a:round/>
          </a:ln>
        </p:spPr>
        <p:txBody>
          <a:bodyPr rtlCol="0" anchor="ctr"/>
          <a:lstStyle/>
          <a:p>
            <a:pPr algn="ctr"/>
          </a:p>
        </p:txBody>
      </p:sp>
      <p:sp>
        <p:nvSpPr>
          <p:cNvPr id="414" name="直线"/>
          <p:cNvSpPr>
            <a:spLocks/>
          </p:cNvSpPr>
          <p:nvPr/>
        </p:nvSpPr>
        <p:spPr>
          <a:xfrm rot="0">
            <a:off x="494012" y="2090158"/>
            <a:ext cx="11160000" cy="0"/>
          </a:xfrm>
          <a:prstGeom prst="line"/>
          <a:noFill/>
          <a:ln w="25400" cmpd="sng" cap="flat">
            <a:solidFill>
              <a:srgbClr val="4472C4"/>
            </a:solidFill>
            <a:prstDash val="solid"/>
            <a:round/>
          </a:ln>
          <a:effectLst>
            <a:outerShdw sx="100000" sy="100000" algn="ctr" rotWithShape="0" blurRad="63500" dist="25400" dir="5400000">
              <a:srgbClr val="000000">
                <a:alpha val="49803"/>
              </a:srgbClr>
            </a:outerShdw>
          </a:effectLst>
        </p:spPr>
        <p:txBody>
          <a:bodyPr rtlCol="0" anchor="ctr"/>
          <a:lstStyle/>
          <a:p>
            <a:pPr algn="ctr"/>
          </a:p>
        </p:txBody>
      </p:sp>
      <p:grpSp>
        <p:nvGrpSpPr>
          <p:cNvPr id="421" name="组合"/>
          <p:cNvGrpSpPr>
            <a:grpSpLocks/>
          </p:cNvGrpSpPr>
          <p:nvPr/>
        </p:nvGrpSpPr>
        <p:grpSpPr>
          <a:xfrm>
            <a:off x="517962" y="2279055"/>
            <a:ext cx="2652256" cy="4382542"/>
            <a:chOff x="517962" y="2279055"/>
            <a:chExt cx="2652256" cy="4382542"/>
          </a:xfrm>
        </p:grpSpPr>
        <p:sp>
          <p:nvSpPr>
            <p:cNvPr id="415" name="椭圆"/>
            <p:cNvSpPr>
              <a:spLocks/>
            </p:cNvSpPr>
            <p:nvPr/>
          </p:nvSpPr>
          <p:spPr>
            <a:xfrm rot="0">
              <a:off x="517962" y="2279055"/>
              <a:ext cx="523720" cy="463968"/>
            </a:xfrm>
            <a:prstGeom prst="ellipse"/>
            <a:solidFill>
              <a:srgbClr val="5B9BD5">
                <a:alpha val="50000"/>
              </a:srgbClr>
            </a:solidFill>
            <a:ln w="9525" cmpd="sng" cap="flat">
              <a:noFill/>
              <a:prstDash val="solid"/>
              <a:miter/>
            </a:ln>
          </p:spPr>
          <p:txBody>
            <a:bodyPr rtlCol="0" anchor="ctr"/>
            <a:lstStyle/>
            <a:p>
              <a:pPr algn="ctr"/>
            </a:p>
          </p:txBody>
        </p:sp>
        <p:sp>
          <p:nvSpPr>
            <p:cNvPr id="416" name="椭圆"/>
            <p:cNvSpPr>
              <a:spLocks/>
            </p:cNvSpPr>
            <p:nvPr/>
          </p:nvSpPr>
          <p:spPr>
            <a:xfrm rot="0">
              <a:off x="587370" y="2346756"/>
              <a:ext cx="369478" cy="327324"/>
            </a:xfrm>
            <a:prstGeom prst="ellipse"/>
            <a:solidFill>
              <a:srgbClr val="5B9BD5"/>
            </a:solidFill>
            <a:ln w="9525" cmpd="sng" cap="flat">
              <a:noFill/>
              <a:prstDash val="solid"/>
              <a:miter/>
            </a:ln>
          </p:spPr>
          <p:txBody>
            <a:bodyPr rtlCol="0" anchor="ctr"/>
            <a:lstStyle/>
            <a:p>
              <a:pPr algn="ctr"/>
            </a:p>
          </p:txBody>
        </p:sp>
        <p:sp>
          <p:nvSpPr>
            <p:cNvPr id="417" name="直线"/>
            <p:cNvSpPr>
              <a:spLocks/>
            </p:cNvSpPr>
            <p:nvPr/>
          </p:nvSpPr>
          <p:spPr>
            <a:xfrm rot="0">
              <a:off x="762645" y="2565386"/>
              <a:ext cx="0" cy="4096211"/>
            </a:xfrm>
            <a:prstGeom prst="line"/>
            <a:solidFill>
              <a:schemeClr val="accent1"/>
            </a:solidFill>
            <a:ln w="9525" cmpd="sng" cap="flat">
              <a:solidFill>
                <a:srgbClr val="5B9BD5"/>
              </a:solidFill>
              <a:prstDash val="dash"/>
              <a:round/>
            </a:ln>
          </p:spPr>
          <p:txBody>
            <a:bodyPr rtlCol="0" anchor="ctr"/>
            <a:lstStyle/>
            <a:p>
              <a:pPr algn="ctr"/>
            </a:p>
          </p:txBody>
        </p:sp>
        <p:sp>
          <p:nvSpPr>
            <p:cNvPr id="418" name="曲线"/>
            <p:cNvSpPr>
              <a:spLocks/>
            </p:cNvSpPr>
            <p:nvPr/>
          </p:nvSpPr>
          <p:spPr>
            <a:xfrm rot="-5400000">
              <a:off x="1033970" y="6245454"/>
              <a:ext cx="232764" cy="206208"/>
            </a:xfrm>
            <a:custGeom>
              <a:gdLst>
                <a:gd name="T1" fmla="*/ 0 w 21600"/>
                <a:gd name="T2" fmla="*/ 0 h 21600"/>
                <a:gd name="T3" fmla="*/ 21600 w 21600"/>
                <a:gd name="T4" fmla="*/ 21600 h 21600"/>
              </a:gdLst>
              <a:rect l="T1" t="T2" r="T3" b="T4"/>
              <a:pathLst>
                <a:path w="21600" h="21600">
                  <a:moveTo>
                    <a:pt x="0" y="0"/>
                  </a:moveTo>
                  <a:lnTo>
                    <a:pt x="12959" y="0"/>
                  </a:lnTo>
                  <a:lnTo>
                    <a:pt x="21600" y="10799"/>
                  </a:lnTo>
                  <a:lnTo>
                    <a:pt x="12959" y="21600"/>
                  </a:lnTo>
                  <a:lnTo>
                    <a:pt x="0" y="21600"/>
                  </a:lnTo>
                  <a:lnTo>
                    <a:pt x="8640" y="10799"/>
                  </a:lnTo>
                  <a:lnTo>
                    <a:pt x="0" y="0"/>
                  </a:lnTo>
                  <a:close/>
                </a:path>
              </a:pathLst>
            </a:custGeom>
            <a:solidFill>
              <a:srgbClr val="ED7D31"/>
            </a:solidFill>
            <a:ln w="9525" cmpd="sng" cap="flat">
              <a:noFill/>
              <a:prstDash val="solid"/>
              <a:miter/>
            </a:ln>
          </p:spPr>
          <p:txBody>
            <a:bodyPr rtlCol="0" anchor="ctr"/>
            <a:lstStyle/>
            <a:p>
              <a:pPr algn="ctr"/>
            </a:p>
          </p:txBody>
        </p:sp>
        <p:sp>
          <p:nvSpPr>
            <p:cNvPr id="419" name="曲线"/>
            <p:cNvSpPr>
              <a:spLocks/>
            </p:cNvSpPr>
            <p:nvPr/>
          </p:nvSpPr>
          <p:spPr>
            <a:xfrm rot="-5400000">
              <a:off x="1033970" y="6451662"/>
              <a:ext cx="232764" cy="206208"/>
            </a:xfrm>
            <a:custGeom>
              <a:gdLst>
                <a:gd name="T1" fmla="*/ 0 w 21600"/>
                <a:gd name="T2" fmla="*/ 0 h 21600"/>
                <a:gd name="T3" fmla="*/ 21600 w 21600"/>
                <a:gd name="T4" fmla="*/ 21600 h 21600"/>
              </a:gdLst>
              <a:rect l="T1" t="T2" r="T3" b="T4"/>
              <a:pathLst>
                <a:path w="21600" h="21600">
                  <a:moveTo>
                    <a:pt x="0" y="0"/>
                  </a:moveTo>
                  <a:lnTo>
                    <a:pt x="12959" y="0"/>
                  </a:lnTo>
                  <a:lnTo>
                    <a:pt x="21600" y="10799"/>
                  </a:lnTo>
                  <a:lnTo>
                    <a:pt x="12959" y="21600"/>
                  </a:lnTo>
                  <a:lnTo>
                    <a:pt x="0" y="21600"/>
                  </a:lnTo>
                  <a:lnTo>
                    <a:pt x="8640" y="10799"/>
                  </a:lnTo>
                  <a:lnTo>
                    <a:pt x="0" y="0"/>
                  </a:lnTo>
                  <a:close/>
                </a:path>
              </a:pathLst>
            </a:custGeom>
            <a:solidFill>
              <a:srgbClr val="A5A5A5">
                <a:alpha val="50000"/>
              </a:srgbClr>
            </a:solidFill>
            <a:ln w="9525" cmpd="sng" cap="flat">
              <a:noFill/>
              <a:prstDash val="solid"/>
              <a:miter/>
            </a:ln>
          </p:spPr>
          <p:txBody>
            <a:bodyPr rtlCol="0" anchor="ctr"/>
            <a:lstStyle/>
            <a:p>
              <a:pPr algn="ctr"/>
            </a:p>
          </p:txBody>
        </p:sp>
        <p:sp>
          <p:nvSpPr>
            <p:cNvPr id="420" name="矩形"/>
            <p:cNvSpPr>
              <a:spLocks/>
            </p:cNvSpPr>
            <p:nvPr/>
          </p:nvSpPr>
          <p:spPr>
            <a:xfrm rot="0">
              <a:off x="895854" y="2580292"/>
              <a:ext cx="2274364" cy="3462338"/>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50000"/>
                </a:lnSpc>
                <a:spcBef>
                  <a:spcPts val="0"/>
                </a:spcBef>
                <a:spcAft>
                  <a:spcPts val="0"/>
                </a:spcAft>
                <a:buNone/>
              </a:pPr>
              <a:r>
                <a:rPr lang="zh-CN" altLang="en-US" sz="1600" b="1"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编制监理规划和监理实施细则</a:t>
              </a:r>
              <a:r>
                <a:rPr lang="zh-CN" altLang="en-US" sz="1600" b="0" i="0" u="none" strike="noStrike" kern="1200" cap="none" spc="0" baseline="0">
                  <a:solidFill>
                    <a:srgbClr val="000000"/>
                  </a:solidFill>
                  <a:latin typeface="微软雅黑" pitchFamily="0" charset="0"/>
                  <a:ea typeface="微软雅黑" pitchFamily="0" charset="0"/>
                  <a:cs typeface="微软雅黑" pitchFamily="0" charset="0"/>
                </a:rPr>
                <a:t>，建立与项目规模、专业相适应的监理机构，确定总监理工程师和监理人员。监理工程师不得擅自调整，确需调整的应符合监理合同约定要求并征得建设单位同意。</a:t>
              </a:r>
              <a:endParaRPr lang="zh-CN" altLang="en-US" sz="1600" b="0" i="0" u="none" strike="noStrike" kern="1200" cap="none" spc="0" baseline="0">
                <a:solidFill>
                  <a:srgbClr val="000000"/>
                </a:solidFill>
                <a:latin typeface="微软雅黑" pitchFamily="0" charset="0"/>
                <a:ea typeface="微软雅黑" pitchFamily="0" charset="0"/>
                <a:cs typeface="微软雅黑" pitchFamily="0" charset="0"/>
              </a:endParaRPr>
            </a:p>
          </p:txBody>
        </p:sp>
      </p:grpSp>
      <p:grpSp>
        <p:nvGrpSpPr>
          <p:cNvPr id="428" name="组合"/>
          <p:cNvGrpSpPr>
            <a:grpSpLocks/>
          </p:cNvGrpSpPr>
          <p:nvPr/>
        </p:nvGrpSpPr>
        <p:grpSpPr>
          <a:xfrm>
            <a:off x="3231214" y="2279055"/>
            <a:ext cx="2758828" cy="4320583"/>
            <a:chOff x="3231214" y="2279055"/>
            <a:chExt cx="2758828" cy="4320583"/>
          </a:xfrm>
        </p:grpSpPr>
        <p:sp>
          <p:nvSpPr>
            <p:cNvPr id="422" name="椭圆"/>
            <p:cNvSpPr>
              <a:spLocks/>
            </p:cNvSpPr>
            <p:nvPr/>
          </p:nvSpPr>
          <p:spPr>
            <a:xfrm rot="0">
              <a:off x="3231214" y="2279055"/>
              <a:ext cx="510742" cy="457408"/>
            </a:xfrm>
            <a:prstGeom prst="ellipse"/>
            <a:solidFill>
              <a:srgbClr val="5B9BD5">
                <a:alpha val="50000"/>
              </a:srgbClr>
            </a:solidFill>
            <a:ln w="9525" cmpd="sng" cap="flat">
              <a:noFill/>
              <a:prstDash val="solid"/>
              <a:miter/>
            </a:ln>
          </p:spPr>
          <p:txBody>
            <a:bodyPr rtlCol="0" anchor="ctr"/>
            <a:lstStyle/>
            <a:p>
              <a:pPr algn="ctr"/>
            </a:p>
          </p:txBody>
        </p:sp>
        <p:sp>
          <p:nvSpPr>
            <p:cNvPr id="423" name="椭圆"/>
            <p:cNvSpPr>
              <a:spLocks/>
            </p:cNvSpPr>
            <p:nvPr/>
          </p:nvSpPr>
          <p:spPr>
            <a:xfrm rot="0">
              <a:off x="3298903" y="2345799"/>
              <a:ext cx="360323" cy="322696"/>
            </a:xfrm>
            <a:prstGeom prst="ellipse"/>
            <a:solidFill>
              <a:srgbClr val="5B9BD5"/>
            </a:solidFill>
            <a:ln w="9525" cmpd="sng" cap="flat">
              <a:noFill/>
              <a:prstDash val="solid"/>
              <a:miter/>
            </a:ln>
          </p:spPr>
          <p:txBody>
            <a:bodyPr rtlCol="0" anchor="ctr"/>
            <a:lstStyle/>
            <a:p>
              <a:pPr algn="ctr"/>
            </a:p>
          </p:txBody>
        </p:sp>
        <p:sp>
          <p:nvSpPr>
            <p:cNvPr id="424" name="直线"/>
            <p:cNvSpPr>
              <a:spLocks/>
            </p:cNvSpPr>
            <p:nvPr/>
          </p:nvSpPr>
          <p:spPr>
            <a:xfrm rot="0">
              <a:off x="3469834" y="2561338"/>
              <a:ext cx="0" cy="4038301"/>
            </a:xfrm>
            <a:prstGeom prst="line"/>
            <a:solidFill>
              <a:schemeClr val="accent1"/>
            </a:solidFill>
            <a:ln w="9525" cmpd="sng" cap="flat">
              <a:solidFill>
                <a:srgbClr val="5B9BD5"/>
              </a:solidFill>
              <a:prstDash val="dash"/>
              <a:round/>
            </a:ln>
          </p:spPr>
          <p:txBody>
            <a:bodyPr rtlCol="0" anchor="ctr"/>
            <a:lstStyle/>
            <a:p>
              <a:pPr algn="ctr"/>
            </a:p>
          </p:txBody>
        </p:sp>
        <p:sp>
          <p:nvSpPr>
            <p:cNvPr id="425" name="曲线"/>
            <p:cNvSpPr>
              <a:spLocks/>
            </p:cNvSpPr>
            <p:nvPr/>
          </p:nvSpPr>
          <p:spPr>
            <a:xfrm rot="-5400000">
              <a:off x="3733753" y="6189379"/>
              <a:ext cx="226996" cy="203292"/>
            </a:xfrm>
            <a:custGeom>
              <a:gdLst>
                <a:gd name="T1" fmla="*/ 0 w 21600"/>
                <a:gd name="T2" fmla="*/ 0 h 21600"/>
                <a:gd name="T3" fmla="*/ 21600 w 21600"/>
                <a:gd name="T4" fmla="*/ 21600 h 21600"/>
              </a:gdLst>
              <a:rect l="T1" t="T2" r="T3" b="T4"/>
              <a:pathLst>
                <a:path w="21600" h="21600">
                  <a:moveTo>
                    <a:pt x="0" y="0"/>
                  </a:moveTo>
                  <a:lnTo>
                    <a:pt x="12959" y="0"/>
                  </a:lnTo>
                  <a:lnTo>
                    <a:pt x="21600" y="10799"/>
                  </a:lnTo>
                  <a:lnTo>
                    <a:pt x="12959" y="21600"/>
                  </a:lnTo>
                  <a:lnTo>
                    <a:pt x="0" y="21600"/>
                  </a:lnTo>
                  <a:lnTo>
                    <a:pt x="8640" y="10799"/>
                  </a:lnTo>
                  <a:lnTo>
                    <a:pt x="0" y="0"/>
                  </a:lnTo>
                  <a:close/>
                </a:path>
              </a:pathLst>
            </a:custGeom>
            <a:solidFill>
              <a:srgbClr val="ED7D31"/>
            </a:solidFill>
            <a:ln w="9525" cmpd="sng" cap="flat">
              <a:noFill/>
              <a:prstDash val="solid"/>
              <a:miter/>
            </a:ln>
          </p:spPr>
          <p:txBody>
            <a:bodyPr rtlCol="0" anchor="ctr"/>
            <a:lstStyle/>
            <a:p>
              <a:pPr algn="ctr"/>
            </a:p>
          </p:txBody>
        </p:sp>
        <p:sp>
          <p:nvSpPr>
            <p:cNvPr id="426" name="曲线"/>
            <p:cNvSpPr>
              <a:spLocks/>
            </p:cNvSpPr>
            <p:nvPr/>
          </p:nvSpPr>
          <p:spPr>
            <a:xfrm rot="-5400000">
              <a:off x="3733753" y="6392672"/>
              <a:ext cx="226996" cy="203293"/>
            </a:xfrm>
            <a:custGeom>
              <a:gdLst>
                <a:gd name="T1" fmla="*/ 0 w 21600"/>
                <a:gd name="T2" fmla="*/ 0 h 21600"/>
                <a:gd name="T3" fmla="*/ 21600 w 21600"/>
                <a:gd name="T4" fmla="*/ 21600 h 21600"/>
              </a:gdLst>
              <a:rect l="T1" t="T2" r="T3" b="T4"/>
              <a:pathLst>
                <a:path w="21600" h="21600">
                  <a:moveTo>
                    <a:pt x="0" y="0"/>
                  </a:moveTo>
                  <a:lnTo>
                    <a:pt x="12959" y="0"/>
                  </a:lnTo>
                  <a:lnTo>
                    <a:pt x="21600" y="10799"/>
                  </a:lnTo>
                  <a:lnTo>
                    <a:pt x="12959" y="21600"/>
                  </a:lnTo>
                  <a:lnTo>
                    <a:pt x="0" y="21600"/>
                  </a:lnTo>
                  <a:lnTo>
                    <a:pt x="8640" y="10799"/>
                  </a:lnTo>
                  <a:lnTo>
                    <a:pt x="0" y="0"/>
                  </a:lnTo>
                  <a:close/>
                </a:path>
              </a:pathLst>
            </a:custGeom>
            <a:solidFill>
              <a:srgbClr val="A5A5A5">
                <a:alpha val="50000"/>
              </a:srgbClr>
            </a:solidFill>
            <a:ln w="9525" cmpd="sng" cap="flat">
              <a:noFill/>
              <a:prstDash val="solid"/>
              <a:miter/>
            </a:ln>
          </p:spPr>
          <p:txBody>
            <a:bodyPr rtlCol="0" anchor="ctr"/>
            <a:lstStyle/>
            <a:p>
              <a:pPr algn="ctr"/>
            </a:p>
          </p:txBody>
        </p:sp>
        <p:sp>
          <p:nvSpPr>
            <p:cNvPr id="427" name="矩形"/>
            <p:cNvSpPr>
              <a:spLocks/>
            </p:cNvSpPr>
            <p:nvPr/>
          </p:nvSpPr>
          <p:spPr>
            <a:xfrm rot="0">
              <a:off x="3539574" y="2561338"/>
              <a:ext cx="2450469" cy="3462338"/>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50000"/>
                </a:lnSpc>
                <a:spcBef>
                  <a:spcPts val="0"/>
                </a:spcBef>
                <a:spcAft>
                  <a:spcPts val="0"/>
                </a:spcAft>
                <a:buNone/>
              </a:pP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sym typeface="微软雅黑" pitchFamily="0" charset="0"/>
                </a:rPr>
                <a:t>按建设单位要求，组织或参加</a:t>
              </a:r>
              <a:r>
                <a:rPr lang="zh-CN" altLang="en-US" sz="16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sym typeface="微软雅黑" pitchFamily="0" charset="0"/>
                </a:rPr>
                <a:t>设计交底、施工组织方案审查、开工报告审查</a:t>
              </a: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sym typeface="微软雅黑" pitchFamily="0" charset="0"/>
                </a:rPr>
                <a:t>、存在较大危险性隐患的分部分项工程</a:t>
              </a:r>
              <a:r>
                <a:rPr lang="zh-CN" altLang="en-US" sz="16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sym typeface="微软雅黑" pitchFamily="0" charset="0"/>
                </a:rPr>
                <a:t>专项施工方案审查</a:t>
              </a: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sym typeface="微软雅黑" pitchFamily="0" charset="0"/>
                </a:rPr>
                <a:t>、现场验槽、单元工程阶段性验收、质量事故分析以及工程初步验收与竣工验收等工作。</a:t>
              </a:r>
              <a:endParaRPr lang="zh-CN" altLang="en-US" sz="1600" b="0" i="0" u="none" strike="noStrike" kern="1200" cap="none" spc="0" baseline="0">
                <a:solidFill>
                  <a:schemeClr val="tx1"/>
                </a:solidFill>
                <a:latin typeface="微软雅黑" pitchFamily="0" charset="0"/>
                <a:ea typeface="微软雅黑" pitchFamily="0" charset="0"/>
                <a:cs typeface="微软雅黑" pitchFamily="0" charset="0"/>
              </a:endParaRPr>
            </a:p>
          </p:txBody>
        </p:sp>
      </p:grpSp>
      <p:sp>
        <p:nvSpPr>
          <p:cNvPr id="429" name="矩形"/>
          <p:cNvSpPr>
            <a:spLocks/>
          </p:cNvSpPr>
          <p:nvPr/>
        </p:nvSpPr>
        <p:spPr>
          <a:xfrm rot="0">
            <a:off x="291737" y="1131794"/>
            <a:ext cx="6493494" cy="684530"/>
          </a:xfrm>
          <a:prstGeom prst="rect"/>
          <a:solidFill>
            <a:srgbClr val="0070C0"/>
          </a:solidFill>
          <a:ln w="12700" cmpd="sng" cap="flat">
            <a:solidFill>
              <a:srgbClr val="41719C"/>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2400" b="1" i="0" u="none" strike="noStrike" kern="1200" cap="none" spc="0" baseline="0">
                <a:solidFill>
                  <a:srgbClr val="FFFFFF"/>
                </a:solidFill>
                <a:latin typeface="Calibri" pitchFamily="0" charset="0"/>
                <a:ea typeface="微软雅黑" pitchFamily="0" charset="0"/>
                <a:cs typeface="Calibri" pitchFamily="0" charset="0"/>
              </a:rPr>
              <a:t>第十七条：</a:t>
            </a:r>
            <a:r>
              <a:rPr lang="zh-CN" altLang="en-US" sz="2400" b="1" i="0" u="none" strike="noStrike" kern="1200" cap="none" spc="0" baseline="0">
                <a:solidFill>
                  <a:srgbClr val="FFC000"/>
                </a:solidFill>
                <a:latin typeface="Calibri" pitchFamily="0" charset="0"/>
                <a:ea typeface="微软雅黑" pitchFamily="0" charset="0"/>
                <a:cs typeface="Calibri" pitchFamily="0" charset="0"/>
              </a:rPr>
              <a:t>监理</a:t>
            </a:r>
            <a:r>
              <a:rPr lang="zh-CN" altLang="en-US" sz="2400" b="1" i="0" u="none" strike="noStrike" kern="1200" cap="none" spc="0" baseline="0">
                <a:solidFill>
                  <a:srgbClr val="FFFFFF"/>
                </a:solidFill>
                <a:latin typeface="Calibri" pitchFamily="0" charset="0"/>
                <a:ea typeface="微软雅黑" pitchFamily="0" charset="0"/>
                <a:cs typeface="Calibri" pitchFamily="0" charset="0"/>
              </a:rPr>
              <a:t>单位在项目实施过程中职责</a:t>
            </a:r>
            <a:endParaRPr lang="zh-CN" altLang="en-US" sz="2400" b="1" i="0" u="none" strike="noStrike" kern="1200" cap="none" spc="0" baseline="0">
              <a:solidFill>
                <a:srgbClr val="FFFFFF"/>
              </a:solidFill>
              <a:latin typeface="Calibri" pitchFamily="0" charset="0"/>
              <a:ea typeface="微软雅黑" pitchFamily="0" charset="0"/>
              <a:cs typeface="Calibri" pitchFamily="0" charset="0"/>
            </a:endParaRPr>
          </a:p>
        </p:txBody>
      </p:sp>
      <p:grpSp>
        <p:nvGrpSpPr>
          <p:cNvPr id="436" name="组合"/>
          <p:cNvGrpSpPr>
            <a:grpSpLocks/>
          </p:cNvGrpSpPr>
          <p:nvPr/>
        </p:nvGrpSpPr>
        <p:grpSpPr>
          <a:xfrm>
            <a:off x="5944530" y="2279055"/>
            <a:ext cx="3032405" cy="4479785"/>
            <a:chOff x="5944530" y="2279055"/>
            <a:chExt cx="3032405" cy="4479785"/>
          </a:xfrm>
        </p:grpSpPr>
        <p:sp>
          <p:nvSpPr>
            <p:cNvPr id="430" name="椭圆"/>
            <p:cNvSpPr>
              <a:spLocks/>
            </p:cNvSpPr>
            <p:nvPr/>
          </p:nvSpPr>
          <p:spPr>
            <a:xfrm rot="0">
              <a:off x="5944530" y="2279055"/>
              <a:ext cx="558345" cy="457408"/>
            </a:xfrm>
            <a:prstGeom prst="ellipse"/>
            <a:solidFill>
              <a:srgbClr val="5B9BD5">
                <a:alpha val="50000"/>
              </a:srgbClr>
            </a:solidFill>
            <a:ln w="9525" cmpd="sng" cap="flat">
              <a:noFill/>
              <a:prstDash val="solid"/>
              <a:miter/>
            </a:ln>
          </p:spPr>
          <p:txBody>
            <a:bodyPr rtlCol="0" anchor="ctr"/>
            <a:lstStyle/>
            <a:p>
              <a:pPr algn="ctr"/>
            </a:p>
          </p:txBody>
        </p:sp>
        <p:sp>
          <p:nvSpPr>
            <p:cNvPr id="431" name="椭圆"/>
            <p:cNvSpPr>
              <a:spLocks/>
            </p:cNvSpPr>
            <p:nvPr/>
          </p:nvSpPr>
          <p:spPr>
            <a:xfrm rot="0">
              <a:off x="6018527" y="2345798"/>
              <a:ext cx="393906" cy="322696"/>
            </a:xfrm>
            <a:prstGeom prst="ellipse"/>
            <a:solidFill>
              <a:srgbClr val="5B9BD5"/>
            </a:solidFill>
            <a:ln w="9525" cmpd="sng" cap="flat">
              <a:noFill/>
              <a:prstDash val="solid"/>
              <a:miter/>
            </a:ln>
          </p:spPr>
          <p:txBody>
            <a:bodyPr rtlCol="0" anchor="ctr"/>
            <a:lstStyle/>
            <a:p>
              <a:pPr algn="ctr"/>
            </a:p>
          </p:txBody>
        </p:sp>
        <p:sp>
          <p:nvSpPr>
            <p:cNvPr id="432" name="直线"/>
            <p:cNvSpPr>
              <a:spLocks/>
            </p:cNvSpPr>
            <p:nvPr/>
          </p:nvSpPr>
          <p:spPr>
            <a:xfrm rot="0">
              <a:off x="6205390" y="2561337"/>
              <a:ext cx="0" cy="4038297"/>
            </a:xfrm>
            <a:prstGeom prst="line"/>
            <a:solidFill>
              <a:schemeClr val="accent1"/>
            </a:solidFill>
            <a:ln w="9525" cmpd="sng" cap="flat">
              <a:solidFill>
                <a:srgbClr val="5B9BD5"/>
              </a:solidFill>
              <a:prstDash val="dash"/>
              <a:round/>
            </a:ln>
          </p:spPr>
          <p:txBody>
            <a:bodyPr rtlCol="0" anchor="ctr"/>
            <a:lstStyle/>
            <a:p>
              <a:pPr algn="ctr"/>
            </a:p>
          </p:txBody>
        </p:sp>
        <p:sp>
          <p:nvSpPr>
            <p:cNvPr id="433" name="曲线"/>
            <p:cNvSpPr>
              <a:spLocks/>
            </p:cNvSpPr>
            <p:nvPr/>
          </p:nvSpPr>
          <p:spPr>
            <a:xfrm rot="16200000">
              <a:off x="6517084" y="6329824"/>
              <a:ext cx="203292" cy="248153"/>
            </a:xfrm>
            <a:custGeom>
              <a:gdLst>
                <a:gd name="T1" fmla="*/ 0 w 21600"/>
                <a:gd name="T2" fmla="*/ 0 h 21600"/>
                <a:gd name="T3" fmla="*/ 21600 w 21600"/>
                <a:gd name="T4" fmla="*/ 21600 h 21600"/>
              </a:gdLst>
              <a:rect l="T1" t="T2" r="T3" b="T4"/>
              <a:pathLst>
                <a:path w="21600" h="21600">
                  <a:moveTo>
                    <a:pt x="0" y="0"/>
                  </a:moveTo>
                  <a:lnTo>
                    <a:pt x="12960" y="0"/>
                  </a:lnTo>
                  <a:lnTo>
                    <a:pt x="21600" y="10799"/>
                  </a:lnTo>
                  <a:lnTo>
                    <a:pt x="12960" y="21600"/>
                  </a:lnTo>
                  <a:lnTo>
                    <a:pt x="0" y="21600"/>
                  </a:lnTo>
                  <a:lnTo>
                    <a:pt x="8640" y="10799"/>
                  </a:lnTo>
                  <a:lnTo>
                    <a:pt x="0" y="0"/>
                  </a:lnTo>
                  <a:close/>
                </a:path>
              </a:pathLst>
            </a:custGeom>
            <a:solidFill>
              <a:srgbClr val="ED7D31"/>
            </a:solidFill>
            <a:ln w="9525" cmpd="sng" cap="flat">
              <a:noFill/>
              <a:prstDash val="solid"/>
              <a:miter/>
            </a:ln>
          </p:spPr>
          <p:txBody>
            <a:bodyPr rtlCol="0" anchor="ctr"/>
            <a:lstStyle/>
            <a:p>
              <a:pPr algn="ctr"/>
            </a:p>
          </p:txBody>
        </p:sp>
        <p:sp>
          <p:nvSpPr>
            <p:cNvPr id="434" name="曲线"/>
            <p:cNvSpPr>
              <a:spLocks/>
            </p:cNvSpPr>
            <p:nvPr/>
          </p:nvSpPr>
          <p:spPr>
            <a:xfrm rot="16200000">
              <a:off x="6517084" y="6533117"/>
              <a:ext cx="203292" cy="248153"/>
            </a:xfrm>
            <a:custGeom>
              <a:gdLst>
                <a:gd name="T1" fmla="*/ 0 w 21600"/>
                <a:gd name="T2" fmla="*/ 0 h 21600"/>
                <a:gd name="T3" fmla="*/ 21600 w 21600"/>
                <a:gd name="T4" fmla="*/ 21600 h 21600"/>
              </a:gdLst>
              <a:rect l="T1" t="T2" r="T3" b="T4"/>
              <a:pathLst>
                <a:path w="21600" h="21600">
                  <a:moveTo>
                    <a:pt x="0" y="0"/>
                  </a:moveTo>
                  <a:lnTo>
                    <a:pt x="12960" y="0"/>
                  </a:lnTo>
                  <a:lnTo>
                    <a:pt x="21600" y="10799"/>
                  </a:lnTo>
                  <a:lnTo>
                    <a:pt x="12960" y="21600"/>
                  </a:lnTo>
                  <a:lnTo>
                    <a:pt x="0" y="21600"/>
                  </a:lnTo>
                  <a:lnTo>
                    <a:pt x="8640" y="10799"/>
                  </a:lnTo>
                  <a:lnTo>
                    <a:pt x="0" y="0"/>
                  </a:lnTo>
                  <a:close/>
                </a:path>
              </a:pathLst>
            </a:custGeom>
            <a:solidFill>
              <a:srgbClr val="A5A5A5">
                <a:alpha val="50000"/>
              </a:srgbClr>
            </a:solidFill>
            <a:ln w="9525" cmpd="sng" cap="flat">
              <a:noFill/>
              <a:prstDash val="solid"/>
              <a:miter/>
            </a:ln>
          </p:spPr>
          <p:txBody>
            <a:bodyPr rtlCol="0" anchor="ctr"/>
            <a:lstStyle/>
            <a:p>
              <a:pPr algn="ctr"/>
            </a:p>
          </p:txBody>
        </p:sp>
        <p:sp>
          <p:nvSpPr>
            <p:cNvPr id="435" name="矩形"/>
            <p:cNvSpPr>
              <a:spLocks/>
            </p:cNvSpPr>
            <p:nvPr/>
          </p:nvSpPr>
          <p:spPr>
            <a:xfrm rot="0">
              <a:off x="6310781" y="2552765"/>
              <a:ext cx="2666154" cy="3819525"/>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50000"/>
                </a:lnSpc>
                <a:spcBef>
                  <a:spcPts val="0"/>
                </a:spcBef>
                <a:spcAft>
                  <a:spcPts val="0"/>
                </a:spcAft>
                <a:buNone/>
              </a:pP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rPr>
                <a:t>检查施工单位的质量和安全生产</a:t>
              </a:r>
              <a:r>
                <a:rPr lang="zh-CN" altLang="en-US" sz="16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制度及措施</a:t>
              </a: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rPr>
                <a:t>落实情况；核查主要</a:t>
              </a:r>
              <a:r>
                <a:rPr lang="zh-CN" altLang="en-US" sz="16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管理人员</a:t>
              </a: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rPr>
                <a:t>和</a:t>
              </a:r>
              <a:r>
                <a:rPr lang="zh-CN" altLang="en-US" sz="16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关键设备</a:t>
              </a: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rPr>
                <a:t>到位情况、相关从业人员依法应当取得的执业</a:t>
              </a:r>
              <a:r>
                <a:rPr lang="zh-CN" altLang="en-US" sz="16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资格证书</a:t>
              </a: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rPr>
                <a:t>或者考核合格证书情况、设备合格证书和施工</a:t>
              </a:r>
              <a:r>
                <a:rPr lang="zh-CN" altLang="en-US" sz="16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技术档案</a:t>
              </a: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rPr>
                <a:t>情况；督促施工单位及时整改</a:t>
              </a:r>
              <a:r>
                <a:rPr lang="zh-CN" altLang="en-US" sz="16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工程质量问题</a:t>
              </a: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rPr>
                <a:t>，消除安全生产隐患。</a:t>
              </a:r>
              <a:endParaRPr lang="zh-CN" altLang="en-US" sz="1600" b="0" i="0" u="none" strike="noStrike" kern="1200" cap="none" spc="0" baseline="0">
                <a:solidFill>
                  <a:schemeClr val="tx1"/>
                </a:solidFill>
                <a:latin typeface="微软雅黑" pitchFamily="0" charset="0"/>
                <a:ea typeface="微软雅黑" pitchFamily="0" charset="0"/>
                <a:cs typeface="微软雅黑" pitchFamily="0" charset="0"/>
              </a:endParaRPr>
            </a:p>
          </p:txBody>
        </p:sp>
      </p:grpSp>
      <p:grpSp>
        <p:nvGrpSpPr>
          <p:cNvPr id="443" name="组合"/>
          <p:cNvGrpSpPr>
            <a:grpSpLocks/>
          </p:cNvGrpSpPr>
          <p:nvPr/>
        </p:nvGrpSpPr>
        <p:grpSpPr>
          <a:xfrm>
            <a:off x="9089773" y="2279055"/>
            <a:ext cx="2387306" cy="4320583"/>
            <a:chOff x="9089773" y="2279055"/>
            <a:chExt cx="2387306" cy="4320583"/>
          </a:xfrm>
        </p:grpSpPr>
        <p:sp>
          <p:nvSpPr>
            <p:cNvPr id="437" name="椭圆"/>
            <p:cNvSpPr>
              <a:spLocks/>
            </p:cNvSpPr>
            <p:nvPr/>
          </p:nvSpPr>
          <p:spPr>
            <a:xfrm rot="0">
              <a:off x="9089773" y="2279055"/>
              <a:ext cx="474286" cy="457408"/>
            </a:xfrm>
            <a:prstGeom prst="ellipse"/>
            <a:solidFill>
              <a:srgbClr val="5B9BD5">
                <a:alpha val="50000"/>
              </a:srgbClr>
            </a:solidFill>
            <a:ln w="9525" cmpd="sng" cap="flat">
              <a:noFill/>
              <a:prstDash val="solid"/>
              <a:miter/>
            </a:ln>
          </p:spPr>
          <p:txBody>
            <a:bodyPr rtlCol="0" anchor="ctr"/>
            <a:lstStyle/>
            <a:p>
              <a:pPr algn="ctr"/>
            </a:p>
          </p:txBody>
        </p:sp>
        <p:sp>
          <p:nvSpPr>
            <p:cNvPr id="438" name="椭圆"/>
            <p:cNvSpPr>
              <a:spLocks/>
            </p:cNvSpPr>
            <p:nvPr/>
          </p:nvSpPr>
          <p:spPr>
            <a:xfrm rot="0">
              <a:off x="9152630" y="2345799"/>
              <a:ext cx="334604" cy="322696"/>
            </a:xfrm>
            <a:prstGeom prst="ellipse"/>
            <a:solidFill>
              <a:srgbClr val="5B9BD5"/>
            </a:solidFill>
            <a:ln w="9525" cmpd="sng" cap="flat">
              <a:noFill/>
              <a:prstDash val="solid"/>
              <a:miter/>
            </a:ln>
          </p:spPr>
          <p:txBody>
            <a:bodyPr rtlCol="0" anchor="ctr"/>
            <a:lstStyle/>
            <a:p>
              <a:pPr algn="ctr"/>
            </a:p>
          </p:txBody>
        </p:sp>
        <p:sp>
          <p:nvSpPr>
            <p:cNvPr id="439" name="直线"/>
            <p:cNvSpPr>
              <a:spLocks/>
            </p:cNvSpPr>
            <p:nvPr/>
          </p:nvSpPr>
          <p:spPr>
            <a:xfrm rot="0">
              <a:off x="9311361" y="2561338"/>
              <a:ext cx="0" cy="4038301"/>
            </a:xfrm>
            <a:prstGeom prst="line"/>
            <a:solidFill>
              <a:schemeClr val="accent1"/>
            </a:solidFill>
            <a:ln w="9525" cmpd="sng" cap="flat">
              <a:solidFill>
                <a:srgbClr val="5B9BD5"/>
              </a:solidFill>
              <a:prstDash val="dash"/>
              <a:round/>
            </a:ln>
          </p:spPr>
          <p:txBody>
            <a:bodyPr rtlCol="0" anchor="ctr"/>
            <a:lstStyle/>
            <a:p>
              <a:pPr algn="ctr"/>
            </a:p>
          </p:txBody>
        </p:sp>
        <p:sp>
          <p:nvSpPr>
            <p:cNvPr id="440" name="曲线"/>
            <p:cNvSpPr>
              <a:spLocks/>
            </p:cNvSpPr>
            <p:nvPr/>
          </p:nvSpPr>
          <p:spPr>
            <a:xfrm rot="-5400000">
              <a:off x="9557075" y="6189379"/>
              <a:ext cx="210793" cy="203292"/>
            </a:xfrm>
            <a:custGeom>
              <a:gdLst>
                <a:gd name="T1" fmla="*/ 0 w 21600"/>
                <a:gd name="T2" fmla="*/ 0 h 21600"/>
                <a:gd name="T3" fmla="*/ 21600 w 21600"/>
                <a:gd name="T4" fmla="*/ 21600 h 21600"/>
              </a:gdLst>
              <a:rect l="T1" t="T2" r="T3" b="T4"/>
              <a:pathLst>
                <a:path w="21600" h="21600">
                  <a:moveTo>
                    <a:pt x="0" y="0"/>
                  </a:moveTo>
                  <a:lnTo>
                    <a:pt x="12960" y="0"/>
                  </a:lnTo>
                  <a:lnTo>
                    <a:pt x="21600" y="10799"/>
                  </a:lnTo>
                  <a:lnTo>
                    <a:pt x="12960" y="21600"/>
                  </a:lnTo>
                  <a:lnTo>
                    <a:pt x="0" y="21600"/>
                  </a:lnTo>
                  <a:lnTo>
                    <a:pt x="8639" y="10799"/>
                  </a:lnTo>
                  <a:lnTo>
                    <a:pt x="0" y="0"/>
                  </a:lnTo>
                  <a:close/>
                </a:path>
              </a:pathLst>
            </a:custGeom>
            <a:solidFill>
              <a:srgbClr val="ED7D31"/>
            </a:solidFill>
            <a:ln w="9525" cmpd="sng" cap="flat">
              <a:noFill/>
              <a:prstDash val="solid"/>
              <a:miter/>
            </a:ln>
          </p:spPr>
          <p:txBody>
            <a:bodyPr rtlCol="0" anchor="ctr"/>
            <a:lstStyle/>
            <a:p>
              <a:pPr algn="ctr"/>
            </a:p>
          </p:txBody>
        </p:sp>
        <p:sp>
          <p:nvSpPr>
            <p:cNvPr id="441" name="曲线"/>
            <p:cNvSpPr>
              <a:spLocks/>
            </p:cNvSpPr>
            <p:nvPr/>
          </p:nvSpPr>
          <p:spPr>
            <a:xfrm rot="-5400000">
              <a:off x="9557075" y="6392672"/>
              <a:ext cx="210793" cy="203293"/>
            </a:xfrm>
            <a:custGeom>
              <a:gdLst>
                <a:gd name="T1" fmla="*/ 0 w 21600"/>
                <a:gd name="T2" fmla="*/ 0 h 21600"/>
                <a:gd name="T3" fmla="*/ 21600 w 21600"/>
                <a:gd name="T4" fmla="*/ 21600 h 21600"/>
              </a:gdLst>
              <a:rect l="T1" t="T2" r="T3" b="T4"/>
              <a:pathLst>
                <a:path w="21600" h="21600">
                  <a:moveTo>
                    <a:pt x="0" y="0"/>
                  </a:moveTo>
                  <a:lnTo>
                    <a:pt x="12960" y="0"/>
                  </a:lnTo>
                  <a:lnTo>
                    <a:pt x="21600" y="10799"/>
                  </a:lnTo>
                  <a:lnTo>
                    <a:pt x="12960" y="21600"/>
                  </a:lnTo>
                  <a:lnTo>
                    <a:pt x="0" y="21600"/>
                  </a:lnTo>
                  <a:lnTo>
                    <a:pt x="8639" y="10799"/>
                  </a:lnTo>
                  <a:lnTo>
                    <a:pt x="0" y="0"/>
                  </a:lnTo>
                  <a:close/>
                </a:path>
              </a:pathLst>
            </a:custGeom>
            <a:solidFill>
              <a:srgbClr val="A5A5A5">
                <a:alpha val="50000"/>
              </a:srgbClr>
            </a:solidFill>
            <a:ln w="9525" cmpd="sng" cap="flat">
              <a:noFill/>
              <a:prstDash val="solid"/>
              <a:miter/>
            </a:ln>
          </p:spPr>
          <p:txBody>
            <a:bodyPr rtlCol="0" anchor="ctr"/>
            <a:lstStyle/>
            <a:p>
              <a:pPr algn="ctr"/>
            </a:p>
          </p:txBody>
        </p:sp>
        <p:sp>
          <p:nvSpPr>
            <p:cNvPr id="442" name="矩形"/>
            <p:cNvSpPr>
              <a:spLocks/>
            </p:cNvSpPr>
            <p:nvPr/>
          </p:nvSpPr>
          <p:spPr>
            <a:xfrm rot="0">
              <a:off x="9417392" y="2552765"/>
              <a:ext cx="2059687" cy="2747962"/>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50000"/>
                </a:lnSpc>
                <a:spcBef>
                  <a:spcPts val="0"/>
                </a:spcBef>
                <a:spcAft>
                  <a:spcPts val="0"/>
                </a:spcAft>
                <a:buNone/>
              </a:pP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sym typeface="微软雅黑" pitchFamily="0" charset="0"/>
                </a:rPr>
                <a:t>监理工程师应当按照工程监理规范的要求，采取</a:t>
              </a:r>
              <a:r>
                <a:rPr lang="zh-CN" altLang="en-US" sz="16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sym typeface="微软雅黑" pitchFamily="0" charset="0"/>
                </a:rPr>
                <a:t>旁站、巡视和平行检验</a:t>
              </a: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sym typeface="微软雅黑" pitchFamily="0" charset="0"/>
                </a:rPr>
                <a:t>等形式对工程实施监理，并及时、真实、完整地做好</a:t>
              </a:r>
              <a:r>
                <a:rPr lang="zh-CN" altLang="en-US" sz="1600" b="0" i="0" u="none" strike="noStrike" kern="1200" cap="none" spc="0" baseline="0">
                  <a:solidFill>
                    <a:srgbClr val="FF0000"/>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sym typeface="微软雅黑" pitchFamily="0" charset="0"/>
                </a:rPr>
                <a:t>监理记录</a:t>
              </a:r>
              <a:r>
                <a:rPr lang="zh-CN" altLang="en-US" sz="1600" b="0" i="0" u="none" strike="noStrike" kern="1200" cap="none" spc="0" baseline="0">
                  <a:solidFill>
                    <a:schemeClr val="tx1"/>
                  </a:solidFill>
                  <a:latin typeface="微软雅黑" pitchFamily="0" charset="0"/>
                  <a:ea typeface="微软雅黑" pitchFamily="0" charset="0"/>
                  <a:cs typeface="微软雅黑" pitchFamily="0" charset="0"/>
                  <a:sym typeface="微软雅黑" pitchFamily="0" charset="0"/>
                </a:rPr>
                <a:t>。</a:t>
              </a:r>
              <a:endParaRPr lang="zh-CN" altLang="en-US" sz="1600" b="0" i="0" u="none" strike="noStrike" kern="1200" cap="none" spc="0" baseline="0">
                <a:solidFill>
                  <a:schemeClr val="tx1"/>
                </a:solidFill>
                <a:latin typeface="微软雅黑" pitchFamily="0" charset="0"/>
                <a:ea typeface="微软雅黑" pitchFamily="0" charset="0"/>
                <a:cs typeface="微软雅黑" pitchFamily="0" charset="0"/>
              </a:endParaRPr>
            </a:p>
          </p:txBody>
        </p:sp>
      </p:grpSp>
      <p:grpSp>
        <p:nvGrpSpPr>
          <p:cNvPr id="447" name="组合"/>
          <p:cNvGrpSpPr>
            <a:grpSpLocks/>
          </p:cNvGrpSpPr>
          <p:nvPr/>
        </p:nvGrpSpPr>
        <p:grpSpPr>
          <a:xfrm>
            <a:off x="6872234" y="1411067"/>
            <a:ext cx="403698" cy="141983"/>
            <a:chOff x="6872234" y="1411067"/>
            <a:chExt cx="403698" cy="141983"/>
          </a:xfrm>
        </p:grpSpPr>
        <p:sp>
          <p:nvSpPr>
            <p:cNvPr id="444" name="燕尾形"/>
            <p:cNvSpPr>
              <a:spLocks/>
            </p:cNvSpPr>
            <p:nvPr/>
          </p:nvSpPr>
          <p:spPr>
            <a:xfrm rot="0">
              <a:off x="6872234" y="1411067"/>
              <a:ext cx="144569" cy="141983"/>
            </a:xfrm>
            <a:prstGeom prst="chevron">
              <a:avLst>
                <a:gd name="adj" fmla="val 50911"/>
              </a:avLst>
            </a:prstGeom>
            <a:solidFill>
              <a:srgbClr val="FF6600"/>
            </a:solidFill>
            <a:ln w="12700" cmpd="sng" cap="flat">
              <a:noFill/>
              <a:prstDash val="solid"/>
              <a:round/>
            </a:ln>
          </p:spPr>
          <p:txBody>
            <a:bodyPr rtlCol="0" anchor="ctr"/>
            <a:lstStyle/>
            <a:p>
              <a:pPr algn="ctr"/>
            </a:p>
          </p:txBody>
        </p:sp>
        <p:sp>
          <p:nvSpPr>
            <p:cNvPr id="445" name="燕尾形"/>
            <p:cNvSpPr>
              <a:spLocks/>
            </p:cNvSpPr>
            <p:nvPr/>
          </p:nvSpPr>
          <p:spPr>
            <a:xfrm rot="0">
              <a:off x="7001799" y="1411067"/>
              <a:ext cx="144569" cy="141983"/>
            </a:xfrm>
            <a:prstGeom prst="chevron">
              <a:avLst>
                <a:gd name="adj" fmla="val 50911"/>
              </a:avLst>
            </a:prstGeom>
            <a:solidFill>
              <a:srgbClr val="FF6600"/>
            </a:solidFill>
            <a:ln w="12700" cmpd="sng" cap="flat">
              <a:noFill/>
              <a:prstDash val="solid"/>
              <a:round/>
            </a:ln>
          </p:spPr>
          <p:txBody>
            <a:bodyPr rtlCol="0" anchor="ctr"/>
            <a:lstStyle/>
            <a:p>
              <a:pPr algn="ctr"/>
            </a:p>
          </p:txBody>
        </p:sp>
        <p:sp>
          <p:nvSpPr>
            <p:cNvPr id="446" name="燕尾形"/>
            <p:cNvSpPr>
              <a:spLocks/>
            </p:cNvSpPr>
            <p:nvPr/>
          </p:nvSpPr>
          <p:spPr>
            <a:xfrm rot="0">
              <a:off x="7131364" y="1411067"/>
              <a:ext cx="144568" cy="141983"/>
            </a:xfrm>
            <a:prstGeom prst="chevron">
              <a:avLst>
                <a:gd name="adj" fmla="val 50910"/>
              </a:avLst>
            </a:prstGeom>
            <a:solidFill>
              <a:srgbClr val="FF6600"/>
            </a:solidFill>
            <a:ln w="12700" cmpd="sng" cap="flat">
              <a:noFill/>
              <a:prstDash val="solid"/>
              <a:round/>
            </a:ln>
          </p:spPr>
          <p:txBody>
            <a:bodyPr rtlCol="0" anchor="ctr"/>
            <a:lstStyle/>
            <a:p>
              <a:pPr algn="ctr"/>
            </a:p>
          </p:txBody>
        </p:sp>
      </p:grpSp>
      <p:sp>
        <p:nvSpPr>
          <p:cNvPr id="448" name="矩形"/>
          <p:cNvSpPr>
            <a:spLocks/>
          </p:cNvSpPr>
          <p:nvPr/>
        </p:nvSpPr>
        <p:spPr>
          <a:xfrm rot="0">
            <a:off x="7357447" y="1147795"/>
            <a:ext cx="1864975" cy="668528"/>
          </a:xfrm>
          <a:prstGeom prst="rect"/>
          <a:solidFill>
            <a:schemeClr val="accent6"/>
          </a:solidFill>
          <a:ln w="9525" cmpd="sng" cap="flat">
            <a:noFill/>
            <a:prstDash val="solid"/>
            <a:round/>
          </a:ln>
        </p:spPr>
        <p:txBody>
          <a:bodyPr vert="horz" wrap="square" lIns="91440" tIns="45720" rIns="91440" bIns="45720" anchor="ctr" anchorCtr="0">
            <a:prstTxWarp prst="textNoShape"/>
          </a:bodyPr>
          <a:lstStyle/>
          <a:p>
            <a:pPr marL="0" indent="0" algn="ctr">
              <a:lnSpc>
                <a:spcPct val="120000"/>
              </a:lnSpc>
              <a:spcBef>
                <a:spcPts val="0"/>
              </a:spcBef>
              <a:spcAft>
                <a:spcPts val="0"/>
              </a:spcAft>
              <a:buNone/>
            </a:pPr>
            <a:r>
              <a:rPr lang="zh-CN" altLang="en-US" sz="2400" b="1" i="0" u="none" strike="noStrike" kern="1200" cap="none" spc="0" baseline="0">
                <a:solidFill>
                  <a:srgbClr val="FFFFFF"/>
                </a:solidFill>
                <a:latin typeface="微软雅黑" pitchFamily="0" charset="0"/>
                <a:ea typeface="微软雅黑" pitchFamily="0" charset="0"/>
                <a:cs typeface="Calibri" pitchFamily="0" charset="0"/>
              </a:rPr>
              <a:t>全过程监理</a:t>
            </a:r>
            <a:endParaRPr lang="zh-CN" altLang="en-US" sz="2400" b="1" i="0" u="none" strike="noStrike" kern="1200" cap="none" spc="0" baseline="0">
              <a:solidFill>
                <a:srgbClr val="FFFFFF"/>
              </a:solidFill>
              <a:latin typeface="微软雅黑" pitchFamily="0" charset="0"/>
              <a:ea typeface="微软雅黑" pitchFamily="0" charset="0"/>
              <a:cs typeface="Calibri" pitchFamily="0" charset="0"/>
            </a:endParaRPr>
          </a:p>
        </p:txBody>
      </p:sp>
      <p:sp>
        <p:nvSpPr>
          <p:cNvPr id="449" name="矩形"/>
          <p:cNvSpPr>
            <a:spLocks/>
          </p:cNvSpPr>
          <p:nvPr/>
        </p:nvSpPr>
        <p:spPr>
          <a:xfrm rot="0">
            <a:off x="202454" y="262105"/>
            <a:ext cx="3119866" cy="546100"/>
          </a:xfrm>
          <a:prstGeom prst="rect"/>
          <a:noFill/>
          <a:ln w="9525" cmpd="sng" cap="flat">
            <a:noFill/>
            <a:prstDash val="solid"/>
            <a:round/>
          </a:ln>
        </p:spPr>
        <p:txBody>
          <a:bodyPr vert="horz" wrap="square" lIns="90000" tIns="46800" rIns="90000" bIns="46800" anchor="ctr" anchorCtr="0">
            <a:prstTxWarp prst="textNoShape"/>
          </a:bodyPr>
          <a:lstStyle/>
          <a:p>
            <a:pPr marL="0" indent="0" algn="l" eaLnBrk="1" fontAlgn="base" latinLnBrk="0" hangingPunct="1">
              <a:lnSpc>
                <a:spcPct val="100000"/>
              </a:lnSpc>
              <a:spcBef>
                <a:spcPts val="0"/>
              </a:spcBef>
              <a:spcAft>
                <a:spcPts val="0"/>
              </a:spcAft>
              <a:buNone/>
            </a:pPr>
            <a:r>
              <a:rPr lang="zh-CN" altLang="en-US" sz="3200" b="1" i="0" u="none" strike="noStrike" kern="1200" cap="none" spc="300" baseline="0">
                <a:solidFill>
                  <a:schemeClr val="tx2"/>
                </a:solidFill>
                <a:latin typeface="微软雅黑" pitchFamily="0" charset="0"/>
                <a:ea typeface="微软雅黑" pitchFamily="0" charset="0"/>
                <a:cs typeface="Calibri" pitchFamily="0" charset="0"/>
              </a:rPr>
              <a:t>四、规范内容</a:t>
            </a:r>
            <a:endParaRPr lang="zh-CN" altLang="en-US" sz="3200" b="1" i="0" u="none" strike="noStrike" kern="1200" cap="none" spc="300" baseline="0">
              <a:solidFill>
                <a:schemeClr val="tx2"/>
              </a:solidFill>
              <a:latin typeface="微软雅黑" pitchFamily="0" charset="0"/>
              <a:ea typeface="微软雅黑" pitchFamily="0" charset="0"/>
              <a:cs typeface="Calibri" pitchFamily="0" charset="0"/>
            </a:endParaRPr>
          </a:p>
        </p:txBody>
      </p:sp>
      <p:grpSp>
        <p:nvGrpSpPr>
          <p:cNvPr id="453" name="组合"/>
          <p:cNvGrpSpPr>
            <a:grpSpLocks/>
          </p:cNvGrpSpPr>
          <p:nvPr/>
        </p:nvGrpSpPr>
        <p:grpSpPr>
          <a:xfrm>
            <a:off x="3117193" y="472687"/>
            <a:ext cx="403698" cy="141984"/>
            <a:chOff x="3117193" y="472687"/>
            <a:chExt cx="403698" cy="141984"/>
          </a:xfrm>
        </p:grpSpPr>
        <p:sp>
          <p:nvSpPr>
            <p:cNvPr id="450" name="燕尾形"/>
            <p:cNvSpPr>
              <a:spLocks/>
            </p:cNvSpPr>
            <p:nvPr/>
          </p:nvSpPr>
          <p:spPr>
            <a:xfrm rot="0">
              <a:off x="3117193"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451" name="燕尾形"/>
            <p:cNvSpPr>
              <a:spLocks/>
            </p:cNvSpPr>
            <p:nvPr/>
          </p:nvSpPr>
          <p:spPr>
            <a:xfrm rot="0">
              <a:off x="3246757"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452" name="燕尾形"/>
            <p:cNvSpPr>
              <a:spLocks/>
            </p:cNvSpPr>
            <p:nvPr/>
          </p:nvSpPr>
          <p:spPr>
            <a:xfrm rot="0">
              <a:off x="3376322"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grpSp>
      <p:sp>
        <p:nvSpPr>
          <p:cNvPr id="454" name="矩形"/>
          <p:cNvSpPr>
            <a:spLocks/>
          </p:cNvSpPr>
          <p:nvPr/>
        </p:nvSpPr>
        <p:spPr>
          <a:xfrm rot="0">
            <a:off x="3667719" y="309258"/>
            <a:ext cx="2698247" cy="451794"/>
          </a:xfrm>
          <a:prstGeom prst="rect"/>
          <a:solidFill>
            <a:schemeClr val="accent1"/>
          </a:solidFill>
          <a:ln w="9525" cmpd="sng" cap="flat">
            <a:noFill/>
            <a:prstDash val="solid"/>
            <a:round/>
          </a:ln>
        </p:spPr>
        <p:txBody>
          <a:bodyPr vert="horz" wrap="square" lIns="91440" tIns="45720" rIns="91440" bIns="45720" anchor="ctr" anchorCtr="0">
            <a:prstTxWarp prst="textNoShape"/>
          </a:bodyPr>
          <a:lstStyle/>
          <a:p>
            <a:pPr marL="0" indent="0" algn="ctr">
              <a:lnSpc>
                <a:spcPct val="120000"/>
              </a:lnSpc>
              <a:spcBef>
                <a:spcPts val="0"/>
              </a:spcBef>
              <a:spcAft>
                <a:spcPts val="0"/>
              </a:spcAft>
              <a:buNone/>
            </a:pPr>
            <a:r>
              <a:rPr lang="zh-CN" altLang="en-US" sz="2400" b="1" i="0" u="none" strike="noStrike" kern="1200" cap="none" spc="0" baseline="0">
                <a:solidFill>
                  <a:srgbClr val="FFFFFF"/>
                </a:solidFill>
                <a:latin typeface="微软雅黑" pitchFamily="0" charset="0"/>
                <a:ea typeface="微软雅黑" pitchFamily="0" charset="0"/>
                <a:cs typeface="Calibri" pitchFamily="0" charset="0"/>
              </a:rPr>
              <a:t>第三章 项目实施</a:t>
            </a:r>
            <a:endParaRPr lang="zh-CN" altLang="en-US" sz="2400" b="1" i="0" u="none" strike="noStrike" kern="1200" cap="none" spc="0" baseline="0">
              <a:solidFill>
                <a:srgbClr val="FFFFFF"/>
              </a:solidFill>
              <a:latin typeface="微软雅黑" pitchFamily="0" charset="0"/>
              <a:ea typeface="微软雅黑" pitchFamily="0" charset="0"/>
              <a:cs typeface="Calibri" pitchFamily="0" charset="0"/>
            </a:endParaRPr>
          </a:p>
        </p:txBody>
      </p:sp>
    </p:spTree>
    <p:extLst>
      <p:ext uri="{BB962C8B-B14F-4D97-AF65-F5344CB8AC3E}">
        <p14:creationId xmlns:p14="http://schemas.microsoft.com/office/powerpoint/2010/main" val="483489267"/>
      </p:ext>
    </p:extLst>
  </p:cSld>
  <p:clrMapOvr>
    <a:masterClrMapping/>
  </p:clrMapOvr>
</p:sld>
</file>

<file path=ppt/slides/slide1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458" name="矩形"/>
          <p:cNvSpPr>
            <a:spLocks/>
          </p:cNvSpPr>
          <p:nvPr/>
        </p:nvSpPr>
        <p:spPr>
          <a:xfrm rot="0">
            <a:off x="1571624" y="912813"/>
            <a:ext cx="10620375" cy="117792"/>
          </a:xfrm>
          <a:prstGeom prst="rect"/>
          <a:solidFill>
            <a:srgbClr val="0070C0"/>
          </a:solidFill>
          <a:ln w="9525" cmpd="sng" cap="flat">
            <a:solidFill>
              <a:srgbClr val="0070C0"/>
            </a:solidFill>
            <a:prstDash val="solid"/>
            <a:round/>
          </a:ln>
        </p:spPr>
        <p:txBody>
          <a:bodyPr rtlCol="0" anchor="ctr"/>
          <a:lstStyle/>
          <a:p>
            <a:pPr algn="ctr"/>
          </a:p>
        </p:txBody>
      </p:sp>
      <p:sp>
        <p:nvSpPr>
          <p:cNvPr id="459" name="直线"/>
          <p:cNvSpPr>
            <a:spLocks/>
          </p:cNvSpPr>
          <p:nvPr/>
        </p:nvSpPr>
        <p:spPr>
          <a:xfrm rot="0">
            <a:off x="0" y="843074"/>
            <a:ext cx="12204001" cy="0"/>
          </a:xfrm>
          <a:prstGeom prst="line"/>
          <a:noFill/>
          <a:ln w="28575" cmpd="sng" cap="flat">
            <a:solidFill>
              <a:srgbClr val="0070C0"/>
            </a:solidFill>
            <a:prstDash val="solid"/>
            <a:round/>
          </a:ln>
        </p:spPr>
        <p:txBody>
          <a:bodyPr rtlCol="0" anchor="ctr"/>
          <a:lstStyle/>
          <a:p>
            <a:pPr algn="ctr"/>
          </a:p>
        </p:txBody>
      </p:sp>
      <p:sp>
        <p:nvSpPr>
          <p:cNvPr id="460" name="矩形"/>
          <p:cNvSpPr>
            <a:spLocks/>
          </p:cNvSpPr>
          <p:nvPr/>
        </p:nvSpPr>
        <p:spPr>
          <a:xfrm rot="0">
            <a:off x="0" y="912813"/>
            <a:ext cx="1571624" cy="117792"/>
          </a:xfrm>
          <a:prstGeom prst="rect"/>
          <a:solidFill>
            <a:srgbClr val="0070C0"/>
          </a:solidFill>
          <a:ln w="9525" cmpd="sng" cap="flat">
            <a:solidFill>
              <a:srgbClr val="0070C0"/>
            </a:solidFill>
            <a:prstDash val="solid"/>
            <a:round/>
          </a:ln>
        </p:spPr>
        <p:txBody>
          <a:bodyPr rtlCol="0" anchor="ctr"/>
          <a:lstStyle/>
          <a:p>
            <a:pPr algn="ctr"/>
          </a:p>
        </p:txBody>
      </p:sp>
      <p:sp>
        <p:nvSpPr>
          <p:cNvPr id="461" name="矩形"/>
          <p:cNvSpPr>
            <a:spLocks/>
          </p:cNvSpPr>
          <p:nvPr/>
        </p:nvSpPr>
        <p:spPr>
          <a:xfrm rot="0">
            <a:off x="416566" y="1524549"/>
            <a:ext cx="11358867" cy="32821"/>
          </a:xfrm>
          <a:prstGeom prst="rect"/>
          <a:solidFill>
            <a:srgbClr val="5B9BD5"/>
          </a:solidFill>
          <a:ln w="9525" cmpd="sng" cap="flat">
            <a:noFill/>
            <a:prstDash val="solid"/>
            <a:miter/>
          </a:ln>
        </p:spPr>
        <p:txBody>
          <a:bodyPr rtlCol="0" anchor="ctr"/>
          <a:lstStyle/>
          <a:p>
            <a:pPr algn="ctr"/>
          </a:p>
        </p:txBody>
      </p:sp>
      <p:sp>
        <p:nvSpPr>
          <p:cNvPr id="462" name="椭圆"/>
          <p:cNvSpPr>
            <a:spLocks/>
          </p:cNvSpPr>
          <p:nvPr/>
        </p:nvSpPr>
        <p:spPr>
          <a:xfrm rot="0">
            <a:off x="2001137" y="1204543"/>
            <a:ext cx="721599" cy="721599"/>
          </a:xfrm>
          <a:prstGeom prst="ellipse"/>
          <a:solidFill>
            <a:srgbClr val="5B9BD5">
              <a:alpha val="30000"/>
            </a:srgbClr>
          </a:solidFill>
          <a:ln w="9525" cmpd="sng" cap="flat">
            <a:noFill/>
            <a:prstDash val="solid"/>
            <a:miter/>
          </a:ln>
        </p:spPr>
        <p:txBody>
          <a:bodyPr rtlCol="0" anchor="ctr"/>
          <a:lstStyle/>
          <a:p>
            <a:pPr algn="ctr"/>
          </a:p>
        </p:txBody>
      </p:sp>
      <p:sp>
        <p:nvSpPr>
          <p:cNvPr id="463" name="椭圆"/>
          <p:cNvSpPr>
            <a:spLocks/>
          </p:cNvSpPr>
          <p:nvPr/>
        </p:nvSpPr>
        <p:spPr>
          <a:xfrm rot="0">
            <a:off x="2104747" y="1314641"/>
            <a:ext cx="501404" cy="501404"/>
          </a:xfrm>
          <a:prstGeom prst="ellipse"/>
          <a:solidFill>
            <a:srgbClr val="5B9BD5"/>
          </a:solidFill>
          <a:ln w="9525" cmpd="sng" cap="flat">
            <a:noFill/>
            <a:prstDash val="solid"/>
            <a:miter/>
          </a:ln>
        </p:spPr>
        <p:txBody>
          <a:bodyPr rtlCol="0" anchor="ctr"/>
          <a:lstStyle/>
          <a:p>
            <a:pPr algn="ctr"/>
          </a:p>
        </p:txBody>
      </p:sp>
      <p:sp>
        <p:nvSpPr>
          <p:cNvPr id="464" name="椭圆"/>
          <p:cNvSpPr>
            <a:spLocks/>
          </p:cNvSpPr>
          <p:nvPr/>
        </p:nvSpPr>
        <p:spPr>
          <a:xfrm rot="0">
            <a:off x="5598072" y="1204543"/>
            <a:ext cx="721600" cy="721599"/>
          </a:xfrm>
          <a:prstGeom prst="ellipse"/>
          <a:solidFill>
            <a:srgbClr val="5B9BD5">
              <a:alpha val="30000"/>
            </a:srgbClr>
          </a:solidFill>
          <a:ln w="9525" cmpd="sng" cap="flat">
            <a:noFill/>
            <a:prstDash val="solid"/>
            <a:miter/>
          </a:ln>
        </p:spPr>
        <p:txBody>
          <a:bodyPr rtlCol="0" anchor="ctr"/>
          <a:lstStyle/>
          <a:p>
            <a:pPr algn="ctr"/>
          </a:p>
        </p:txBody>
      </p:sp>
      <p:sp>
        <p:nvSpPr>
          <p:cNvPr id="465" name="椭圆"/>
          <p:cNvSpPr>
            <a:spLocks/>
          </p:cNvSpPr>
          <p:nvPr/>
        </p:nvSpPr>
        <p:spPr>
          <a:xfrm rot="0">
            <a:off x="5701681" y="1314641"/>
            <a:ext cx="501404" cy="501404"/>
          </a:xfrm>
          <a:prstGeom prst="ellipse"/>
          <a:solidFill>
            <a:srgbClr val="5B9BD5"/>
          </a:solidFill>
          <a:ln w="9525" cmpd="sng" cap="flat">
            <a:noFill/>
            <a:prstDash val="solid"/>
            <a:miter/>
          </a:ln>
        </p:spPr>
        <p:txBody>
          <a:bodyPr rtlCol="0" anchor="ctr"/>
          <a:lstStyle/>
          <a:p>
            <a:pPr algn="ctr"/>
          </a:p>
        </p:txBody>
      </p:sp>
      <p:sp>
        <p:nvSpPr>
          <p:cNvPr id="466" name="椭圆"/>
          <p:cNvSpPr>
            <a:spLocks/>
          </p:cNvSpPr>
          <p:nvPr/>
        </p:nvSpPr>
        <p:spPr>
          <a:xfrm rot="0">
            <a:off x="9262545" y="1204543"/>
            <a:ext cx="721599" cy="721599"/>
          </a:xfrm>
          <a:prstGeom prst="ellipse"/>
          <a:solidFill>
            <a:srgbClr val="5B9BD5">
              <a:alpha val="30000"/>
            </a:srgbClr>
          </a:solidFill>
          <a:ln w="9525" cmpd="sng" cap="flat">
            <a:noFill/>
            <a:prstDash val="solid"/>
            <a:miter/>
          </a:ln>
        </p:spPr>
        <p:txBody>
          <a:bodyPr rtlCol="0" anchor="ctr"/>
          <a:lstStyle/>
          <a:p>
            <a:pPr algn="ctr"/>
          </a:p>
        </p:txBody>
      </p:sp>
      <p:sp>
        <p:nvSpPr>
          <p:cNvPr id="467" name="椭圆"/>
          <p:cNvSpPr>
            <a:spLocks/>
          </p:cNvSpPr>
          <p:nvPr/>
        </p:nvSpPr>
        <p:spPr>
          <a:xfrm rot="0">
            <a:off x="9366154" y="1314641"/>
            <a:ext cx="501403" cy="501404"/>
          </a:xfrm>
          <a:prstGeom prst="ellipse"/>
          <a:solidFill>
            <a:srgbClr val="5B9BD5"/>
          </a:solidFill>
          <a:ln w="9525" cmpd="sng" cap="flat">
            <a:noFill/>
            <a:prstDash val="solid"/>
            <a:miter/>
          </a:ln>
        </p:spPr>
        <p:txBody>
          <a:bodyPr rtlCol="0" anchor="ctr"/>
          <a:lstStyle/>
          <a:p>
            <a:pPr algn="ctr"/>
          </a:p>
        </p:txBody>
      </p:sp>
      <p:sp>
        <p:nvSpPr>
          <p:cNvPr id="468" name="矩形"/>
          <p:cNvSpPr>
            <a:spLocks/>
          </p:cNvSpPr>
          <p:nvPr/>
        </p:nvSpPr>
        <p:spPr>
          <a:xfrm rot="0">
            <a:off x="785812" y="1873877"/>
            <a:ext cx="2995144" cy="659130"/>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ctr">
              <a:lnSpc>
                <a:spcPct val="120000"/>
              </a:lnSpc>
              <a:spcBef>
                <a:spcPts val="0"/>
              </a:spcBef>
              <a:spcAft>
                <a:spcPts val="0"/>
              </a:spcAft>
              <a:buNone/>
            </a:pPr>
            <a:r>
              <a:rPr lang="zh-CN" altLang="en-US" sz="2325" b="1" i="0" u="none" strike="noStrike" kern="1200" cap="none" spc="0" baseline="0">
                <a:solidFill>
                  <a:srgbClr val="5B9BD5"/>
                </a:solidFill>
                <a:latin typeface="微软雅黑" pitchFamily="0" charset="0"/>
                <a:ea typeface="微软雅黑" pitchFamily="0" charset="0"/>
                <a:cs typeface="微软雅黑" pitchFamily="0" charset="0"/>
              </a:rPr>
              <a:t>第十八条</a:t>
            </a:r>
            <a:endParaRPr lang="zh-CN" altLang="en-US" sz="2325" b="1" i="0" u="none" strike="noStrike" kern="1200" cap="none" spc="0" baseline="0">
              <a:solidFill>
                <a:srgbClr val="5B9BD5"/>
              </a:solidFill>
              <a:latin typeface="微软雅黑" pitchFamily="0" charset="0"/>
              <a:ea typeface="微软雅黑" pitchFamily="0" charset="0"/>
              <a:cs typeface="微软雅黑" pitchFamily="0" charset="0"/>
            </a:endParaRPr>
          </a:p>
        </p:txBody>
      </p:sp>
      <p:sp>
        <p:nvSpPr>
          <p:cNvPr id="469" name="矩形"/>
          <p:cNvSpPr>
            <a:spLocks/>
          </p:cNvSpPr>
          <p:nvPr/>
        </p:nvSpPr>
        <p:spPr>
          <a:xfrm rot="0">
            <a:off x="600755" y="2420086"/>
            <a:ext cx="3522363" cy="3848100"/>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50000"/>
              </a:lnSpc>
              <a:spcBef>
                <a:spcPts val="0"/>
              </a:spcBef>
              <a:spcAft>
                <a:spcPts val="0"/>
              </a:spcAft>
              <a:buNone/>
            </a:pP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项目的勘查、设计成果以及施工组织方案、监理规划等技术文件，应当符合相关法律、法规、规章规定，工程建设强制性标准、规范规程以及合同约定。</a:t>
            </a:r>
            <a:endParaRPr lang="en-US" altLang="zh-CN" sz="1800" b="0" i="0" u="none" strike="noStrike" kern="1200" cap="none" spc="0" baseline="0">
              <a:solidFill>
                <a:srgbClr val="000000"/>
              </a:solidFill>
              <a:latin typeface="微软雅黑" pitchFamily="0" charset="0"/>
              <a:ea typeface="微软雅黑" pitchFamily="0" charset="0"/>
              <a:cs typeface="微软雅黑" pitchFamily="0" charset="0"/>
            </a:endParaRPr>
          </a:p>
          <a:p>
            <a:pPr marL="0" indent="0" algn="l">
              <a:lnSpc>
                <a:spcPct val="150000"/>
              </a:lnSpc>
              <a:spcBef>
                <a:spcPts val="0"/>
              </a:spcBef>
              <a:spcAft>
                <a:spcPts val="0"/>
              </a:spcAft>
              <a:buNone/>
            </a:pP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任何单位和个人</a:t>
            </a:r>
            <a:r>
              <a:rPr lang="zh-CN" altLang="en-US" sz="18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不得</a:t>
            </a: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擅自压缩工程勘查、设计周期和施工工期；</a:t>
            </a:r>
            <a:r>
              <a:rPr lang="zh-CN" altLang="en-US" sz="18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不得</a:t>
            </a: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提供虚假的工程资料；</a:t>
            </a:r>
            <a:r>
              <a:rPr lang="zh-CN" altLang="en-US" sz="18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不得</a:t>
            </a: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代签有关工程资料。</a:t>
            </a:r>
            <a:endParaRPr lang="zh-CN" altLang="en-US" sz="1800" b="0" i="0" u="none" strike="noStrike" kern="1200" cap="none" spc="0" baseline="0">
              <a:solidFill>
                <a:srgbClr val="000000"/>
              </a:solidFill>
              <a:latin typeface="微软雅黑" pitchFamily="0" charset="0"/>
              <a:ea typeface="微软雅黑" pitchFamily="0" charset="0"/>
              <a:cs typeface="微软雅黑" pitchFamily="0" charset="0"/>
            </a:endParaRPr>
          </a:p>
        </p:txBody>
      </p:sp>
      <p:sp>
        <p:nvSpPr>
          <p:cNvPr id="470" name="矩形"/>
          <p:cNvSpPr>
            <a:spLocks/>
          </p:cNvSpPr>
          <p:nvPr/>
        </p:nvSpPr>
        <p:spPr>
          <a:xfrm rot="0">
            <a:off x="4427348" y="1927137"/>
            <a:ext cx="2995145" cy="659129"/>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ctr">
              <a:lnSpc>
                <a:spcPct val="120000"/>
              </a:lnSpc>
              <a:spcBef>
                <a:spcPts val="0"/>
              </a:spcBef>
              <a:spcAft>
                <a:spcPts val="0"/>
              </a:spcAft>
              <a:buNone/>
            </a:pPr>
            <a:r>
              <a:rPr lang="zh-CN" altLang="en-US" sz="2325" b="1" i="0" u="none" strike="noStrike" kern="1200" cap="none" spc="0" baseline="0">
                <a:solidFill>
                  <a:srgbClr val="5B9BD5"/>
                </a:solidFill>
                <a:latin typeface="微软雅黑" pitchFamily="0" charset="0"/>
                <a:ea typeface="微软雅黑" pitchFamily="0" charset="0"/>
                <a:cs typeface="微软雅黑" pitchFamily="0" charset="0"/>
              </a:rPr>
              <a:t>第十九条</a:t>
            </a:r>
            <a:endParaRPr lang="zh-CN" altLang="en-US" sz="2325" b="1" i="0" u="none" strike="noStrike" kern="1200" cap="none" spc="0" baseline="0">
              <a:solidFill>
                <a:srgbClr val="5B9BD5"/>
              </a:solidFill>
              <a:latin typeface="微软雅黑" pitchFamily="0" charset="0"/>
              <a:ea typeface="微软雅黑" pitchFamily="0" charset="0"/>
              <a:cs typeface="微软雅黑" pitchFamily="0" charset="0"/>
            </a:endParaRPr>
          </a:p>
        </p:txBody>
      </p:sp>
      <p:sp>
        <p:nvSpPr>
          <p:cNvPr id="471" name="矩形"/>
          <p:cNvSpPr>
            <a:spLocks/>
          </p:cNvSpPr>
          <p:nvPr/>
        </p:nvSpPr>
        <p:spPr>
          <a:xfrm rot="0">
            <a:off x="8068884" y="1924618"/>
            <a:ext cx="2995145" cy="659129"/>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ctr">
              <a:lnSpc>
                <a:spcPct val="120000"/>
              </a:lnSpc>
              <a:spcBef>
                <a:spcPts val="0"/>
              </a:spcBef>
              <a:spcAft>
                <a:spcPts val="0"/>
              </a:spcAft>
              <a:buNone/>
            </a:pPr>
            <a:r>
              <a:rPr lang="zh-CN" altLang="en-US" sz="2325" b="1" i="0" u="none" strike="noStrike" kern="1200" cap="none" spc="0" baseline="0">
                <a:solidFill>
                  <a:srgbClr val="5B9BD5"/>
                </a:solidFill>
                <a:latin typeface="微软雅黑" pitchFamily="0" charset="0"/>
                <a:ea typeface="微软雅黑" pitchFamily="0" charset="0"/>
                <a:cs typeface="微软雅黑" pitchFamily="0" charset="0"/>
              </a:rPr>
              <a:t>第二十条</a:t>
            </a:r>
            <a:endParaRPr lang="zh-CN" altLang="en-US" sz="2325" b="1" i="0" u="none" strike="noStrike" kern="1200" cap="none" spc="0" baseline="0">
              <a:solidFill>
                <a:srgbClr val="5B9BD5"/>
              </a:solidFill>
              <a:latin typeface="微软雅黑" pitchFamily="0" charset="0"/>
              <a:ea typeface="微软雅黑" pitchFamily="0" charset="0"/>
              <a:cs typeface="微软雅黑" pitchFamily="0" charset="0"/>
            </a:endParaRPr>
          </a:p>
        </p:txBody>
      </p:sp>
      <p:sp>
        <p:nvSpPr>
          <p:cNvPr id="472" name="矩形"/>
          <p:cNvSpPr>
            <a:spLocks/>
          </p:cNvSpPr>
          <p:nvPr/>
        </p:nvSpPr>
        <p:spPr>
          <a:xfrm rot="0">
            <a:off x="4308175" y="2420086"/>
            <a:ext cx="3522363" cy="2247900"/>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50000"/>
              </a:lnSpc>
              <a:spcBef>
                <a:spcPts val="0"/>
              </a:spcBef>
              <a:spcAft>
                <a:spcPts val="0"/>
              </a:spcAft>
              <a:buNone/>
            </a:pP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项目相关单位应当按照档案管理有关法律、法规、规章规定，及时、真实、完整记录工程建设过程中的信息资料，</a:t>
            </a:r>
            <a:r>
              <a:rPr lang="zh-CN" altLang="en-US" sz="1800" b="1"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建立工程项目档案</a:t>
            </a: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，并及时向建设单位移交。</a:t>
            </a:r>
            <a:endParaRPr lang="zh-CN" altLang="en-US" sz="1800" b="0" i="0" u="none" strike="noStrike" kern="1200" cap="none" spc="0" baseline="0">
              <a:solidFill>
                <a:srgbClr val="000000"/>
              </a:solidFill>
              <a:latin typeface="微软雅黑" pitchFamily="0" charset="0"/>
              <a:ea typeface="微软雅黑" pitchFamily="0" charset="0"/>
              <a:cs typeface="微软雅黑" pitchFamily="0" charset="0"/>
            </a:endParaRPr>
          </a:p>
        </p:txBody>
      </p:sp>
      <p:sp>
        <p:nvSpPr>
          <p:cNvPr id="473" name="矩形"/>
          <p:cNvSpPr>
            <a:spLocks/>
          </p:cNvSpPr>
          <p:nvPr/>
        </p:nvSpPr>
        <p:spPr>
          <a:xfrm rot="0">
            <a:off x="8015595" y="2417119"/>
            <a:ext cx="3522363" cy="3448050"/>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50000"/>
              </a:lnSpc>
              <a:spcBef>
                <a:spcPts val="0"/>
              </a:spcBef>
              <a:spcAft>
                <a:spcPts val="0"/>
              </a:spcAft>
              <a:buNone/>
            </a:pP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项目实施期限原则上应</a:t>
            </a:r>
            <a:r>
              <a:rPr lang="zh-CN" altLang="en-US" sz="18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自预算下达之日起</a:t>
            </a:r>
            <a:r>
              <a:rPr lang="en-US" altLang="zh-CN" sz="1800" b="1" i="0" u="none" strike="noStrike" kern="1200" cap="none" spc="0" baseline="0">
                <a:solidFill>
                  <a:srgbClr val="FF0000"/>
                </a:solidFill>
                <a:latin typeface="微软雅黑" pitchFamily="0" charset="0"/>
                <a:ea typeface="微软雅黑" pitchFamily="0" charset="0"/>
                <a:cs typeface="微软雅黑" pitchFamily="0" charset="0"/>
              </a:rPr>
              <a:t>2</a:t>
            </a:r>
            <a:r>
              <a:rPr lang="zh-CN" altLang="en-US" sz="1800" b="1" i="0" u="none" strike="noStrike" kern="1200" cap="none" spc="0" baseline="0">
                <a:solidFill>
                  <a:srgbClr val="FF0000"/>
                </a:solidFill>
                <a:latin typeface="微软雅黑" pitchFamily="0" charset="0"/>
                <a:ea typeface="微软雅黑" pitchFamily="0" charset="0"/>
                <a:cs typeface="微软雅黑" pitchFamily="0" charset="0"/>
              </a:rPr>
              <a:t>年内</a:t>
            </a: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完成竣工验收及财务决算；</a:t>
            </a:r>
            <a:endParaRPr lang="en-US" altLang="zh-CN" sz="1800" b="0" i="0" u="none" strike="noStrike" kern="1200" cap="none" spc="0" baseline="0">
              <a:solidFill>
                <a:srgbClr val="000000"/>
              </a:solidFill>
              <a:latin typeface="微软雅黑" pitchFamily="0" charset="0"/>
              <a:ea typeface="微软雅黑" pitchFamily="0" charset="0"/>
              <a:cs typeface="微软雅黑" pitchFamily="0" charset="0"/>
            </a:endParaRPr>
          </a:p>
          <a:p>
            <a:pPr marL="0" indent="0" algn="l">
              <a:lnSpc>
                <a:spcPct val="150000"/>
              </a:lnSpc>
              <a:spcBef>
                <a:spcPts val="0"/>
              </a:spcBef>
              <a:spcAft>
                <a:spcPts val="0"/>
              </a:spcAft>
              <a:buNone/>
            </a:pP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因施工条件等不可抗力客观因素确需延期的，市、县级自然资源主管部门须向省自然资源厅和省财政厅</a:t>
            </a:r>
            <a:r>
              <a:rPr lang="zh-CN" altLang="en-US" sz="18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rPr>
              <a:t>书面说明</a:t>
            </a: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情况，经同意后可</a:t>
            </a:r>
            <a:r>
              <a:rPr lang="zh-CN" altLang="en-US" sz="1800" b="1" i="0" u="none" strike="noStrike" kern="1200" cap="none" spc="0" baseline="0">
                <a:solidFill>
                  <a:srgbClr val="FF0000"/>
                </a:solidFill>
                <a:latin typeface="微软雅黑" pitchFamily="0" charset="0"/>
                <a:ea typeface="微软雅黑" pitchFamily="0" charset="0"/>
                <a:cs typeface="微软雅黑" pitchFamily="0" charset="0"/>
              </a:rPr>
              <a:t>延期</a:t>
            </a:r>
            <a:r>
              <a:rPr lang="en-US" altLang="zh-CN" sz="1800" b="1" i="0" u="none" strike="noStrike" kern="1200" cap="none" spc="0" baseline="0">
                <a:solidFill>
                  <a:srgbClr val="FF0000"/>
                </a:solidFill>
                <a:latin typeface="微软雅黑" pitchFamily="0" charset="0"/>
                <a:ea typeface="微软雅黑" pitchFamily="0" charset="0"/>
                <a:cs typeface="微软雅黑" pitchFamily="0" charset="0"/>
              </a:rPr>
              <a:t>1</a:t>
            </a:r>
            <a:r>
              <a:rPr lang="zh-CN" altLang="en-US" sz="1800" b="1" i="0" u="none" strike="noStrike" kern="1200" cap="none" spc="0" baseline="0">
                <a:solidFill>
                  <a:srgbClr val="FF0000"/>
                </a:solidFill>
                <a:latin typeface="微软雅黑" pitchFamily="0" charset="0"/>
                <a:ea typeface="微软雅黑" pitchFamily="0" charset="0"/>
                <a:cs typeface="微软雅黑" pitchFamily="0" charset="0"/>
              </a:rPr>
              <a:t>年</a:t>
            </a:r>
            <a:r>
              <a:rPr lang="zh-CN" altLang="en-US" sz="1800" b="0" i="0" u="none" strike="noStrike" kern="1200" cap="none" spc="0" baseline="0">
                <a:solidFill>
                  <a:srgbClr val="000000"/>
                </a:solidFill>
                <a:latin typeface="微软雅黑" pitchFamily="0" charset="0"/>
                <a:ea typeface="微软雅黑" pitchFamily="0" charset="0"/>
                <a:cs typeface="微软雅黑" pitchFamily="0" charset="0"/>
              </a:rPr>
              <a:t>。</a:t>
            </a:r>
            <a:endParaRPr lang="zh-CN" altLang="en-US" sz="1800" b="0" i="0" u="none" strike="noStrike" kern="1200" cap="none" spc="0" baseline="0">
              <a:solidFill>
                <a:srgbClr val="000000"/>
              </a:solidFill>
              <a:latin typeface="微软雅黑" pitchFamily="0" charset="0"/>
              <a:ea typeface="微软雅黑" pitchFamily="0" charset="0"/>
              <a:cs typeface="微软雅黑" pitchFamily="0" charset="0"/>
            </a:endParaRPr>
          </a:p>
        </p:txBody>
      </p:sp>
      <p:sp>
        <p:nvSpPr>
          <p:cNvPr id="474" name="矩形"/>
          <p:cNvSpPr>
            <a:spLocks/>
          </p:cNvSpPr>
          <p:nvPr/>
        </p:nvSpPr>
        <p:spPr>
          <a:xfrm rot="0">
            <a:off x="202454" y="262105"/>
            <a:ext cx="3119866" cy="546100"/>
          </a:xfrm>
          <a:prstGeom prst="rect"/>
          <a:noFill/>
          <a:ln w="9525" cmpd="sng" cap="flat">
            <a:noFill/>
            <a:prstDash val="solid"/>
            <a:round/>
          </a:ln>
        </p:spPr>
        <p:txBody>
          <a:bodyPr vert="horz" wrap="square" lIns="90000" tIns="46800" rIns="90000" bIns="46800" anchor="ctr" anchorCtr="0">
            <a:prstTxWarp prst="textNoShape"/>
          </a:bodyPr>
          <a:lstStyle/>
          <a:p>
            <a:pPr marL="0" indent="0" algn="l" eaLnBrk="1" fontAlgn="base" latinLnBrk="0" hangingPunct="1">
              <a:lnSpc>
                <a:spcPct val="100000"/>
              </a:lnSpc>
              <a:spcBef>
                <a:spcPts val="0"/>
              </a:spcBef>
              <a:spcAft>
                <a:spcPts val="0"/>
              </a:spcAft>
              <a:buNone/>
            </a:pPr>
            <a:r>
              <a:rPr lang="zh-CN" altLang="en-US" sz="3200" b="1" i="0" u="none" strike="noStrike" kern="1200" cap="none" spc="300" baseline="0">
                <a:solidFill>
                  <a:schemeClr val="tx2"/>
                </a:solidFill>
                <a:latin typeface="微软雅黑" pitchFamily="0" charset="0"/>
                <a:ea typeface="微软雅黑" pitchFamily="0" charset="0"/>
                <a:cs typeface="Calibri" pitchFamily="0" charset="0"/>
              </a:rPr>
              <a:t>四、规范内容</a:t>
            </a:r>
            <a:endParaRPr lang="zh-CN" altLang="en-US" sz="3200" b="1" i="0" u="none" strike="noStrike" kern="1200" cap="none" spc="300" baseline="0">
              <a:solidFill>
                <a:schemeClr val="tx2"/>
              </a:solidFill>
              <a:latin typeface="微软雅黑" pitchFamily="0" charset="0"/>
              <a:ea typeface="微软雅黑" pitchFamily="0" charset="0"/>
              <a:cs typeface="Calibri" pitchFamily="0" charset="0"/>
            </a:endParaRPr>
          </a:p>
        </p:txBody>
      </p:sp>
      <p:grpSp>
        <p:nvGrpSpPr>
          <p:cNvPr id="478" name="组合"/>
          <p:cNvGrpSpPr>
            <a:grpSpLocks/>
          </p:cNvGrpSpPr>
          <p:nvPr/>
        </p:nvGrpSpPr>
        <p:grpSpPr>
          <a:xfrm>
            <a:off x="3117193" y="472687"/>
            <a:ext cx="403698" cy="141984"/>
            <a:chOff x="3117193" y="472687"/>
            <a:chExt cx="403698" cy="141984"/>
          </a:xfrm>
        </p:grpSpPr>
        <p:sp>
          <p:nvSpPr>
            <p:cNvPr id="475" name="燕尾形"/>
            <p:cNvSpPr>
              <a:spLocks/>
            </p:cNvSpPr>
            <p:nvPr/>
          </p:nvSpPr>
          <p:spPr>
            <a:xfrm rot="0">
              <a:off x="3117193"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476" name="燕尾形"/>
            <p:cNvSpPr>
              <a:spLocks/>
            </p:cNvSpPr>
            <p:nvPr/>
          </p:nvSpPr>
          <p:spPr>
            <a:xfrm rot="0">
              <a:off x="3246757"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477" name="燕尾形"/>
            <p:cNvSpPr>
              <a:spLocks/>
            </p:cNvSpPr>
            <p:nvPr/>
          </p:nvSpPr>
          <p:spPr>
            <a:xfrm rot="0">
              <a:off x="3376322"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grpSp>
      <p:sp>
        <p:nvSpPr>
          <p:cNvPr id="479" name="矩形"/>
          <p:cNvSpPr>
            <a:spLocks/>
          </p:cNvSpPr>
          <p:nvPr/>
        </p:nvSpPr>
        <p:spPr>
          <a:xfrm rot="0">
            <a:off x="3667719" y="309258"/>
            <a:ext cx="2698247" cy="451794"/>
          </a:xfrm>
          <a:prstGeom prst="rect"/>
          <a:solidFill>
            <a:schemeClr val="accent1"/>
          </a:solidFill>
          <a:ln w="9525" cmpd="sng" cap="flat">
            <a:noFill/>
            <a:prstDash val="solid"/>
            <a:round/>
          </a:ln>
        </p:spPr>
        <p:txBody>
          <a:bodyPr vert="horz" wrap="square" lIns="91440" tIns="45720" rIns="91440" bIns="45720" anchor="ctr" anchorCtr="0">
            <a:prstTxWarp prst="textNoShape"/>
          </a:bodyPr>
          <a:lstStyle/>
          <a:p>
            <a:pPr marL="0" indent="0" algn="ctr">
              <a:lnSpc>
                <a:spcPct val="120000"/>
              </a:lnSpc>
              <a:spcBef>
                <a:spcPts val="0"/>
              </a:spcBef>
              <a:spcAft>
                <a:spcPts val="0"/>
              </a:spcAft>
              <a:buNone/>
            </a:pPr>
            <a:r>
              <a:rPr lang="zh-CN" altLang="en-US" sz="2400" b="1" i="0" u="none" strike="noStrike" kern="1200" cap="none" spc="0" baseline="0">
                <a:solidFill>
                  <a:srgbClr val="FFFFFF"/>
                </a:solidFill>
                <a:latin typeface="微软雅黑" pitchFamily="0" charset="0"/>
                <a:ea typeface="微软雅黑" pitchFamily="0" charset="0"/>
                <a:cs typeface="Calibri" pitchFamily="0" charset="0"/>
              </a:rPr>
              <a:t>第三章 项目实施</a:t>
            </a:r>
            <a:endParaRPr lang="zh-CN" altLang="en-US" sz="2400" b="1" i="0" u="none" strike="noStrike" kern="1200" cap="none" spc="0" baseline="0">
              <a:solidFill>
                <a:srgbClr val="FFFFFF"/>
              </a:solidFill>
              <a:latin typeface="微软雅黑" pitchFamily="0" charset="0"/>
              <a:ea typeface="微软雅黑" pitchFamily="0" charset="0"/>
              <a:cs typeface="Calibri" pitchFamily="0" charset="0"/>
            </a:endParaRPr>
          </a:p>
        </p:txBody>
      </p:sp>
    </p:spTree>
    <p:extLst>
      <p:ext uri="{BB962C8B-B14F-4D97-AF65-F5344CB8AC3E}">
        <p14:creationId xmlns:p14="http://schemas.microsoft.com/office/powerpoint/2010/main" val="1159416176"/>
      </p:ext>
    </p:extLst>
  </p:cSld>
  <p:clrMapOvr>
    <a:masterClrMapping/>
  </p:clrMapOvr>
</p:sld>
</file>

<file path=ppt/slides/slide1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483" name="矩形"/>
          <p:cNvSpPr>
            <a:spLocks/>
          </p:cNvSpPr>
          <p:nvPr/>
        </p:nvSpPr>
        <p:spPr>
          <a:xfrm rot="0">
            <a:off x="1571624" y="912813"/>
            <a:ext cx="10620375" cy="117792"/>
          </a:xfrm>
          <a:prstGeom prst="rect"/>
          <a:solidFill>
            <a:srgbClr val="0070C0"/>
          </a:solidFill>
          <a:ln w="9525" cmpd="sng" cap="flat">
            <a:solidFill>
              <a:srgbClr val="0070C0"/>
            </a:solidFill>
            <a:prstDash val="solid"/>
            <a:round/>
          </a:ln>
        </p:spPr>
        <p:txBody>
          <a:bodyPr rtlCol="0" anchor="ctr"/>
          <a:lstStyle/>
          <a:p>
            <a:pPr algn="ctr"/>
          </a:p>
        </p:txBody>
      </p:sp>
      <p:sp>
        <p:nvSpPr>
          <p:cNvPr id="484" name="直线"/>
          <p:cNvSpPr>
            <a:spLocks/>
          </p:cNvSpPr>
          <p:nvPr/>
        </p:nvSpPr>
        <p:spPr>
          <a:xfrm rot="0">
            <a:off x="0" y="843074"/>
            <a:ext cx="12204001" cy="0"/>
          </a:xfrm>
          <a:prstGeom prst="line"/>
          <a:noFill/>
          <a:ln w="28575" cmpd="sng" cap="flat">
            <a:solidFill>
              <a:srgbClr val="0070C0"/>
            </a:solidFill>
            <a:prstDash val="solid"/>
            <a:round/>
          </a:ln>
        </p:spPr>
        <p:txBody>
          <a:bodyPr rtlCol="0" anchor="ctr"/>
          <a:lstStyle/>
          <a:p>
            <a:pPr algn="ctr"/>
          </a:p>
        </p:txBody>
      </p:sp>
      <p:sp>
        <p:nvSpPr>
          <p:cNvPr id="485" name="矩形"/>
          <p:cNvSpPr>
            <a:spLocks/>
          </p:cNvSpPr>
          <p:nvPr/>
        </p:nvSpPr>
        <p:spPr>
          <a:xfrm rot="0">
            <a:off x="0" y="912813"/>
            <a:ext cx="1571624" cy="117792"/>
          </a:xfrm>
          <a:prstGeom prst="rect"/>
          <a:solidFill>
            <a:srgbClr val="0070C0"/>
          </a:solidFill>
          <a:ln w="9525" cmpd="sng" cap="flat">
            <a:solidFill>
              <a:srgbClr val="0070C0"/>
            </a:solidFill>
            <a:prstDash val="solid"/>
            <a:round/>
          </a:ln>
        </p:spPr>
        <p:txBody>
          <a:bodyPr rtlCol="0" anchor="ctr"/>
          <a:lstStyle/>
          <a:p>
            <a:pPr algn="ctr"/>
          </a:p>
        </p:txBody>
      </p:sp>
      <p:sp>
        <p:nvSpPr>
          <p:cNvPr id="486" name="同侧圆角矩形"/>
          <p:cNvSpPr>
            <a:spLocks/>
          </p:cNvSpPr>
          <p:nvPr/>
        </p:nvSpPr>
        <p:spPr>
          <a:xfrm rot="0">
            <a:off x="478529" y="1340800"/>
            <a:ext cx="2251075" cy="334962"/>
          </a:xfrm>
          <a:prstGeom prst="round2SameRect">
            <a:avLst>
              <a:gd name="adj1" fmla="val 18703"/>
              <a:gd name="adj2" fmla="val 0"/>
            </a:avLst>
          </a:prstGeom>
          <a:solidFill>
            <a:srgbClr val="FC5629"/>
          </a:solidFill>
          <a:ln w="9525" cmpd="sng" cap="flat">
            <a:noFill/>
            <a:prstDash val="solid"/>
            <a:miter/>
          </a:ln>
        </p:spPr>
        <p:txBody>
          <a:bodyPr vert="horz" wrap="square" lIns="36000" tIns="0" rIns="91440" bIns="0" anchor="ctr" anchorCtr="0">
            <a:prstTxWarp prst="textNoShape"/>
          </a:bodyPr>
          <a:lstStyle/>
          <a:p>
            <a:pPr marL="0" indent="0" algn="just" eaLnBrk="1" fontAlgn="auto"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alibri" pitchFamily="0" charset="0"/>
                <a:ea typeface="微软雅黑" pitchFamily="0" charset="0"/>
                <a:cs typeface="Calibri" pitchFamily="0" charset="0"/>
              </a:rPr>
              <a:t>01</a:t>
            </a:r>
            <a:endParaRPr lang="zh-CN" altLang="en-US" sz="1800" b="1" i="0" u="none" strike="noStrike" kern="1200" cap="none" spc="0" baseline="0">
              <a:solidFill>
                <a:srgbClr val="FFFFFF"/>
              </a:solidFill>
              <a:latin typeface="Calibri" pitchFamily="0" charset="0"/>
              <a:ea typeface="微软雅黑" pitchFamily="0" charset="0"/>
              <a:cs typeface="Calibri" pitchFamily="0" charset="0"/>
            </a:endParaRPr>
          </a:p>
        </p:txBody>
      </p:sp>
      <p:sp>
        <p:nvSpPr>
          <p:cNvPr id="487" name="矩形"/>
          <p:cNvSpPr>
            <a:spLocks/>
          </p:cNvSpPr>
          <p:nvPr/>
        </p:nvSpPr>
        <p:spPr>
          <a:xfrm rot="0">
            <a:off x="840479" y="1385251"/>
            <a:ext cx="10338660" cy="926655"/>
          </a:xfrm>
          <a:prstGeom prst="rect"/>
          <a:solidFill>
            <a:srgbClr val="FFFFFF"/>
          </a:solidFill>
          <a:ln w="9525" cmpd="sng" cap="flat">
            <a:solidFill>
              <a:srgbClr val="2E75B6"/>
            </a:solidFill>
            <a:prstDash val="lgDash"/>
            <a:miter/>
          </a:ln>
        </p:spPr>
        <p:txBody>
          <a:bodyPr vert="horz" wrap="square" lIns="91440" tIns="45720" rIns="91440" bIns="45720" anchor="ctr" anchorCtr="0">
            <a:prstTxWarp prst="textNoShape"/>
          </a:bodyPr>
          <a:lstStyle/>
          <a:p>
            <a:pPr marL="0" indent="0" algn="l" defTabSz="1217295">
              <a:lnSpc>
                <a:spcPct val="100000"/>
              </a:lnSpc>
              <a:spcBef>
                <a:spcPts val="0"/>
              </a:spcBef>
              <a:spcAft>
                <a:spcPts val="0"/>
              </a:spcAft>
              <a:buNone/>
            </a:pP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工程竣工后，市、县级自然资源主管部门应组织勘查、设计、施工、监理等</a:t>
            </a:r>
            <a:r>
              <a:rPr lang="zh-CN" altLang="en-US" sz="1800" b="0" i="1"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参建单位自验</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，主要核对施工设计和合同约定的各项</a:t>
            </a:r>
            <a:r>
              <a:rPr lang="zh-CN" altLang="en-US" sz="1800" b="1" i="0" u="none" strike="noStrike" kern="1200" cap="none" spc="0" baseline="0">
                <a:solidFill>
                  <a:srgbClr val="FF0000"/>
                </a:solidFill>
                <a:latin typeface="微软雅黑" pitchFamily="0" charset="0"/>
                <a:ea typeface="微软雅黑" pitchFamily="0" charset="0"/>
                <a:cs typeface="Calibri" pitchFamily="0" charset="0"/>
              </a:rPr>
              <a:t>工程内容</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是否已完成、监理单位对</a:t>
            </a:r>
            <a:r>
              <a:rPr lang="zh-CN" altLang="en-US" sz="1800" b="1" i="0" u="none" strike="noStrike" kern="1200" cap="none" spc="0" baseline="0">
                <a:solidFill>
                  <a:srgbClr val="FF0000"/>
                </a:solidFill>
                <a:latin typeface="微软雅黑" pitchFamily="0" charset="0"/>
                <a:ea typeface="微软雅黑" pitchFamily="0" charset="0"/>
                <a:cs typeface="Calibri" pitchFamily="0" charset="0"/>
              </a:rPr>
              <a:t>工程质量</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的评定是否合格、施工及监理单位工作总结等</a:t>
            </a:r>
            <a:r>
              <a:rPr lang="zh-CN" altLang="en-US" sz="1800" b="1" i="0" u="none" strike="noStrike" kern="1200" cap="none" spc="0" baseline="0">
                <a:solidFill>
                  <a:srgbClr val="FF0000"/>
                </a:solidFill>
                <a:latin typeface="微软雅黑" pitchFamily="0" charset="0"/>
                <a:ea typeface="微软雅黑" pitchFamily="0" charset="0"/>
                <a:cs typeface="Calibri" pitchFamily="0" charset="0"/>
              </a:rPr>
              <a:t>竣工资料</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准备是否齐全等，为初步验收做好准备。</a:t>
            </a:r>
            <a:endParaRPr lang="zh-CN" altLang="en-US" sz="1800" b="0" i="0" u="none" strike="noStrike" kern="1200" cap="none" spc="0" baseline="0">
              <a:solidFill>
                <a:schemeClr val="tx1"/>
              </a:solidFill>
              <a:latin typeface="微软雅黑" pitchFamily="0" charset="0"/>
              <a:ea typeface="微软雅黑" pitchFamily="0" charset="0"/>
              <a:cs typeface="Calibri" pitchFamily="0" charset="0"/>
            </a:endParaRPr>
          </a:p>
        </p:txBody>
      </p:sp>
      <p:sp>
        <p:nvSpPr>
          <p:cNvPr id="488" name="同侧圆角矩形"/>
          <p:cNvSpPr>
            <a:spLocks/>
          </p:cNvSpPr>
          <p:nvPr/>
        </p:nvSpPr>
        <p:spPr>
          <a:xfrm rot="0">
            <a:off x="517497" y="4136041"/>
            <a:ext cx="2251075" cy="334961"/>
          </a:xfrm>
          <a:prstGeom prst="round2SameRect">
            <a:avLst>
              <a:gd name="adj1" fmla="val 18962"/>
              <a:gd name="adj2" fmla="val 0"/>
            </a:avLst>
          </a:prstGeom>
          <a:solidFill>
            <a:srgbClr val="265D72"/>
          </a:solidFill>
          <a:ln w="9525" cmpd="sng" cap="flat">
            <a:noFill/>
            <a:prstDash val="solid"/>
            <a:miter/>
          </a:ln>
        </p:spPr>
        <p:txBody>
          <a:bodyPr vert="horz" wrap="square" lIns="36000" tIns="0" rIns="91440" bIns="0" anchor="ctr" anchorCtr="0">
            <a:prstTxWarp prst="textNoShape"/>
          </a:bodyPr>
          <a:lstStyle/>
          <a:p>
            <a:pPr marL="0" indent="0" algn="just" eaLnBrk="1" fontAlgn="auto"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alibri" pitchFamily="0" charset="0"/>
                <a:ea typeface="微软雅黑" pitchFamily="0" charset="0"/>
                <a:cs typeface="Calibri" pitchFamily="0" charset="0"/>
              </a:rPr>
              <a:t>03</a:t>
            </a:r>
            <a:endParaRPr lang="zh-CN" altLang="en-US" sz="1800" b="1" i="0" u="none" strike="noStrike" kern="1200" cap="none" spc="0" baseline="0">
              <a:solidFill>
                <a:srgbClr val="FFFFFF"/>
              </a:solidFill>
              <a:latin typeface="Calibri" pitchFamily="0" charset="0"/>
              <a:ea typeface="微软雅黑" pitchFamily="0" charset="0"/>
              <a:cs typeface="Calibri" pitchFamily="0" charset="0"/>
            </a:endParaRPr>
          </a:p>
        </p:txBody>
      </p:sp>
      <p:sp>
        <p:nvSpPr>
          <p:cNvPr id="489" name="矩形"/>
          <p:cNvSpPr>
            <a:spLocks/>
          </p:cNvSpPr>
          <p:nvPr/>
        </p:nvSpPr>
        <p:spPr>
          <a:xfrm rot="0">
            <a:off x="879446" y="4180503"/>
            <a:ext cx="10288706" cy="1680516"/>
          </a:xfrm>
          <a:prstGeom prst="rect"/>
          <a:solidFill>
            <a:srgbClr val="FFFFFF"/>
          </a:solidFill>
          <a:ln w="9525" cmpd="sng" cap="flat">
            <a:solidFill>
              <a:srgbClr val="2E75B6"/>
            </a:solidFill>
            <a:prstDash val="lgDash"/>
            <a:miter/>
          </a:ln>
        </p:spPr>
        <p:txBody>
          <a:bodyPr vert="horz" wrap="square" lIns="91440" tIns="45720" rIns="91440" bIns="45720" anchor="ctr" anchorCtr="0">
            <a:prstTxWarp prst="textNoShape"/>
          </a:bodyPr>
          <a:lstStyle/>
          <a:p>
            <a:pPr marL="0" indent="0" algn="l" defTabSz="1217295">
              <a:lnSpc>
                <a:spcPct val="100000"/>
              </a:lnSpc>
              <a:spcBef>
                <a:spcPts val="0"/>
              </a:spcBef>
              <a:spcAft>
                <a:spcPts val="0"/>
              </a:spcAft>
              <a:buNone/>
            </a:pP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项目通过初步验收后，中央财政出资的项目，市（州）级自然资源主管部门应向省自然资源厅提出申请，由省自然资源厅会同省财政厅组织专家进行验收。省级财政出资的项目，县级自然资源主管部门应向市（州）级自然资源主管部门提出申请，由市（州）级自然资源主管部门会同同级财政部门组织专家进行验收。专家组（不少于</a:t>
            </a:r>
            <a:r>
              <a:rPr lang="en-US" altLang="zh-CN" sz="1800" b="0" i="0" u="none" strike="noStrike" kern="1200" cap="none" spc="0" baseline="0">
                <a:solidFill>
                  <a:schemeClr val="tx1"/>
                </a:solidFill>
                <a:latin typeface="微软雅黑" pitchFamily="0" charset="0"/>
                <a:ea typeface="微软雅黑" pitchFamily="0" charset="0"/>
                <a:cs typeface="Calibri" pitchFamily="0" charset="0"/>
              </a:rPr>
              <a:t>5</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人，含</a:t>
            </a:r>
            <a:r>
              <a:rPr lang="en-US" altLang="zh-CN" sz="1800" b="0" i="0" u="none" strike="noStrike" kern="1200" cap="none" spc="0" baseline="0">
                <a:solidFill>
                  <a:schemeClr val="tx1"/>
                </a:solidFill>
                <a:latin typeface="微软雅黑" pitchFamily="0" charset="0"/>
                <a:ea typeface="微软雅黑" pitchFamily="0" charset="0"/>
                <a:cs typeface="Calibri" pitchFamily="0" charset="0"/>
              </a:rPr>
              <a:t>1</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名财审专家）对项目</a:t>
            </a:r>
            <a:r>
              <a:rPr lang="zh-CN" altLang="en-US" sz="1800" b="0" i="0" u="none" strike="noStrike" kern="1200" cap="none" spc="0" baseline="0">
                <a:solidFill>
                  <a:srgbClr val="0000FF"/>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工程质量、建设情况及预算执行情况</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进行全面检查，对项目工程质量进行</a:t>
            </a:r>
            <a:r>
              <a:rPr lang="zh-CN" altLang="en-US" sz="1800" b="0" i="0" u="none" strike="noStrike" kern="1200" cap="none" spc="0" baseline="0">
                <a:solidFill>
                  <a:srgbClr val="FF0000"/>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综合评分、评定等级</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，形成验收意见，并提出该处地质灾害隐患点的</a:t>
            </a:r>
            <a:r>
              <a:rPr lang="zh-CN" altLang="en-US" sz="1800" b="0" i="0" u="none" strike="noStrike" kern="1200" cap="none" spc="0" baseline="0">
                <a:solidFill>
                  <a:srgbClr val="FF0000"/>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核销或降级意见</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。验收结果为不合格的，经整改后重新组织竣工验收。</a:t>
            </a:r>
            <a:endParaRPr lang="zh-CN" altLang="en-US" sz="1800" b="0" i="0" u="none" strike="noStrike" kern="1200" cap="none" spc="0" baseline="0">
              <a:solidFill>
                <a:schemeClr val="tx1"/>
              </a:solidFill>
              <a:latin typeface="微软雅黑" pitchFamily="0" charset="0"/>
              <a:ea typeface="微软雅黑" pitchFamily="0" charset="0"/>
              <a:cs typeface="Calibri" pitchFamily="0" charset="0"/>
            </a:endParaRPr>
          </a:p>
        </p:txBody>
      </p:sp>
      <p:sp>
        <p:nvSpPr>
          <p:cNvPr id="490" name="同侧圆角矩形"/>
          <p:cNvSpPr>
            <a:spLocks/>
          </p:cNvSpPr>
          <p:nvPr/>
        </p:nvSpPr>
        <p:spPr>
          <a:xfrm rot="0">
            <a:off x="9268932" y="6161214"/>
            <a:ext cx="2249488" cy="336549"/>
          </a:xfrm>
          <a:prstGeom prst="round2SameRect">
            <a:avLst>
              <a:gd name="adj1" fmla="val 20666"/>
              <a:gd name="adj2" fmla="val 0"/>
            </a:avLst>
          </a:prstGeom>
          <a:solidFill>
            <a:srgbClr val="0CBAE5"/>
          </a:solidFill>
          <a:ln w="9525" cmpd="sng" cap="flat">
            <a:noFill/>
            <a:prstDash val="solid"/>
            <a:miter/>
          </a:ln>
        </p:spPr>
        <p:txBody>
          <a:bodyPr vert="horz" wrap="square" lIns="90000" tIns="0" rIns="36000" bIns="0" anchor="ctr" anchorCtr="0">
            <a:prstTxWarp prst="textNoShape"/>
          </a:bodyPr>
          <a:lstStyle/>
          <a:p>
            <a:pPr marL="0" indent="0" algn="r" eaLnBrk="1" fontAlgn="auto"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alibri" pitchFamily="0" charset="0"/>
                <a:ea typeface="微软雅黑" pitchFamily="0" charset="0"/>
                <a:cs typeface="Calibri" pitchFamily="0" charset="0"/>
              </a:rPr>
              <a:t>04</a:t>
            </a:r>
            <a:endParaRPr lang="zh-CN" altLang="en-US" sz="1800" b="1" i="0" u="none" strike="noStrike" kern="1200" cap="none" spc="0" baseline="0">
              <a:solidFill>
                <a:srgbClr val="FFFFFF"/>
              </a:solidFill>
              <a:latin typeface="Calibri" pitchFamily="0" charset="0"/>
              <a:ea typeface="微软雅黑" pitchFamily="0" charset="0"/>
              <a:cs typeface="Calibri" pitchFamily="0" charset="0"/>
            </a:endParaRPr>
          </a:p>
        </p:txBody>
      </p:sp>
      <p:sp>
        <p:nvSpPr>
          <p:cNvPr id="491" name="矩形"/>
          <p:cNvSpPr>
            <a:spLocks/>
          </p:cNvSpPr>
          <p:nvPr/>
        </p:nvSpPr>
        <p:spPr>
          <a:xfrm rot="0">
            <a:off x="874548" y="6220726"/>
            <a:ext cx="10293603" cy="590399"/>
          </a:xfrm>
          <a:prstGeom prst="rect"/>
          <a:solidFill>
            <a:srgbClr val="FFFFFF"/>
          </a:solidFill>
          <a:ln w="9525" cmpd="sng" cap="flat">
            <a:solidFill>
              <a:srgbClr val="2E75B6"/>
            </a:solidFill>
            <a:prstDash val="lgDash"/>
            <a:miter/>
          </a:ln>
        </p:spPr>
        <p:txBody>
          <a:bodyPr vert="horz" wrap="square" lIns="91440" tIns="45720" rIns="91440" bIns="45720" anchor="ctr" anchorCtr="0">
            <a:prstTxWarp prst="textNoShape"/>
          </a:bodyPr>
          <a:lstStyle/>
          <a:p>
            <a:pPr marL="0" indent="0" algn="l" defTabSz="1217295">
              <a:lnSpc>
                <a:spcPct val="100000"/>
              </a:lnSpc>
              <a:spcBef>
                <a:spcPts val="0"/>
              </a:spcBef>
              <a:spcAft>
                <a:spcPts val="0"/>
              </a:spcAft>
              <a:buNone/>
            </a:pP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市、县级自然资源主管部门应做好项目</a:t>
            </a:r>
            <a:r>
              <a:rPr lang="zh-CN" altLang="en-US" sz="1800" b="1" i="0" u="none" strike="noStrike" kern="1200" cap="none" spc="0" baseline="0">
                <a:solidFill>
                  <a:srgbClr val="FF0000"/>
                </a:solidFill>
                <a:latin typeface="微软雅黑" pitchFamily="0" charset="0"/>
                <a:ea typeface="微软雅黑" pitchFamily="0" charset="0"/>
                <a:cs typeface="Calibri" pitchFamily="0" charset="0"/>
              </a:rPr>
              <a:t>全周期资料</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的整理归档工作，备查备检；项目完成财务结算后，将项目全过程资料按要求报送省自然资源厅。</a:t>
            </a:r>
            <a:endParaRPr lang="zh-CN" altLang="en-US" sz="1800" b="0" i="0" u="none" strike="noStrike" kern="1200" cap="none" spc="0" baseline="0">
              <a:solidFill>
                <a:schemeClr val="tx1"/>
              </a:solidFill>
              <a:latin typeface="微软雅黑" pitchFamily="0" charset="0"/>
              <a:ea typeface="微软雅黑" pitchFamily="0" charset="0"/>
              <a:cs typeface="Calibri" pitchFamily="0" charset="0"/>
            </a:endParaRPr>
          </a:p>
        </p:txBody>
      </p:sp>
      <p:sp>
        <p:nvSpPr>
          <p:cNvPr id="492" name="同侧圆角矩形"/>
          <p:cNvSpPr>
            <a:spLocks/>
          </p:cNvSpPr>
          <p:nvPr/>
        </p:nvSpPr>
        <p:spPr>
          <a:xfrm rot="0">
            <a:off x="9291601" y="2748277"/>
            <a:ext cx="2249488" cy="336549"/>
          </a:xfrm>
          <a:prstGeom prst="round2SameRect">
            <a:avLst>
              <a:gd name="adj1" fmla="val 18912"/>
              <a:gd name="adj2" fmla="val 0"/>
            </a:avLst>
          </a:prstGeom>
          <a:solidFill>
            <a:srgbClr val="F0C301"/>
          </a:solidFill>
          <a:ln w="9525" cmpd="sng" cap="flat">
            <a:noFill/>
            <a:prstDash val="solid"/>
            <a:miter/>
          </a:ln>
        </p:spPr>
        <p:txBody>
          <a:bodyPr vert="horz" wrap="square" lIns="90000" tIns="0" rIns="36000" bIns="0" anchor="ctr" anchorCtr="0">
            <a:prstTxWarp prst="textNoShape"/>
          </a:bodyPr>
          <a:lstStyle/>
          <a:p>
            <a:pPr marL="0" indent="0" algn="r" eaLnBrk="1" fontAlgn="auto"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alibri" pitchFamily="0" charset="0"/>
                <a:ea typeface="微软雅黑" pitchFamily="0" charset="0"/>
                <a:cs typeface="Calibri" pitchFamily="0" charset="0"/>
              </a:rPr>
              <a:t>02</a:t>
            </a:r>
            <a:endParaRPr lang="zh-CN" altLang="en-US" sz="1800" b="1" i="0" u="none" strike="noStrike" kern="1200" cap="none" spc="0" baseline="0">
              <a:solidFill>
                <a:srgbClr val="FFFFFF"/>
              </a:solidFill>
              <a:latin typeface="Calibri" pitchFamily="0" charset="0"/>
              <a:ea typeface="微软雅黑" pitchFamily="0" charset="0"/>
              <a:cs typeface="Calibri" pitchFamily="0" charset="0"/>
            </a:endParaRPr>
          </a:p>
        </p:txBody>
      </p:sp>
      <p:sp>
        <p:nvSpPr>
          <p:cNvPr id="493" name="矩形"/>
          <p:cNvSpPr>
            <a:spLocks/>
          </p:cNvSpPr>
          <p:nvPr/>
        </p:nvSpPr>
        <p:spPr>
          <a:xfrm rot="0">
            <a:off x="839414" y="2794315"/>
            <a:ext cx="10339725" cy="926656"/>
          </a:xfrm>
          <a:prstGeom prst="rect"/>
          <a:solidFill>
            <a:srgbClr val="FFFFFF"/>
          </a:solidFill>
          <a:ln w="9525" cmpd="sng" cap="flat">
            <a:solidFill>
              <a:srgbClr val="2E75B6"/>
            </a:solidFill>
            <a:prstDash val="lgDash"/>
            <a:miter/>
          </a:ln>
        </p:spPr>
        <p:txBody>
          <a:bodyPr vert="horz" wrap="square" lIns="91440" tIns="45720" rIns="91440" bIns="45720" anchor="ctr" anchorCtr="0">
            <a:prstTxWarp prst="textNoShape"/>
          </a:bodyPr>
          <a:lstStyle/>
          <a:p>
            <a:pPr marL="0" indent="0" algn="l" defTabSz="1217295">
              <a:lnSpc>
                <a:spcPct val="100000"/>
              </a:lnSpc>
              <a:spcBef>
                <a:spcPts val="0"/>
              </a:spcBef>
              <a:spcAft>
                <a:spcPts val="0"/>
              </a:spcAft>
              <a:buNone/>
            </a:pP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中央财政出资的项目，由市（州）级自然资源主管部门会同同级财政部门组织专家进行审查验收；省级财政出资的项目，由县级自然资源主管部门会同同级财政部门组织专家进行审查验收，</a:t>
            </a:r>
            <a:r>
              <a:rPr lang="zh-CN" altLang="en-US" sz="1800" b="0" i="0" u="none" strike="noStrike" kern="1200" cap="none" spc="0" baseline="0">
                <a:solidFill>
                  <a:srgbClr val="FF0000"/>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专家组</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（不少于</a:t>
            </a:r>
            <a:r>
              <a:rPr lang="en-US" altLang="zh-CN" sz="1800" b="0" i="0" u="none" strike="noStrike" kern="1200" cap="none" spc="0" baseline="0">
                <a:solidFill>
                  <a:schemeClr val="tx1"/>
                </a:solidFill>
                <a:latin typeface="微软雅黑" pitchFamily="0" charset="0"/>
                <a:ea typeface="微软雅黑" pitchFamily="0" charset="0"/>
                <a:cs typeface="Calibri" pitchFamily="0" charset="0"/>
              </a:rPr>
              <a:t>5</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人，含</a:t>
            </a:r>
            <a:r>
              <a:rPr lang="en-US" altLang="zh-CN" sz="1800" b="0" i="0" u="none" strike="noStrike" kern="1200" cap="none" spc="0" baseline="0">
                <a:solidFill>
                  <a:schemeClr val="tx1"/>
                </a:solidFill>
                <a:latin typeface="微软雅黑" pitchFamily="0" charset="0"/>
                <a:ea typeface="微软雅黑" pitchFamily="0" charset="0"/>
                <a:cs typeface="Calibri" pitchFamily="0" charset="0"/>
              </a:rPr>
              <a:t>1</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名财审专家）</a:t>
            </a:r>
            <a:r>
              <a:rPr lang="zh-CN" altLang="en-US" sz="1800" b="0" i="0" u="none" strike="noStrike" kern="1200" cap="none" spc="0" baseline="0">
                <a:solidFill>
                  <a:srgbClr val="FF0000"/>
                </a:solidFill>
                <a:effectLst>
                  <a:outerShdw sx="100000" sy="100000" blurRad="38100" dir="2700000" dist="38100" algn="tl">
                    <a:srgbClr val="000000">
                      <a:alpha val="43000"/>
                    </a:srgbClr>
                  </a:outerShdw>
                </a:effectLst>
                <a:latin typeface="微软雅黑" pitchFamily="0" charset="0"/>
                <a:ea typeface="微软雅黑" pitchFamily="0" charset="0"/>
                <a:cs typeface="Calibri" pitchFamily="0" charset="0"/>
              </a:rPr>
              <a:t>提出初步验收结论</a:t>
            </a:r>
            <a:r>
              <a:rPr lang="zh-CN" altLang="en-US" sz="1800" b="0" i="0" u="none" strike="noStrike" kern="1200" cap="none" spc="0" baseline="0">
                <a:solidFill>
                  <a:schemeClr val="tx1"/>
                </a:solidFill>
                <a:latin typeface="微软雅黑" pitchFamily="0" charset="0"/>
                <a:ea typeface="微软雅黑" pitchFamily="0" charset="0"/>
                <a:cs typeface="Calibri" pitchFamily="0" charset="0"/>
              </a:rPr>
              <a:t>。对于质量评定为不合格的，经整改后，重新组织初验。</a:t>
            </a:r>
            <a:endParaRPr lang="zh-CN" altLang="en-US" sz="1800" b="0" i="0" u="none" strike="noStrike" kern="1200" cap="none" spc="0" baseline="0">
              <a:solidFill>
                <a:schemeClr val="tx1"/>
              </a:solidFill>
              <a:latin typeface="微软雅黑" pitchFamily="0" charset="0"/>
              <a:ea typeface="微软雅黑" pitchFamily="0" charset="0"/>
              <a:cs typeface="Calibri" pitchFamily="0" charset="0"/>
            </a:endParaRPr>
          </a:p>
        </p:txBody>
      </p:sp>
      <p:sp>
        <p:nvSpPr>
          <p:cNvPr id="494" name="矩形"/>
          <p:cNvSpPr>
            <a:spLocks/>
          </p:cNvSpPr>
          <p:nvPr/>
        </p:nvSpPr>
        <p:spPr>
          <a:xfrm rot="0">
            <a:off x="839414" y="3730066"/>
            <a:ext cx="1232963" cy="480324"/>
          </a:xfrm>
          <a:prstGeom prst="rect"/>
          <a:noFill/>
          <a:ln w="9525" cmpd="sng" cap="flat">
            <a:noFill/>
            <a:prstDash val="solid"/>
            <a:miter/>
          </a:ln>
        </p:spPr>
        <p:txBody>
          <a:bodyPr vert="horz" wrap="none" lIns="108850" tIns="54425" rIns="108850" bIns="54425" anchor="t" anchorCtr="0">
            <a:prstTxWarp prst="textNoShape"/>
            <a:spAutoFit/>
          </a:bodyPr>
          <a:lstStyle/>
          <a:p>
            <a:pPr marL="0" indent="0" algn="l">
              <a:lnSpc>
                <a:spcPct val="129999"/>
              </a:lnSpc>
              <a:spcBef>
                <a:spcPts val="0"/>
              </a:spcBef>
              <a:spcAft>
                <a:spcPts val="0"/>
              </a:spcAft>
              <a:buNone/>
            </a:pPr>
            <a:r>
              <a:rPr lang="zh-CN" altLang="en-US" sz="1900" b="1" i="0" u="none" strike="noStrike" kern="1200" cap="none" spc="0" baseline="0">
                <a:solidFill>
                  <a:schemeClr val="tx1"/>
                </a:solidFill>
                <a:latin typeface="微软雅黑" pitchFamily="0" charset="0"/>
                <a:ea typeface="微软雅黑" pitchFamily="0" charset="0"/>
                <a:cs typeface="Calibri" pitchFamily="0" charset="0"/>
              </a:rPr>
              <a:t>竣工验收</a:t>
            </a:r>
            <a:endParaRPr lang="zh-CN" altLang="en-US" sz="1900" b="1" i="0" u="none" strike="noStrike" kern="1200" cap="none" spc="0" baseline="0">
              <a:solidFill>
                <a:schemeClr val="tx1"/>
              </a:solidFill>
              <a:latin typeface="微软雅黑" pitchFamily="0" charset="0"/>
              <a:ea typeface="微软雅黑" pitchFamily="0" charset="0"/>
              <a:cs typeface="Calibri" pitchFamily="0" charset="0"/>
            </a:endParaRPr>
          </a:p>
        </p:txBody>
      </p:sp>
      <p:sp>
        <p:nvSpPr>
          <p:cNvPr id="495" name="矩形"/>
          <p:cNvSpPr>
            <a:spLocks/>
          </p:cNvSpPr>
          <p:nvPr/>
        </p:nvSpPr>
        <p:spPr>
          <a:xfrm rot="0">
            <a:off x="9850428" y="2333610"/>
            <a:ext cx="1232963" cy="480324"/>
          </a:xfrm>
          <a:prstGeom prst="rect"/>
          <a:noFill/>
          <a:ln w="9525" cmpd="sng" cap="flat">
            <a:noFill/>
            <a:prstDash val="solid"/>
            <a:miter/>
          </a:ln>
        </p:spPr>
        <p:txBody>
          <a:bodyPr vert="horz" wrap="none" lIns="108850" tIns="54425" rIns="108850" bIns="54425" anchor="t" anchorCtr="0">
            <a:prstTxWarp prst="textNoShape"/>
            <a:spAutoFit/>
          </a:bodyPr>
          <a:lstStyle/>
          <a:p>
            <a:pPr marL="0" indent="0" algn="l">
              <a:lnSpc>
                <a:spcPct val="129999"/>
              </a:lnSpc>
              <a:spcBef>
                <a:spcPts val="0"/>
              </a:spcBef>
              <a:spcAft>
                <a:spcPts val="0"/>
              </a:spcAft>
              <a:buNone/>
            </a:pPr>
            <a:r>
              <a:rPr lang="zh-CN" altLang="en-US" sz="1900" b="1" i="0" u="none" strike="noStrike" kern="1200" cap="none" spc="0" baseline="0">
                <a:solidFill>
                  <a:schemeClr val="tx1"/>
                </a:solidFill>
                <a:latin typeface="微软雅黑" pitchFamily="0" charset="0"/>
                <a:ea typeface="微软雅黑" pitchFamily="0" charset="0"/>
                <a:cs typeface="Calibri" pitchFamily="0" charset="0"/>
              </a:rPr>
              <a:t>初步验收</a:t>
            </a:r>
            <a:endParaRPr lang="zh-CN" altLang="en-US" sz="1900" b="1" i="0" u="none" strike="noStrike" kern="1200" cap="none" spc="0" baseline="0">
              <a:solidFill>
                <a:schemeClr val="tx1"/>
              </a:solidFill>
              <a:latin typeface="微软雅黑" pitchFamily="0" charset="0"/>
              <a:ea typeface="微软雅黑" pitchFamily="0" charset="0"/>
              <a:cs typeface="Calibri" pitchFamily="0" charset="0"/>
            </a:endParaRPr>
          </a:p>
        </p:txBody>
      </p:sp>
      <p:sp>
        <p:nvSpPr>
          <p:cNvPr id="496" name="矩形"/>
          <p:cNvSpPr>
            <a:spLocks/>
          </p:cNvSpPr>
          <p:nvPr/>
        </p:nvSpPr>
        <p:spPr>
          <a:xfrm rot="0">
            <a:off x="9917119" y="5762248"/>
            <a:ext cx="1232963" cy="480324"/>
          </a:xfrm>
          <a:prstGeom prst="rect"/>
          <a:noFill/>
          <a:ln w="9525" cmpd="sng" cap="flat">
            <a:noFill/>
            <a:prstDash val="solid"/>
            <a:miter/>
          </a:ln>
        </p:spPr>
        <p:txBody>
          <a:bodyPr vert="horz" wrap="none" lIns="108850" tIns="54425" rIns="108850" bIns="54425" anchor="t" anchorCtr="0">
            <a:prstTxWarp prst="textNoShape"/>
            <a:spAutoFit/>
          </a:bodyPr>
          <a:lstStyle/>
          <a:p>
            <a:pPr marL="0" indent="0" algn="l">
              <a:lnSpc>
                <a:spcPct val="129999"/>
              </a:lnSpc>
              <a:spcBef>
                <a:spcPts val="0"/>
              </a:spcBef>
              <a:spcAft>
                <a:spcPts val="0"/>
              </a:spcAft>
              <a:buNone/>
            </a:pPr>
            <a:r>
              <a:rPr lang="zh-CN" altLang="en-US" sz="1900" b="1" i="0" u="none" strike="noStrike" kern="1200" cap="none" spc="0" baseline="0">
                <a:solidFill>
                  <a:schemeClr val="tx1"/>
                </a:solidFill>
                <a:latin typeface="微软雅黑" pitchFamily="0" charset="0"/>
                <a:ea typeface="微软雅黑" pitchFamily="0" charset="0"/>
                <a:cs typeface="Calibri" pitchFamily="0" charset="0"/>
              </a:rPr>
              <a:t>资料归档</a:t>
            </a:r>
            <a:endParaRPr lang="zh-CN" altLang="en-US" sz="1900" b="1" i="0" u="none" strike="noStrike" kern="1200" cap="none" spc="0" baseline="0">
              <a:solidFill>
                <a:schemeClr val="tx1"/>
              </a:solidFill>
              <a:latin typeface="微软雅黑" pitchFamily="0" charset="0"/>
              <a:ea typeface="微软雅黑" pitchFamily="0" charset="0"/>
              <a:cs typeface="Calibri" pitchFamily="0" charset="0"/>
            </a:endParaRPr>
          </a:p>
        </p:txBody>
      </p:sp>
      <p:sp>
        <p:nvSpPr>
          <p:cNvPr id="497" name="矩形"/>
          <p:cNvSpPr>
            <a:spLocks/>
          </p:cNvSpPr>
          <p:nvPr/>
        </p:nvSpPr>
        <p:spPr>
          <a:xfrm rot="0">
            <a:off x="874548" y="929324"/>
            <a:ext cx="1232963" cy="480324"/>
          </a:xfrm>
          <a:prstGeom prst="rect"/>
          <a:noFill/>
          <a:ln w="9525" cmpd="sng" cap="flat">
            <a:noFill/>
            <a:prstDash val="solid"/>
            <a:miter/>
          </a:ln>
        </p:spPr>
        <p:txBody>
          <a:bodyPr vert="horz" wrap="none" lIns="108850" tIns="54425" rIns="108850" bIns="54425" anchor="t" anchorCtr="0">
            <a:prstTxWarp prst="textNoShape"/>
            <a:spAutoFit/>
          </a:bodyPr>
          <a:lstStyle/>
          <a:p>
            <a:pPr marL="0" indent="0" algn="l">
              <a:lnSpc>
                <a:spcPct val="129999"/>
              </a:lnSpc>
              <a:spcBef>
                <a:spcPts val="0"/>
              </a:spcBef>
              <a:spcAft>
                <a:spcPts val="0"/>
              </a:spcAft>
              <a:buNone/>
            </a:pPr>
            <a:r>
              <a:rPr lang="zh-CN" altLang="en-US" sz="1900" b="1" i="0" u="none" strike="noStrike" kern="1200" cap="none" spc="0" baseline="0">
                <a:solidFill>
                  <a:schemeClr val="tx1"/>
                </a:solidFill>
                <a:latin typeface="微软雅黑" pitchFamily="0" charset="0"/>
                <a:ea typeface="微软雅黑" pitchFamily="0" charset="0"/>
                <a:cs typeface="Calibri" pitchFamily="0" charset="0"/>
              </a:rPr>
              <a:t>自行检验</a:t>
            </a:r>
            <a:endParaRPr lang="zh-CN" altLang="en-US" sz="1900" b="1" i="0" u="none" strike="noStrike" kern="1200" cap="none" spc="0" baseline="0">
              <a:solidFill>
                <a:schemeClr val="tx1"/>
              </a:solidFill>
              <a:latin typeface="微软雅黑" pitchFamily="0" charset="0"/>
              <a:ea typeface="微软雅黑" pitchFamily="0" charset="0"/>
              <a:cs typeface="Calibri" pitchFamily="0" charset="0"/>
            </a:endParaRPr>
          </a:p>
        </p:txBody>
      </p:sp>
      <p:grpSp>
        <p:nvGrpSpPr>
          <p:cNvPr id="501" name="组合"/>
          <p:cNvGrpSpPr>
            <a:grpSpLocks/>
          </p:cNvGrpSpPr>
          <p:nvPr/>
        </p:nvGrpSpPr>
        <p:grpSpPr>
          <a:xfrm rot="10800000">
            <a:off x="2125334" y="1112955"/>
            <a:ext cx="403698" cy="141984"/>
            <a:chOff x="2125334" y="1112955"/>
            <a:chExt cx="403698" cy="141984"/>
          </a:xfrm>
        </p:grpSpPr>
        <p:sp>
          <p:nvSpPr>
            <p:cNvPr id="498" name="燕尾形"/>
            <p:cNvSpPr>
              <a:spLocks/>
            </p:cNvSpPr>
            <p:nvPr/>
          </p:nvSpPr>
          <p:spPr>
            <a:xfrm rot="0">
              <a:off x="2125334" y="1112955"/>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499" name="燕尾形"/>
            <p:cNvSpPr>
              <a:spLocks/>
            </p:cNvSpPr>
            <p:nvPr/>
          </p:nvSpPr>
          <p:spPr>
            <a:xfrm rot="0">
              <a:off x="2254898" y="1112955"/>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500" name="燕尾形"/>
            <p:cNvSpPr>
              <a:spLocks/>
            </p:cNvSpPr>
            <p:nvPr/>
          </p:nvSpPr>
          <p:spPr>
            <a:xfrm rot="0">
              <a:off x="2384463" y="1112955"/>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grpSp>
      <p:sp>
        <p:nvSpPr>
          <p:cNvPr id="502" name="矩形"/>
          <p:cNvSpPr>
            <a:spLocks/>
          </p:cNvSpPr>
          <p:nvPr/>
        </p:nvSpPr>
        <p:spPr>
          <a:xfrm rot="0">
            <a:off x="2550924" y="917874"/>
            <a:ext cx="3429114" cy="480325"/>
          </a:xfrm>
          <a:prstGeom prst="rect"/>
          <a:noFill/>
          <a:ln w="9525" cmpd="sng" cap="flat">
            <a:noFill/>
            <a:prstDash val="solid"/>
            <a:miter/>
          </a:ln>
        </p:spPr>
        <p:txBody>
          <a:bodyPr vert="horz" wrap="square" lIns="108850" tIns="54425" rIns="108850" bIns="54425" anchor="t" anchorCtr="0">
            <a:prstTxWarp prst="textNoShape"/>
            <a:spAutoFit/>
          </a:bodyPr>
          <a:lstStyle/>
          <a:p>
            <a:pPr marL="0" indent="0" algn="l">
              <a:lnSpc>
                <a:spcPct val="129999"/>
              </a:lnSpc>
              <a:spcBef>
                <a:spcPts val="0"/>
              </a:spcBef>
              <a:spcAft>
                <a:spcPts val="0"/>
              </a:spcAft>
              <a:buNone/>
            </a:pPr>
            <a:r>
              <a:rPr lang="zh-CN" altLang="en-US" sz="1900" b="1" i="0" u="none" strike="noStrike" kern="1200" cap="none" spc="0" baseline="0">
                <a:solidFill>
                  <a:srgbClr val="00B050"/>
                </a:solidFill>
                <a:latin typeface="微软雅黑" pitchFamily="0" charset="0"/>
                <a:ea typeface="微软雅黑" pitchFamily="0" charset="0"/>
                <a:cs typeface="Calibri" pitchFamily="0" charset="0"/>
              </a:rPr>
              <a:t>项目完工之日起</a:t>
            </a:r>
            <a:r>
              <a:rPr lang="en-US" altLang="zh-CN" sz="1900" b="1" i="0" u="none" strike="noStrike" kern="1200" cap="none" spc="0" baseline="0">
                <a:solidFill>
                  <a:srgbClr val="00B050"/>
                </a:solidFill>
                <a:latin typeface="微软雅黑" pitchFamily="0" charset="0"/>
                <a:ea typeface="微软雅黑" pitchFamily="0" charset="0"/>
                <a:cs typeface="Calibri" pitchFamily="0" charset="0"/>
              </a:rPr>
              <a:t>1</a:t>
            </a:r>
            <a:r>
              <a:rPr lang="zh-CN" altLang="en-US" sz="1900" b="1" i="0" u="none" strike="noStrike" kern="1200" cap="none" spc="0" baseline="0">
                <a:solidFill>
                  <a:srgbClr val="00B050"/>
                </a:solidFill>
                <a:latin typeface="微软雅黑" pitchFamily="0" charset="0"/>
                <a:ea typeface="微软雅黑" pitchFamily="0" charset="0"/>
                <a:cs typeface="Calibri" pitchFamily="0" charset="0"/>
              </a:rPr>
              <a:t>个月内</a:t>
            </a:r>
            <a:endParaRPr lang="zh-CN" altLang="en-US" sz="1900" b="1" i="0" u="none" strike="noStrike" kern="1200" cap="none" spc="0" baseline="0">
              <a:solidFill>
                <a:srgbClr val="00B050"/>
              </a:solidFill>
              <a:latin typeface="微软雅黑" pitchFamily="0" charset="0"/>
              <a:ea typeface="微软雅黑" pitchFamily="0" charset="0"/>
              <a:cs typeface="Calibri" pitchFamily="0" charset="0"/>
            </a:endParaRPr>
          </a:p>
        </p:txBody>
      </p:sp>
      <p:grpSp>
        <p:nvGrpSpPr>
          <p:cNvPr id="506" name="组合"/>
          <p:cNvGrpSpPr>
            <a:grpSpLocks/>
          </p:cNvGrpSpPr>
          <p:nvPr/>
        </p:nvGrpSpPr>
        <p:grpSpPr>
          <a:xfrm>
            <a:off x="9446729" y="2534303"/>
            <a:ext cx="403697" cy="141983"/>
            <a:chOff x="9446729" y="2534303"/>
            <a:chExt cx="403697" cy="141983"/>
          </a:xfrm>
        </p:grpSpPr>
        <p:sp>
          <p:nvSpPr>
            <p:cNvPr id="503" name="燕尾形"/>
            <p:cNvSpPr>
              <a:spLocks/>
            </p:cNvSpPr>
            <p:nvPr/>
          </p:nvSpPr>
          <p:spPr>
            <a:xfrm rot="0">
              <a:off x="9446729" y="2534303"/>
              <a:ext cx="144568" cy="141983"/>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504" name="燕尾形"/>
            <p:cNvSpPr>
              <a:spLocks/>
            </p:cNvSpPr>
            <p:nvPr/>
          </p:nvSpPr>
          <p:spPr>
            <a:xfrm rot="0">
              <a:off x="9576294" y="2534303"/>
              <a:ext cx="144568" cy="141983"/>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505" name="燕尾形"/>
            <p:cNvSpPr>
              <a:spLocks/>
            </p:cNvSpPr>
            <p:nvPr/>
          </p:nvSpPr>
          <p:spPr>
            <a:xfrm rot="0">
              <a:off x="9705859" y="2534303"/>
              <a:ext cx="144568" cy="141983"/>
            </a:xfrm>
            <a:prstGeom prst="chevron">
              <a:avLst>
                <a:gd name="adj" fmla="val 50910"/>
              </a:avLst>
            </a:prstGeom>
            <a:solidFill>
              <a:srgbClr val="FF6600"/>
            </a:solidFill>
            <a:ln w="12700" cmpd="sng" cap="flat">
              <a:noFill/>
              <a:prstDash val="solid"/>
              <a:round/>
            </a:ln>
          </p:spPr>
          <p:txBody>
            <a:bodyPr rtlCol="0" anchor="ctr"/>
            <a:lstStyle/>
            <a:p>
              <a:pPr algn="ctr"/>
            </a:p>
          </p:txBody>
        </p:sp>
      </p:grpSp>
      <p:sp>
        <p:nvSpPr>
          <p:cNvPr id="507" name="矩形"/>
          <p:cNvSpPr>
            <a:spLocks/>
          </p:cNvSpPr>
          <p:nvPr/>
        </p:nvSpPr>
        <p:spPr>
          <a:xfrm rot="0">
            <a:off x="6343357" y="2333610"/>
            <a:ext cx="2983081" cy="480324"/>
          </a:xfrm>
          <a:prstGeom prst="rect"/>
          <a:noFill/>
          <a:ln w="9525" cmpd="sng" cap="flat">
            <a:noFill/>
            <a:prstDash val="solid"/>
            <a:miter/>
          </a:ln>
        </p:spPr>
        <p:txBody>
          <a:bodyPr vert="horz" wrap="square" lIns="108850" tIns="54425" rIns="108850" bIns="54425" anchor="t" anchorCtr="0">
            <a:prstTxWarp prst="textNoShape"/>
            <a:spAutoFit/>
          </a:bodyPr>
          <a:lstStyle/>
          <a:p>
            <a:pPr marL="0" indent="0" algn="l">
              <a:lnSpc>
                <a:spcPct val="129999"/>
              </a:lnSpc>
              <a:spcBef>
                <a:spcPts val="0"/>
              </a:spcBef>
              <a:spcAft>
                <a:spcPts val="0"/>
              </a:spcAft>
              <a:buNone/>
            </a:pPr>
            <a:r>
              <a:rPr lang="zh-CN" altLang="en-US" sz="1900" b="1" i="0" u="none" strike="noStrike" kern="1200" cap="none" spc="0" baseline="0">
                <a:solidFill>
                  <a:srgbClr val="00B050"/>
                </a:solidFill>
                <a:latin typeface="微软雅黑" pitchFamily="0" charset="0"/>
                <a:ea typeface="微软雅黑" pitchFamily="0" charset="0"/>
                <a:cs typeface="Calibri" pitchFamily="0" charset="0"/>
              </a:rPr>
              <a:t>项目完工之日起</a:t>
            </a:r>
            <a:r>
              <a:rPr lang="en-US" altLang="zh-CN" sz="1900" b="1" i="0" u="none" strike="noStrike" kern="1200" cap="none" spc="0" baseline="0">
                <a:solidFill>
                  <a:srgbClr val="00B050"/>
                </a:solidFill>
                <a:latin typeface="微软雅黑" pitchFamily="0" charset="0"/>
                <a:ea typeface="微软雅黑" pitchFamily="0" charset="0"/>
                <a:cs typeface="Calibri" pitchFamily="0" charset="0"/>
              </a:rPr>
              <a:t>3</a:t>
            </a:r>
            <a:r>
              <a:rPr lang="zh-CN" altLang="en-US" sz="1900" b="1" i="0" u="none" strike="noStrike" kern="1200" cap="none" spc="0" baseline="0">
                <a:solidFill>
                  <a:srgbClr val="00B050"/>
                </a:solidFill>
                <a:latin typeface="微软雅黑" pitchFamily="0" charset="0"/>
                <a:ea typeface="微软雅黑" pitchFamily="0" charset="0"/>
                <a:cs typeface="Calibri" pitchFamily="0" charset="0"/>
              </a:rPr>
              <a:t>个月内</a:t>
            </a:r>
            <a:endParaRPr lang="zh-CN" altLang="en-US" sz="1900" b="1" i="0" u="none" strike="noStrike" kern="1200" cap="none" spc="0" baseline="0">
              <a:solidFill>
                <a:srgbClr val="00B050"/>
              </a:solidFill>
              <a:latin typeface="微软雅黑" pitchFamily="0" charset="0"/>
              <a:ea typeface="微软雅黑" pitchFamily="0" charset="0"/>
              <a:cs typeface="Calibri" pitchFamily="0" charset="0"/>
            </a:endParaRPr>
          </a:p>
        </p:txBody>
      </p:sp>
      <p:grpSp>
        <p:nvGrpSpPr>
          <p:cNvPr id="511" name="组合"/>
          <p:cNvGrpSpPr>
            <a:grpSpLocks/>
          </p:cNvGrpSpPr>
          <p:nvPr/>
        </p:nvGrpSpPr>
        <p:grpSpPr>
          <a:xfrm rot="10800000">
            <a:off x="2069000" y="3909627"/>
            <a:ext cx="403698" cy="141983"/>
            <a:chOff x="2069000" y="3909627"/>
            <a:chExt cx="403698" cy="141983"/>
          </a:xfrm>
        </p:grpSpPr>
        <p:sp>
          <p:nvSpPr>
            <p:cNvPr id="508" name="燕尾形"/>
            <p:cNvSpPr>
              <a:spLocks/>
            </p:cNvSpPr>
            <p:nvPr/>
          </p:nvSpPr>
          <p:spPr>
            <a:xfrm rot="0">
              <a:off x="2069000" y="3909627"/>
              <a:ext cx="144568" cy="141983"/>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509" name="燕尾形"/>
            <p:cNvSpPr>
              <a:spLocks/>
            </p:cNvSpPr>
            <p:nvPr/>
          </p:nvSpPr>
          <p:spPr>
            <a:xfrm rot="0">
              <a:off x="2198564" y="3909627"/>
              <a:ext cx="144568" cy="141983"/>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510" name="燕尾形"/>
            <p:cNvSpPr>
              <a:spLocks/>
            </p:cNvSpPr>
            <p:nvPr/>
          </p:nvSpPr>
          <p:spPr>
            <a:xfrm rot="0">
              <a:off x="2328129" y="3909627"/>
              <a:ext cx="144568" cy="141983"/>
            </a:xfrm>
            <a:prstGeom prst="chevron">
              <a:avLst>
                <a:gd name="adj" fmla="val 50910"/>
              </a:avLst>
            </a:prstGeom>
            <a:solidFill>
              <a:srgbClr val="FF6600"/>
            </a:solidFill>
            <a:ln w="12700" cmpd="sng" cap="flat">
              <a:noFill/>
              <a:prstDash val="solid"/>
              <a:round/>
            </a:ln>
          </p:spPr>
          <p:txBody>
            <a:bodyPr rtlCol="0" anchor="ctr"/>
            <a:lstStyle/>
            <a:p>
              <a:pPr algn="ctr"/>
            </a:p>
          </p:txBody>
        </p:sp>
      </p:grpSp>
      <p:sp>
        <p:nvSpPr>
          <p:cNvPr id="512" name="矩形"/>
          <p:cNvSpPr>
            <a:spLocks/>
          </p:cNvSpPr>
          <p:nvPr/>
        </p:nvSpPr>
        <p:spPr>
          <a:xfrm rot="0">
            <a:off x="2494590" y="3714547"/>
            <a:ext cx="3318518" cy="480324"/>
          </a:xfrm>
          <a:prstGeom prst="rect"/>
          <a:noFill/>
          <a:ln w="9525" cmpd="sng" cap="flat">
            <a:noFill/>
            <a:prstDash val="solid"/>
            <a:miter/>
          </a:ln>
        </p:spPr>
        <p:txBody>
          <a:bodyPr vert="horz" wrap="square" lIns="108850" tIns="54425" rIns="108850" bIns="54425" anchor="t" anchorCtr="0">
            <a:prstTxWarp prst="textNoShape"/>
            <a:spAutoFit/>
          </a:bodyPr>
          <a:lstStyle/>
          <a:p>
            <a:pPr marL="0" indent="0" algn="l">
              <a:lnSpc>
                <a:spcPct val="129999"/>
              </a:lnSpc>
              <a:spcBef>
                <a:spcPts val="0"/>
              </a:spcBef>
              <a:spcAft>
                <a:spcPts val="0"/>
              </a:spcAft>
              <a:buNone/>
            </a:pPr>
            <a:r>
              <a:rPr lang="zh-CN" altLang="en-US" sz="1900" b="1" i="0" u="none" strike="noStrike" kern="1200" cap="none" spc="0" baseline="0">
                <a:solidFill>
                  <a:srgbClr val="00B050"/>
                </a:solidFill>
                <a:latin typeface="微软雅黑" pitchFamily="0" charset="0"/>
                <a:ea typeface="微软雅黑" pitchFamily="0" charset="0"/>
                <a:cs typeface="Calibri" pitchFamily="0" charset="0"/>
              </a:rPr>
              <a:t>初步验收通过后</a:t>
            </a:r>
            <a:r>
              <a:rPr lang="en-US" altLang="zh-CN" sz="1900" b="1" i="0" u="none" strike="noStrike" kern="1200" cap="none" spc="0" baseline="0">
                <a:solidFill>
                  <a:srgbClr val="00B050"/>
                </a:solidFill>
                <a:latin typeface="微软雅黑" pitchFamily="0" charset="0"/>
                <a:ea typeface="微软雅黑" pitchFamily="0" charset="0"/>
                <a:cs typeface="Calibri" pitchFamily="0" charset="0"/>
              </a:rPr>
              <a:t>3</a:t>
            </a:r>
            <a:r>
              <a:rPr lang="zh-CN" altLang="en-US" sz="1900" b="1" i="0" u="none" strike="noStrike" kern="1200" cap="none" spc="0" baseline="0">
                <a:solidFill>
                  <a:srgbClr val="00B050"/>
                </a:solidFill>
                <a:latin typeface="微软雅黑" pitchFamily="0" charset="0"/>
                <a:ea typeface="微软雅黑" pitchFamily="0" charset="0"/>
                <a:cs typeface="Calibri" pitchFamily="0" charset="0"/>
              </a:rPr>
              <a:t>个月内</a:t>
            </a:r>
            <a:endParaRPr lang="zh-CN" altLang="en-US" sz="1900" b="1" i="0" u="none" strike="noStrike" kern="1200" cap="none" spc="0" baseline="0">
              <a:solidFill>
                <a:srgbClr val="00B050"/>
              </a:solidFill>
              <a:latin typeface="微软雅黑" pitchFamily="0" charset="0"/>
              <a:ea typeface="微软雅黑" pitchFamily="0" charset="0"/>
              <a:cs typeface="Calibri" pitchFamily="0" charset="0"/>
            </a:endParaRPr>
          </a:p>
        </p:txBody>
      </p:sp>
      <p:sp>
        <p:nvSpPr>
          <p:cNvPr id="513" name="矩形"/>
          <p:cNvSpPr>
            <a:spLocks/>
          </p:cNvSpPr>
          <p:nvPr/>
        </p:nvSpPr>
        <p:spPr>
          <a:xfrm rot="0">
            <a:off x="202454" y="262105"/>
            <a:ext cx="3119866" cy="546100"/>
          </a:xfrm>
          <a:prstGeom prst="rect"/>
          <a:noFill/>
          <a:ln w="9525" cmpd="sng" cap="flat">
            <a:noFill/>
            <a:prstDash val="solid"/>
            <a:round/>
          </a:ln>
        </p:spPr>
        <p:txBody>
          <a:bodyPr vert="horz" wrap="square" lIns="90000" tIns="46800" rIns="90000" bIns="46800" anchor="ctr" anchorCtr="0">
            <a:prstTxWarp prst="textNoShape"/>
          </a:bodyPr>
          <a:lstStyle/>
          <a:p>
            <a:pPr marL="0" indent="0" algn="l" eaLnBrk="1" fontAlgn="base" latinLnBrk="0" hangingPunct="1">
              <a:lnSpc>
                <a:spcPct val="100000"/>
              </a:lnSpc>
              <a:spcBef>
                <a:spcPts val="0"/>
              </a:spcBef>
              <a:spcAft>
                <a:spcPts val="0"/>
              </a:spcAft>
              <a:buNone/>
            </a:pPr>
            <a:r>
              <a:rPr lang="zh-CN" altLang="en-US" sz="3200" b="1" i="0" u="none" strike="noStrike" kern="1200" cap="none" spc="300" baseline="0">
                <a:solidFill>
                  <a:schemeClr val="tx2"/>
                </a:solidFill>
                <a:latin typeface="微软雅黑" pitchFamily="0" charset="0"/>
                <a:ea typeface="微软雅黑" pitchFamily="0" charset="0"/>
                <a:cs typeface="Calibri" pitchFamily="0" charset="0"/>
              </a:rPr>
              <a:t>四、规范内容</a:t>
            </a:r>
            <a:endParaRPr lang="zh-CN" altLang="en-US" sz="3200" b="1" i="0" u="none" strike="noStrike" kern="1200" cap="none" spc="300" baseline="0">
              <a:solidFill>
                <a:schemeClr val="tx2"/>
              </a:solidFill>
              <a:latin typeface="微软雅黑" pitchFamily="0" charset="0"/>
              <a:ea typeface="微软雅黑" pitchFamily="0" charset="0"/>
              <a:cs typeface="Calibri" pitchFamily="0" charset="0"/>
            </a:endParaRPr>
          </a:p>
        </p:txBody>
      </p:sp>
      <p:grpSp>
        <p:nvGrpSpPr>
          <p:cNvPr id="517" name="组合"/>
          <p:cNvGrpSpPr>
            <a:grpSpLocks/>
          </p:cNvGrpSpPr>
          <p:nvPr/>
        </p:nvGrpSpPr>
        <p:grpSpPr>
          <a:xfrm>
            <a:off x="3117193" y="472687"/>
            <a:ext cx="403698" cy="141984"/>
            <a:chOff x="3117193" y="472687"/>
            <a:chExt cx="403698" cy="141984"/>
          </a:xfrm>
        </p:grpSpPr>
        <p:sp>
          <p:nvSpPr>
            <p:cNvPr id="514" name="燕尾形"/>
            <p:cNvSpPr>
              <a:spLocks/>
            </p:cNvSpPr>
            <p:nvPr/>
          </p:nvSpPr>
          <p:spPr>
            <a:xfrm rot="0">
              <a:off x="3117193"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515" name="燕尾形"/>
            <p:cNvSpPr>
              <a:spLocks/>
            </p:cNvSpPr>
            <p:nvPr/>
          </p:nvSpPr>
          <p:spPr>
            <a:xfrm rot="0">
              <a:off x="3246757"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516" name="燕尾形"/>
            <p:cNvSpPr>
              <a:spLocks/>
            </p:cNvSpPr>
            <p:nvPr/>
          </p:nvSpPr>
          <p:spPr>
            <a:xfrm rot="0">
              <a:off x="3376322"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grpSp>
      <p:sp>
        <p:nvSpPr>
          <p:cNvPr id="518" name="矩形"/>
          <p:cNvSpPr>
            <a:spLocks/>
          </p:cNvSpPr>
          <p:nvPr/>
        </p:nvSpPr>
        <p:spPr>
          <a:xfrm rot="0">
            <a:off x="3667719" y="309258"/>
            <a:ext cx="4331104" cy="451794"/>
          </a:xfrm>
          <a:prstGeom prst="rect"/>
          <a:solidFill>
            <a:schemeClr val="accent1"/>
          </a:solidFill>
          <a:ln w="9525" cmpd="sng" cap="flat">
            <a:noFill/>
            <a:prstDash val="solid"/>
            <a:round/>
          </a:ln>
        </p:spPr>
        <p:txBody>
          <a:bodyPr vert="horz" wrap="square" lIns="91440" tIns="45720" rIns="91440" bIns="45720" anchor="ctr" anchorCtr="0">
            <a:prstTxWarp prst="textNoShape"/>
          </a:bodyPr>
          <a:lstStyle/>
          <a:p>
            <a:pPr marL="0" indent="0" algn="ctr">
              <a:lnSpc>
                <a:spcPct val="120000"/>
              </a:lnSpc>
              <a:spcBef>
                <a:spcPts val="0"/>
              </a:spcBef>
              <a:spcAft>
                <a:spcPts val="0"/>
              </a:spcAft>
              <a:buNone/>
            </a:pPr>
            <a:r>
              <a:rPr lang="zh-CN" altLang="en-US" sz="2000" b="1" i="0" u="none" strike="noStrike" kern="1200" cap="none" spc="0" baseline="0">
                <a:solidFill>
                  <a:srgbClr val="FFFFFF"/>
                </a:solidFill>
                <a:latin typeface="微软雅黑" pitchFamily="0" charset="0"/>
                <a:ea typeface="微软雅黑" pitchFamily="0" charset="0"/>
                <a:cs typeface="Calibri" pitchFamily="0" charset="0"/>
              </a:rPr>
              <a:t>第四章 项目验收（第二十一条）</a:t>
            </a:r>
            <a:endParaRPr lang="zh-CN" altLang="en-US" sz="1800" b="1" i="0" u="none" strike="noStrike" kern="1200" cap="none" spc="0" baseline="0">
              <a:solidFill>
                <a:srgbClr val="FFFFFF"/>
              </a:solidFill>
              <a:latin typeface="微软雅黑" pitchFamily="0" charset="0"/>
              <a:ea typeface="微软雅黑" pitchFamily="0" charset="0"/>
              <a:cs typeface="Calibri" pitchFamily="0" charset="0"/>
            </a:endParaRPr>
          </a:p>
        </p:txBody>
      </p:sp>
    </p:spTree>
    <p:extLst>
      <p:ext uri="{BB962C8B-B14F-4D97-AF65-F5344CB8AC3E}">
        <p14:creationId xmlns:p14="http://schemas.microsoft.com/office/powerpoint/2010/main" val="956299479"/>
      </p:ext>
    </p:extLst>
  </p:cSld>
  <p:clrMapOvr>
    <a:masterClrMapping/>
  </p:clrMapOvr>
</p:sld>
</file>

<file path=ppt/slides/slide1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586" name="矩形"/>
          <p:cNvSpPr>
            <a:spLocks/>
          </p:cNvSpPr>
          <p:nvPr/>
        </p:nvSpPr>
        <p:spPr>
          <a:xfrm rot="0">
            <a:off x="1571624" y="912813"/>
            <a:ext cx="10620375" cy="117792"/>
          </a:xfrm>
          <a:prstGeom prst="rect"/>
          <a:solidFill>
            <a:srgbClr val="0070C0"/>
          </a:solidFill>
          <a:ln w="9525" cmpd="sng" cap="flat">
            <a:solidFill>
              <a:srgbClr val="0070C0"/>
            </a:solidFill>
            <a:prstDash val="solid"/>
            <a:round/>
          </a:ln>
        </p:spPr>
        <p:txBody>
          <a:bodyPr rtlCol="0" anchor="ctr"/>
          <a:lstStyle/>
          <a:p>
            <a:pPr algn="ctr"/>
          </a:p>
        </p:txBody>
      </p:sp>
      <p:sp>
        <p:nvSpPr>
          <p:cNvPr id="587" name="直线"/>
          <p:cNvSpPr>
            <a:spLocks/>
          </p:cNvSpPr>
          <p:nvPr/>
        </p:nvSpPr>
        <p:spPr>
          <a:xfrm rot="0">
            <a:off x="0" y="843074"/>
            <a:ext cx="12204001" cy="0"/>
          </a:xfrm>
          <a:prstGeom prst="line"/>
          <a:noFill/>
          <a:ln w="28575" cmpd="sng" cap="flat">
            <a:solidFill>
              <a:srgbClr val="0070C0"/>
            </a:solidFill>
            <a:prstDash val="solid"/>
            <a:round/>
          </a:ln>
        </p:spPr>
        <p:txBody>
          <a:bodyPr rtlCol="0" anchor="ctr"/>
          <a:lstStyle/>
          <a:p>
            <a:pPr algn="ctr"/>
          </a:p>
        </p:txBody>
      </p:sp>
      <p:sp>
        <p:nvSpPr>
          <p:cNvPr id="588" name="矩形"/>
          <p:cNvSpPr>
            <a:spLocks/>
          </p:cNvSpPr>
          <p:nvPr/>
        </p:nvSpPr>
        <p:spPr>
          <a:xfrm rot="0">
            <a:off x="0" y="912813"/>
            <a:ext cx="1571624" cy="117792"/>
          </a:xfrm>
          <a:prstGeom prst="rect"/>
          <a:solidFill>
            <a:srgbClr val="0070C0"/>
          </a:solidFill>
          <a:ln w="9525" cmpd="sng" cap="flat">
            <a:solidFill>
              <a:srgbClr val="0070C0"/>
            </a:solidFill>
            <a:prstDash val="solid"/>
            <a:round/>
          </a:ln>
        </p:spPr>
        <p:txBody>
          <a:bodyPr rtlCol="0" anchor="ctr"/>
          <a:lstStyle/>
          <a:p>
            <a:pPr algn="ctr"/>
          </a:p>
        </p:txBody>
      </p:sp>
      <p:sp>
        <p:nvSpPr>
          <p:cNvPr id="616" name="矩形"/>
          <p:cNvSpPr>
            <a:spLocks/>
          </p:cNvSpPr>
          <p:nvPr/>
        </p:nvSpPr>
        <p:spPr>
          <a:xfrm rot="0">
            <a:off x="202454" y="262105"/>
            <a:ext cx="3119866" cy="546100"/>
          </a:xfrm>
          <a:prstGeom prst="rect"/>
          <a:noFill/>
          <a:ln w="9525" cmpd="sng" cap="flat">
            <a:noFill/>
            <a:prstDash val="solid"/>
            <a:round/>
          </a:ln>
        </p:spPr>
        <p:txBody>
          <a:bodyPr vert="horz" wrap="square" lIns="90000" tIns="46800" rIns="90000" bIns="46800" anchor="ctr" anchorCtr="0">
            <a:prstTxWarp prst="textNoShape"/>
          </a:bodyPr>
          <a:lstStyle/>
          <a:p>
            <a:pPr marL="0" indent="0" algn="l" eaLnBrk="1" fontAlgn="base" latinLnBrk="0" hangingPunct="1">
              <a:lnSpc>
                <a:spcPct val="100000"/>
              </a:lnSpc>
              <a:spcBef>
                <a:spcPts val="0"/>
              </a:spcBef>
              <a:spcAft>
                <a:spcPts val="0"/>
              </a:spcAft>
              <a:buNone/>
            </a:pPr>
            <a:r>
              <a:rPr lang="zh-CN" altLang="en-US" sz="3200" b="1" i="0" u="none" strike="noStrike" kern="1200" cap="none" spc="300" baseline="0">
                <a:solidFill>
                  <a:schemeClr val="tx2"/>
                </a:solidFill>
                <a:latin typeface="微软雅黑" pitchFamily="0" charset="0"/>
                <a:ea typeface="微软雅黑" pitchFamily="0" charset="0"/>
                <a:cs typeface="Calibri" pitchFamily="0" charset="0"/>
              </a:rPr>
              <a:t>四、规范内容</a:t>
            </a:r>
            <a:endParaRPr lang="zh-CN" altLang="en-US" sz="3200" b="1" i="0" u="none" strike="noStrike" kern="1200" cap="none" spc="300" baseline="0">
              <a:solidFill>
                <a:schemeClr val="tx2"/>
              </a:solidFill>
              <a:latin typeface="微软雅黑" pitchFamily="0" charset="0"/>
              <a:ea typeface="微软雅黑" pitchFamily="0" charset="0"/>
              <a:cs typeface="Calibri" pitchFamily="0" charset="0"/>
            </a:endParaRPr>
          </a:p>
        </p:txBody>
      </p:sp>
      <p:grpSp>
        <p:nvGrpSpPr>
          <p:cNvPr id="620" name="组合"/>
          <p:cNvGrpSpPr>
            <a:grpSpLocks/>
          </p:cNvGrpSpPr>
          <p:nvPr/>
        </p:nvGrpSpPr>
        <p:grpSpPr>
          <a:xfrm>
            <a:off x="3117193" y="472687"/>
            <a:ext cx="403698" cy="141984"/>
            <a:chOff x="3117193" y="472687"/>
            <a:chExt cx="403698" cy="141984"/>
          </a:xfrm>
        </p:grpSpPr>
        <p:sp>
          <p:nvSpPr>
            <p:cNvPr id="617" name="燕尾形"/>
            <p:cNvSpPr>
              <a:spLocks/>
            </p:cNvSpPr>
            <p:nvPr/>
          </p:nvSpPr>
          <p:spPr>
            <a:xfrm rot="0">
              <a:off x="3117193"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618" name="燕尾形"/>
            <p:cNvSpPr>
              <a:spLocks/>
            </p:cNvSpPr>
            <p:nvPr/>
          </p:nvSpPr>
          <p:spPr>
            <a:xfrm rot="0">
              <a:off x="3246757"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619" name="燕尾形"/>
            <p:cNvSpPr>
              <a:spLocks/>
            </p:cNvSpPr>
            <p:nvPr/>
          </p:nvSpPr>
          <p:spPr>
            <a:xfrm rot="0">
              <a:off x="3376322" y="472687"/>
              <a:ext cx="144568" cy="141984"/>
            </a:xfrm>
            <a:prstGeom prst="chevron">
              <a:avLst>
                <a:gd name="adj" fmla="val 50910"/>
              </a:avLst>
            </a:prstGeom>
            <a:solidFill>
              <a:srgbClr val="FF6600"/>
            </a:solidFill>
            <a:ln w="12700" cmpd="sng" cap="flat">
              <a:noFill/>
              <a:prstDash val="solid"/>
              <a:round/>
            </a:ln>
          </p:spPr>
          <p:txBody>
            <a:bodyPr rtlCol="0" anchor="ctr"/>
            <a:lstStyle/>
            <a:p>
              <a:pPr algn="ctr"/>
            </a:p>
          </p:txBody>
        </p:sp>
      </p:grpSp>
      <p:sp>
        <p:nvSpPr>
          <p:cNvPr id="621" name="矩形"/>
          <p:cNvSpPr>
            <a:spLocks/>
          </p:cNvSpPr>
          <p:nvPr/>
        </p:nvSpPr>
        <p:spPr>
          <a:xfrm rot="0">
            <a:off x="3667719" y="309258"/>
            <a:ext cx="4331104" cy="451794"/>
          </a:xfrm>
          <a:prstGeom prst="rect"/>
          <a:solidFill>
            <a:schemeClr val="accent1"/>
          </a:solidFill>
          <a:ln w="9525" cmpd="sng" cap="flat">
            <a:noFill/>
            <a:prstDash val="solid"/>
            <a:round/>
          </a:ln>
        </p:spPr>
        <p:txBody>
          <a:bodyPr vert="horz" wrap="square" lIns="91440" tIns="45720" rIns="91440" bIns="45720" anchor="ctr" anchorCtr="0">
            <a:prstTxWarp prst="textNoShape"/>
          </a:bodyPr>
          <a:lstStyle/>
          <a:p>
            <a:pPr marL="0" indent="0" algn="ctr">
              <a:lnSpc>
                <a:spcPct val="120000"/>
              </a:lnSpc>
              <a:spcBef>
                <a:spcPts val="0"/>
              </a:spcBef>
              <a:spcAft>
                <a:spcPts val="0"/>
              </a:spcAft>
              <a:buNone/>
            </a:pPr>
            <a:r>
              <a:rPr lang="zh-CN" altLang="en-US" sz="2000" b="1" i="0" u="none" strike="noStrike" kern="1200" cap="none" spc="0" baseline="0">
                <a:solidFill>
                  <a:srgbClr val="FFFFFF"/>
                </a:solidFill>
                <a:latin typeface="微软雅黑" pitchFamily="0" charset="0"/>
                <a:ea typeface="微软雅黑" pitchFamily="0" charset="0"/>
                <a:cs typeface="Calibri" pitchFamily="0" charset="0"/>
              </a:rPr>
              <a:t>第四章 项目验收（第二十一条）</a:t>
            </a:r>
            <a:endParaRPr lang="zh-CN" altLang="en-US" sz="1800" b="1" i="0" u="none" strike="noStrike" kern="1200" cap="none" spc="0" baseline="0">
              <a:solidFill>
                <a:srgbClr val="FFFFFF"/>
              </a:solidFill>
              <a:latin typeface="微软雅黑" pitchFamily="0" charset="0"/>
              <a:ea typeface="微软雅黑" pitchFamily="0" charset="0"/>
              <a:cs typeface="Calibri" pitchFamily="0" charset="0"/>
            </a:endParaRPr>
          </a:p>
        </p:txBody>
      </p:sp>
      <p:sp>
        <p:nvSpPr>
          <p:cNvPr id="625" name="文本框"/>
          <p:cNvSpPr txBox="1">
            <a:spLocks/>
          </p:cNvSpPr>
          <p:nvPr/>
        </p:nvSpPr>
        <p:spPr>
          <a:xfrm rot="0">
            <a:off x="606448" y="2162142"/>
            <a:ext cx="8872353" cy="4663441"/>
          </a:xfrm>
          <a:prstGeom prst="rect"/>
          <a:noFill/>
          <a:ln w="51262" cmpd="sng" cap="flat">
            <a:noFill/>
            <a:prstDash val="solid"/>
            <a:miter/>
          </a:ln>
        </p:spPr>
        <p:txBody>
          <a:bodyPr vert="horz" wrap="square" lIns="91440" tIns="45720" rIns="91440" bIns="45720" anchor="t" anchorCtr="0">
            <a:prstTxWarp prst="textNoShape"/>
            <a:spAutoFit/>
          </a:bodyPr>
          <a:lstStyle/>
          <a:p>
            <a:pPr lvl="6" marL="0" indent="0" algn="just" fontAlgn="auto">
              <a:lnSpc>
                <a:spcPts val="3000"/>
              </a:lnSpc>
              <a:spcBef>
                <a:spcPts val="0"/>
              </a:spcBef>
              <a:spcAft>
                <a:spcPts val="0"/>
              </a:spcAft>
              <a:buNone/>
            </a:pPr>
            <a:r>
              <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rPr>
              <a:t>1.项目立项批准文件及任务书；</a:t>
            </a:r>
            <a:endPar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endParaRPr>
          </a:p>
          <a:p>
            <a:pPr lvl="6" marL="0" indent="0" algn="just" fontAlgn="auto">
              <a:lnSpc>
                <a:spcPts val="3000"/>
              </a:lnSpc>
              <a:spcBef>
                <a:spcPts val="0"/>
              </a:spcBef>
              <a:spcAft>
                <a:spcPts val="0"/>
              </a:spcAft>
              <a:buNone/>
            </a:pPr>
            <a:r>
              <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rPr>
              <a:t>2.经审查批准的项目设计书；</a:t>
            </a:r>
            <a:endPar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endParaRPr>
          </a:p>
          <a:p>
            <a:pPr lvl="6" marL="0" indent="0" algn="just" fontAlgn="auto">
              <a:lnSpc>
                <a:spcPts val="3000"/>
              </a:lnSpc>
              <a:spcBef>
                <a:spcPts val="0"/>
              </a:spcBef>
              <a:spcAft>
                <a:spcPts val="0"/>
              </a:spcAft>
              <a:buNone/>
            </a:pPr>
            <a:r>
              <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rPr>
              <a:t>3.确定项目参建单位的文件、中标通知书及合同；</a:t>
            </a:r>
            <a:endPar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endParaRPr>
          </a:p>
          <a:p>
            <a:pPr lvl="6" marL="0" indent="0" algn="just" fontAlgn="auto">
              <a:lnSpc>
                <a:spcPts val="3000"/>
              </a:lnSpc>
              <a:spcBef>
                <a:spcPts val="0"/>
              </a:spcBef>
              <a:spcAft>
                <a:spcPts val="0"/>
              </a:spcAft>
              <a:buNone/>
            </a:pPr>
            <a:r>
              <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rPr>
              <a:t>4.参建单位相应资质复印件；</a:t>
            </a:r>
            <a:endPar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endParaRPr>
          </a:p>
          <a:p>
            <a:pPr lvl="6" marL="0" indent="0" algn="just" fontAlgn="auto">
              <a:lnSpc>
                <a:spcPts val="3000"/>
              </a:lnSpc>
              <a:spcBef>
                <a:spcPts val="0"/>
              </a:spcBef>
              <a:spcAft>
                <a:spcPts val="0"/>
              </a:spcAft>
              <a:buNone/>
            </a:pPr>
            <a:r>
              <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rPr>
              <a:t>5.开工报告、施工日志、监理日志、实验检测报告、关键工序检查记录、</a:t>
            </a:r>
            <a:endPar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endParaRPr>
          </a:p>
          <a:p>
            <a:pPr lvl="6" marL="0" indent="0" algn="just" fontAlgn="auto">
              <a:lnSpc>
                <a:spcPts val="3000"/>
              </a:lnSpc>
              <a:spcBef>
                <a:spcPts val="0"/>
              </a:spcBef>
              <a:spcAft>
                <a:spcPts val="0"/>
              </a:spcAft>
              <a:buNone/>
            </a:pPr>
            <a:r>
              <a:rPr lang="zh-CN" altLang="en-US" sz="1800" b="0" i="0" u="none" strike="noStrike" kern="100" cap="none" spc="0" baseline="0">
                <a:solidFill>
                  <a:srgbClr val="000000"/>
                </a:solidFill>
                <a:latin typeface="微软雅黑" pitchFamily="0" charset="0"/>
                <a:ea typeface="微软雅黑" pitchFamily="0" charset="0"/>
                <a:cs typeface="仿宋_GB2312" pitchFamily="49" charset="-122"/>
              </a:rPr>
              <a:t>   重点工程的原始施工记录、工程竣工图；</a:t>
            </a:r>
            <a:endPar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endParaRPr>
          </a:p>
          <a:p>
            <a:pPr lvl="6" marL="0" indent="0" algn="just" fontAlgn="auto">
              <a:lnSpc>
                <a:spcPts val="3000"/>
              </a:lnSpc>
              <a:spcBef>
                <a:spcPts val="0"/>
              </a:spcBef>
              <a:spcAft>
                <a:spcPts val="0"/>
              </a:spcAft>
              <a:buNone/>
            </a:pPr>
            <a:r>
              <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rPr>
              <a:t>6.工程施工质量评定报告及验收评定表；</a:t>
            </a:r>
            <a:endPar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endParaRPr>
          </a:p>
          <a:p>
            <a:pPr lvl="6" marL="0" indent="0" algn="just" fontAlgn="auto">
              <a:lnSpc>
                <a:spcPts val="3000"/>
              </a:lnSpc>
              <a:spcBef>
                <a:spcPts val="0"/>
              </a:spcBef>
              <a:spcAft>
                <a:spcPts val="0"/>
              </a:spcAft>
              <a:buNone/>
            </a:pPr>
            <a:r>
              <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rPr>
              <a:t>7.重点质量事故处理资料；</a:t>
            </a:r>
            <a:endPar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endParaRPr>
          </a:p>
          <a:p>
            <a:pPr lvl="6" marL="0" indent="0" algn="just" fontAlgn="auto">
              <a:lnSpc>
                <a:spcPts val="3000"/>
              </a:lnSpc>
              <a:spcBef>
                <a:spcPts val="0"/>
              </a:spcBef>
              <a:spcAft>
                <a:spcPts val="0"/>
              </a:spcAft>
              <a:buNone/>
            </a:pPr>
            <a:r>
              <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rPr>
              <a:t>8.工程进度款支付和费用调整依据，工程结算总结材料；</a:t>
            </a:r>
            <a:endPar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endParaRPr>
          </a:p>
          <a:p>
            <a:pPr lvl="6" marL="0" indent="0" algn="just" fontAlgn="auto">
              <a:lnSpc>
                <a:spcPts val="3000"/>
              </a:lnSpc>
              <a:spcBef>
                <a:spcPts val="0"/>
              </a:spcBef>
              <a:spcAft>
                <a:spcPts val="0"/>
              </a:spcAft>
              <a:buNone/>
            </a:pPr>
            <a:r>
              <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rPr>
              <a:t>9.竣工报告、施工总结报告、监理总结报告、第三方工程复核报告；</a:t>
            </a:r>
            <a:endPar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endParaRPr>
          </a:p>
          <a:p>
            <a:pPr lvl="6" marL="0" indent="0" algn="just" fontAlgn="auto">
              <a:lnSpc>
                <a:spcPts val="3000"/>
              </a:lnSpc>
              <a:spcBef>
                <a:spcPts val="0"/>
              </a:spcBef>
              <a:spcAft>
                <a:spcPts val="0"/>
              </a:spcAft>
              <a:buNone/>
            </a:pPr>
            <a:r>
              <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rPr>
              <a:t>10.与工程有关的影像、图片等多媒体资料；</a:t>
            </a:r>
            <a:endPar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endParaRPr>
          </a:p>
          <a:p>
            <a:pPr lvl="6" marL="0" indent="0" algn="just" fontAlgn="auto">
              <a:lnSpc>
                <a:spcPts val="3000"/>
              </a:lnSpc>
              <a:spcBef>
                <a:spcPts val="0"/>
              </a:spcBef>
              <a:spcAft>
                <a:spcPts val="0"/>
              </a:spcAft>
              <a:buNone/>
            </a:pPr>
            <a:r>
              <a:rPr lang="en-US" altLang="zh-CN" sz="1800" b="0" i="0" u="none" strike="noStrike" kern="100" cap="none" spc="0" baseline="0">
                <a:solidFill>
                  <a:srgbClr val="000000"/>
                </a:solidFill>
                <a:latin typeface="微软雅黑" pitchFamily="0" charset="0"/>
                <a:ea typeface="微软雅黑" pitchFamily="0" charset="0"/>
                <a:cs typeface="仿宋_GB2312" pitchFamily="49" charset="-122"/>
              </a:rPr>
              <a:t>11.其他必要的有关材料。</a:t>
            </a:r>
            <a:endParaRPr lang="zh-CN" altLang="en-US" sz="2000" b="0" i="0" u="none" strike="noStrike" kern="1200" cap="none" spc="0" baseline="0">
              <a:solidFill>
                <a:schemeClr val="tx1"/>
              </a:solidFill>
              <a:latin typeface="微软雅黑" pitchFamily="0" charset="0"/>
              <a:ea typeface="微软雅黑" pitchFamily="0" charset="0"/>
              <a:cs typeface="文泉驿正黑" pitchFamily="0" charset="0"/>
            </a:endParaRPr>
          </a:p>
        </p:txBody>
      </p:sp>
      <p:sp>
        <p:nvSpPr>
          <p:cNvPr id="627" name="直线"/>
          <p:cNvSpPr>
            <a:spLocks/>
          </p:cNvSpPr>
          <p:nvPr/>
        </p:nvSpPr>
        <p:spPr>
          <a:xfrm rot="0">
            <a:off x="494012" y="2090158"/>
            <a:ext cx="11160000" cy="0"/>
          </a:xfrm>
          <a:prstGeom prst="line"/>
          <a:noFill/>
          <a:ln w="25400" cmpd="sng" cap="flat">
            <a:solidFill>
              <a:srgbClr val="4472C4"/>
            </a:solidFill>
            <a:prstDash val="solid"/>
            <a:round/>
          </a:ln>
          <a:effectLst>
            <a:outerShdw sx="100000" sy="100000" algn="ctr" rotWithShape="0" blurRad="63500" dist="25400" dir="5400000">
              <a:srgbClr val="000000">
                <a:alpha val="49803"/>
              </a:srgbClr>
            </a:outerShdw>
          </a:effectLst>
        </p:spPr>
        <p:txBody>
          <a:bodyPr rtlCol="0" anchor="ctr"/>
          <a:lstStyle/>
          <a:p>
            <a:pPr algn="ctr"/>
          </a:p>
        </p:txBody>
      </p:sp>
      <p:sp>
        <p:nvSpPr>
          <p:cNvPr id="628" name="矩形"/>
          <p:cNvSpPr>
            <a:spLocks/>
          </p:cNvSpPr>
          <p:nvPr/>
        </p:nvSpPr>
        <p:spPr>
          <a:xfrm rot="0">
            <a:off x="551161" y="1224149"/>
            <a:ext cx="5203030" cy="684530"/>
          </a:xfrm>
          <a:prstGeom prst="rect"/>
          <a:solidFill>
            <a:srgbClr val="0070C0"/>
          </a:solidFill>
          <a:ln w="12700" cmpd="sng" cap="flat">
            <a:solidFill>
              <a:srgbClr val="41719C"/>
            </a:solidFill>
            <a:prstDash val="solid"/>
            <a:miter/>
          </a:ln>
        </p:spPr>
        <p:txBody>
          <a:bodyPr vert="horz" wrap="square" lIns="91440" tIns="45720" rIns="91440" bIns="45720" anchor="ctr" anchorCtr="0">
            <a:prstTxWarp prst="textNoShape"/>
          </a:bodyPr>
          <a:lstStyle/>
          <a:p>
            <a:pPr marL="0" indent="0" algn="ctr" fontAlgn="auto">
              <a:lnSpc>
                <a:spcPct val="100000"/>
              </a:lnSpc>
              <a:spcBef>
                <a:spcPts val="0"/>
              </a:spcBef>
              <a:spcAft>
                <a:spcPts val="0"/>
              </a:spcAft>
              <a:buNone/>
            </a:pPr>
            <a:r>
              <a:rPr lang="zh-CN" altLang="en-US" sz="2400" b="1" i="0" u="none" strike="noStrike" kern="1200" cap="none" spc="0" baseline="0">
                <a:solidFill>
                  <a:srgbClr val="FFFFFF"/>
                </a:solidFill>
                <a:latin typeface="Calibri" pitchFamily="0" charset="0"/>
                <a:ea typeface="微软雅黑" pitchFamily="0" charset="0"/>
                <a:cs typeface="Calibri" pitchFamily="0" charset="0"/>
              </a:rPr>
              <a:t>项目验收参建单位提交资料清单</a:t>
            </a:r>
            <a:endParaRPr lang="zh-CN" altLang="en-US" sz="2400" b="1" i="0" u="none" strike="noStrike" kern="1200" cap="none" spc="0" baseline="0">
              <a:solidFill>
                <a:srgbClr val="FFFFFF"/>
              </a:solidFill>
              <a:latin typeface="Calibri" pitchFamily="0" charset="0"/>
              <a:ea typeface="微软雅黑" pitchFamily="0" charset="0"/>
              <a:cs typeface="Calibri" pitchFamily="0" charset="0"/>
            </a:endParaRPr>
          </a:p>
        </p:txBody>
      </p:sp>
    </p:spTree>
    <p:extLst>
      <p:ext uri="{BB962C8B-B14F-4D97-AF65-F5344CB8AC3E}">
        <p14:creationId xmlns:p14="http://schemas.microsoft.com/office/powerpoint/2010/main" val="2139427735"/>
      </p:ext>
    </p:extLst>
  </p:cSld>
  <p:clrMapOvr>
    <a:masterClrMapping/>
  </p:clrMapOvr>
</p:sld>
</file>

<file path=ppt/slides/slide1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522" name="矩形"/>
          <p:cNvSpPr>
            <a:spLocks/>
          </p:cNvSpPr>
          <p:nvPr/>
        </p:nvSpPr>
        <p:spPr>
          <a:xfrm rot="0">
            <a:off x="1571624" y="912813"/>
            <a:ext cx="10620375" cy="117792"/>
          </a:xfrm>
          <a:prstGeom prst="rect"/>
          <a:solidFill>
            <a:srgbClr val="0070C0"/>
          </a:solidFill>
          <a:ln w="9525" cmpd="sng" cap="flat">
            <a:solidFill>
              <a:srgbClr val="0070C0"/>
            </a:solidFill>
            <a:prstDash val="solid"/>
            <a:round/>
          </a:ln>
        </p:spPr>
        <p:txBody>
          <a:bodyPr rtlCol="0" anchor="ctr"/>
          <a:lstStyle/>
          <a:p>
            <a:pPr algn="ctr"/>
          </a:p>
        </p:txBody>
      </p:sp>
      <p:sp>
        <p:nvSpPr>
          <p:cNvPr id="523" name="直线"/>
          <p:cNvSpPr>
            <a:spLocks/>
          </p:cNvSpPr>
          <p:nvPr/>
        </p:nvSpPr>
        <p:spPr>
          <a:xfrm rot="0">
            <a:off x="0" y="843074"/>
            <a:ext cx="12204001" cy="0"/>
          </a:xfrm>
          <a:prstGeom prst="line"/>
          <a:noFill/>
          <a:ln w="28575" cmpd="sng" cap="flat">
            <a:solidFill>
              <a:srgbClr val="0070C0"/>
            </a:solidFill>
            <a:prstDash val="solid"/>
            <a:round/>
          </a:ln>
        </p:spPr>
        <p:txBody>
          <a:bodyPr rtlCol="0" anchor="ctr"/>
          <a:lstStyle/>
          <a:p>
            <a:pPr algn="ctr"/>
          </a:p>
        </p:txBody>
      </p:sp>
      <p:sp>
        <p:nvSpPr>
          <p:cNvPr id="524" name="矩形"/>
          <p:cNvSpPr>
            <a:spLocks/>
          </p:cNvSpPr>
          <p:nvPr/>
        </p:nvSpPr>
        <p:spPr>
          <a:xfrm rot="0">
            <a:off x="0" y="912813"/>
            <a:ext cx="1571624" cy="117792"/>
          </a:xfrm>
          <a:prstGeom prst="rect"/>
          <a:solidFill>
            <a:srgbClr val="0070C0"/>
          </a:solidFill>
          <a:ln w="9525" cmpd="sng" cap="flat">
            <a:solidFill>
              <a:srgbClr val="0070C0"/>
            </a:solidFill>
            <a:prstDash val="solid"/>
            <a:round/>
          </a:ln>
        </p:spPr>
        <p:txBody>
          <a:bodyPr rtlCol="0" anchor="ctr"/>
          <a:lstStyle/>
          <a:p>
            <a:pPr algn="ctr"/>
          </a:p>
        </p:txBody>
      </p:sp>
      <p:sp>
        <p:nvSpPr>
          <p:cNvPr id="525" name="直线"/>
          <p:cNvSpPr>
            <a:spLocks/>
          </p:cNvSpPr>
          <p:nvPr/>
        </p:nvSpPr>
        <p:spPr>
          <a:xfrm rot="0">
            <a:off x="494012" y="2090158"/>
            <a:ext cx="11160000" cy="0"/>
          </a:xfrm>
          <a:prstGeom prst="line"/>
          <a:noFill/>
          <a:ln w="25400" cmpd="sng" cap="flat">
            <a:solidFill>
              <a:srgbClr val="4472C4"/>
            </a:solidFill>
            <a:prstDash val="solid"/>
            <a:round/>
          </a:ln>
          <a:effectLst>
            <a:outerShdw sx="100000" sy="100000" algn="ctr" rotWithShape="0" blurRad="63500" dist="25400" dir="5400000">
              <a:srgbClr val="000000">
                <a:alpha val="49803"/>
              </a:srgbClr>
            </a:outerShdw>
          </a:effectLst>
        </p:spPr>
        <p:txBody>
          <a:bodyPr rtlCol="0" anchor="ctr"/>
          <a:lstStyle/>
          <a:p>
            <a:pPr algn="ctr"/>
          </a:p>
        </p:txBody>
      </p:sp>
      <p:grpSp>
        <p:nvGrpSpPr>
          <p:cNvPr id="531" name="组合"/>
          <p:cNvGrpSpPr>
            <a:grpSpLocks/>
          </p:cNvGrpSpPr>
          <p:nvPr/>
        </p:nvGrpSpPr>
        <p:grpSpPr>
          <a:xfrm>
            <a:off x="1251490" y="2097643"/>
            <a:ext cx="10280834" cy="1436687"/>
            <a:chOff x="1251490" y="2097643"/>
            <a:chExt cx="10280834" cy="1436687"/>
          </a:xfrm>
        </p:grpSpPr>
        <p:sp>
          <p:nvSpPr>
            <p:cNvPr id="526" name="矩形"/>
            <p:cNvSpPr>
              <a:spLocks/>
            </p:cNvSpPr>
            <p:nvPr/>
          </p:nvSpPr>
          <p:spPr>
            <a:xfrm rot="0">
              <a:off x="1400371" y="2431019"/>
              <a:ext cx="777679" cy="730249"/>
            </a:xfrm>
            <a:prstGeom prst="rect"/>
            <a:solidFill>
              <a:srgbClr val="76CBA6"/>
            </a:solidFill>
            <a:ln w="12700" cmpd="sng" cap="flat">
              <a:noFill/>
              <a:prstDash val="solid"/>
              <a:round/>
            </a:ln>
          </p:spPr>
          <p:txBody>
            <a:bodyPr rtlCol="0" anchor="ctr"/>
            <a:lstStyle/>
            <a:p>
              <a:pPr algn="ctr"/>
            </a:p>
          </p:txBody>
        </p:sp>
        <p:sp>
          <p:nvSpPr>
            <p:cNvPr id="527" name="曲线"/>
            <p:cNvSpPr>
              <a:spLocks/>
            </p:cNvSpPr>
            <p:nvPr/>
          </p:nvSpPr>
          <p:spPr>
            <a:xfrm rot="0">
              <a:off x="1251490" y="2291318"/>
              <a:ext cx="1075438" cy="1009649"/>
            </a:xfrm>
            <a:custGeom>
              <a:gdLst>
                <a:gd name="T1" fmla="*/ 0 w 21600"/>
                <a:gd name="T2" fmla="*/ 0 h 21600"/>
                <a:gd name="T3" fmla="*/ 21600 w 21600"/>
                <a:gd name="T4" fmla="*/ 21600 h 21600"/>
              </a:gdLst>
              <a:rect l="T1" t="T2" r="T3" b="T4"/>
              <a:pathLst>
                <a:path w="21600" h="21600">
                  <a:moveTo>
                    <a:pt x="21194" y="12769"/>
                  </a:moveTo>
                  <a:lnTo>
                    <a:pt x="21600" y="12769"/>
                  </a:lnTo>
                  <a:lnTo>
                    <a:pt x="21600" y="21600"/>
                  </a:lnTo>
                  <a:lnTo>
                    <a:pt x="12837" y="21600"/>
                  </a:lnTo>
                  <a:lnTo>
                    <a:pt x="12837" y="21194"/>
                  </a:lnTo>
                  <a:lnTo>
                    <a:pt x="21194" y="21194"/>
                  </a:lnTo>
                  <a:close/>
                  <a:moveTo>
                    <a:pt x="0" y="12769"/>
                  </a:moveTo>
                  <a:lnTo>
                    <a:pt x="405" y="12769"/>
                  </a:lnTo>
                  <a:lnTo>
                    <a:pt x="405" y="21194"/>
                  </a:lnTo>
                  <a:lnTo>
                    <a:pt x="8762" y="21194"/>
                  </a:lnTo>
                  <a:lnTo>
                    <a:pt x="8762" y="21600"/>
                  </a:lnTo>
                  <a:lnTo>
                    <a:pt x="0" y="21600"/>
                  </a:lnTo>
                  <a:close/>
                  <a:moveTo>
                    <a:pt x="12837" y="0"/>
                  </a:moveTo>
                  <a:lnTo>
                    <a:pt x="21600" y="0"/>
                  </a:lnTo>
                  <a:lnTo>
                    <a:pt x="21600" y="8830"/>
                  </a:lnTo>
                  <a:lnTo>
                    <a:pt x="21194" y="8830"/>
                  </a:lnTo>
                  <a:lnTo>
                    <a:pt x="21194" y="405"/>
                  </a:lnTo>
                  <a:lnTo>
                    <a:pt x="12837" y="405"/>
                  </a:lnTo>
                  <a:close/>
                  <a:moveTo>
                    <a:pt x="0" y="0"/>
                  </a:moveTo>
                  <a:lnTo>
                    <a:pt x="8762" y="0"/>
                  </a:lnTo>
                  <a:lnTo>
                    <a:pt x="8762" y="405"/>
                  </a:lnTo>
                  <a:lnTo>
                    <a:pt x="405" y="405"/>
                  </a:lnTo>
                  <a:lnTo>
                    <a:pt x="405" y="8830"/>
                  </a:lnTo>
                  <a:lnTo>
                    <a:pt x="0" y="8830"/>
                  </a:lnTo>
                  <a:close/>
                </a:path>
              </a:pathLst>
            </a:custGeom>
            <a:solidFill>
              <a:srgbClr val="76CBA6"/>
            </a:solidFill>
            <a:ln w="12700" cmpd="sng" cap="flat">
              <a:noFill/>
              <a:prstDash val="solid"/>
              <a:round/>
            </a:ln>
          </p:spPr>
          <p:txBody>
            <a:bodyPr rtlCol="0" anchor="ctr"/>
            <a:lstStyle/>
            <a:p>
              <a:pPr algn="ctr"/>
            </a:p>
          </p:txBody>
        </p:sp>
        <p:sp>
          <p:nvSpPr>
            <p:cNvPr id="528" name="矩形"/>
            <p:cNvSpPr>
              <a:spLocks/>
            </p:cNvSpPr>
            <p:nvPr/>
          </p:nvSpPr>
          <p:spPr>
            <a:xfrm rot="0">
              <a:off x="2530107" y="2097643"/>
              <a:ext cx="6245954" cy="493712"/>
            </a:xfrm>
            <a:prstGeom prst="rect"/>
            <a:noFill/>
            <a:ln w="9525" cmpd="sng" cap="flat">
              <a:noFill/>
              <a:prstDash val="solid"/>
              <a:miter/>
            </a:ln>
          </p:spPr>
          <p:txBody>
            <a:bodyPr vert="horz" wrap="square" lIns="0" tIns="0" rIns="0" bIns="0" anchor="b" anchorCtr="0">
              <a:prstTxWarp prst="textNoShape"/>
            </a:bodyPr>
            <a:lstStyle/>
            <a:p>
              <a:pPr marL="0" indent="0" algn="l">
                <a:lnSpc>
                  <a:spcPct val="100000"/>
                </a:lnSpc>
                <a:spcBef>
                  <a:spcPts val="0"/>
                </a:spcBef>
                <a:spcAft>
                  <a:spcPts val="0"/>
                </a:spcAft>
                <a:buNone/>
              </a:pPr>
              <a:r>
                <a:rPr lang="zh-CN" altLang="en-US" sz="1800" b="1" i="0" u="none" strike="noStrike" kern="1200" cap="none" spc="0" baseline="0">
                  <a:solidFill>
                    <a:srgbClr val="58C093"/>
                  </a:solidFill>
                  <a:latin typeface="Calibri" pitchFamily="0" charset="0"/>
                  <a:ea typeface="微软雅黑" pitchFamily="0" charset="0"/>
                  <a:cs typeface="Calibri" pitchFamily="0" charset="0"/>
                </a:rPr>
                <a:t>明确管护责任</a:t>
              </a:r>
              <a:endParaRPr lang="zh-CN" altLang="en-US" sz="1800" b="1" i="0" u="none" strike="noStrike" kern="1200" cap="none" spc="0" baseline="0">
                <a:solidFill>
                  <a:srgbClr val="58C093"/>
                </a:solidFill>
                <a:latin typeface="Calibri" pitchFamily="0" charset="0"/>
                <a:ea typeface="微软雅黑" pitchFamily="0" charset="0"/>
                <a:cs typeface="Calibri" pitchFamily="0" charset="0"/>
              </a:endParaRPr>
            </a:p>
          </p:txBody>
        </p:sp>
        <p:sp>
          <p:nvSpPr>
            <p:cNvPr id="529" name="矩形"/>
            <p:cNvSpPr>
              <a:spLocks/>
            </p:cNvSpPr>
            <p:nvPr/>
          </p:nvSpPr>
          <p:spPr>
            <a:xfrm rot="0">
              <a:off x="2530107" y="2648506"/>
              <a:ext cx="9002217" cy="885824"/>
            </a:xfrm>
            <a:prstGeom prst="rect"/>
            <a:noFill/>
            <a:ln w="9525" cmpd="sng" cap="flat">
              <a:noFill/>
              <a:prstDash val="solid"/>
              <a:miter/>
            </a:ln>
          </p:spPr>
          <p:txBody>
            <a:bodyPr vert="horz" wrap="square" lIns="0" tIns="0" rIns="0" bIns="0" anchor="t" anchorCtr="0">
              <a:prstTxWarp prst="textNoShape"/>
            </a:bodyPr>
            <a:lstStyle/>
            <a:p>
              <a:pPr marL="0" indent="0" algn="l">
                <a:lnSpc>
                  <a:spcPct val="120000"/>
                </a:lnSpc>
                <a:spcBef>
                  <a:spcPts val="0"/>
                </a:spcBef>
                <a:spcAft>
                  <a:spcPts val="0"/>
                </a:spcAft>
                <a:buNone/>
              </a:pPr>
              <a:r>
                <a:rPr lang="zh-CN" altLang="en-US" sz="1800" b="1" i="0" u="none" strike="noStrike" kern="1200" cap="none" spc="0" baseline="0">
                  <a:solidFill>
                    <a:schemeClr val="tx1"/>
                  </a:solidFill>
                  <a:latin typeface="Calibri" pitchFamily="0" charset="0"/>
                  <a:ea typeface="微软雅黑" pitchFamily="0" charset="0"/>
                  <a:cs typeface="Calibri" pitchFamily="0" charset="0"/>
                </a:rPr>
                <a:t>市、县级自然资源主管部门应在项目竣工验收合格并投入运行的</a:t>
              </a:r>
              <a:r>
                <a:rPr lang="en-US" altLang="zh-CN" sz="1800" b="1" i="0" u="none" strike="noStrike" kern="1200" cap="none" spc="0" baseline="0">
                  <a:solidFill>
                    <a:srgbClr val="FF0000"/>
                  </a:solidFill>
                  <a:latin typeface="Calibri" pitchFamily="0" charset="0"/>
                  <a:ea typeface="微软雅黑" pitchFamily="0" charset="0"/>
                  <a:cs typeface="Calibri" pitchFamily="0" charset="0"/>
                </a:rPr>
                <a:t>15</a:t>
              </a:r>
              <a:r>
                <a:rPr lang="zh-CN" altLang="en-US" sz="1800" b="1" i="0" u="none" strike="noStrike" kern="1200" cap="none" spc="0" baseline="0">
                  <a:solidFill>
                    <a:srgbClr val="FF0000"/>
                  </a:solidFill>
                  <a:latin typeface="Calibri" pitchFamily="0" charset="0"/>
                  <a:ea typeface="微软雅黑" pitchFamily="0" charset="0"/>
                  <a:cs typeface="Calibri" pitchFamily="0" charset="0"/>
                </a:rPr>
                <a:t>个工作日内</a:t>
              </a:r>
              <a:r>
                <a:rPr lang="zh-CN" altLang="en-US" sz="1800" b="1" i="0" u="none" strike="noStrike" kern="1200" cap="none" spc="0" baseline="0">
                  <a:solidFill>
                    <a:schemeClr val="tx1"/>
                  </a:solidFill>
                  <a:latin typeface="Calibri" pitchFamily="0" charset="0"/>
                  <a:ea typeface="微软雅黑" pitchFamily="0" charset="0"/>
                  <a:cs typeface="Calibri" pitchFamily="0" charset="0"/>
                </a:rPr>
                <a:t>，与指定的管护单位进行交接，签订</a:t>
              </a:r>
              <a:r>
                <a:rPr lang="zh-CN" altLang="en-US" sz="1800" b="1" i="0" u="none" strike="noStrike" kern="1200" cap="none" spc="0" baseline="0">
                  <a:solidFill>
                    <a:schemeClr val="tx1"/>
                  </a:solidFill>
                  <a:latin typeface="Calibri" pitchFamily="0" charset="0"/>
                  <a:ea typeface="微软雅黑" pitchFamily="0" charset="0"/>
                  <a:cs typeface="Calibri" pitchFamily="0" charset="0"/>
                </a:rPr>
                <a:t>《</a:t>
              </a:r>
              <a:r>
                <a:rPr lang="zh-CN" altLang="en-US" sz="1800" b="1" i="0" u="none" strike="noStrike" kern="1200" cap="none" spc="0" baseline="0">
                  <a:solidFill>
                    <a:srgbClr val="0000FF"/>
                  </a:solidFill>
                  <a:latin typeface="Calibri" pitchFamily="0" charset="0"/>
                  <a:ea typeface="微软雅黑" pitchFamily="0" charset="0"/>
                  <a:cs typeface="Calibri" pitchFamily="0" charset="0"/>
                </a:rPr>
                <a:t>工程移交接管协议书</a:t>
              </a:r>
              <a:r>
                <a:rPr lang="zh-CN" altLang="en-US" sz="1800" b="1" i="0" u="none" strike="noStrike" kern="1200" cap="none" spc="0" baseline="0">
                  <a:solidFill>
                    <a:schemeClr val="tx1"/>
                  </a:solidFill>
                  <a:latin typeface="Calibri" pitchFamily="0" charset="0"/>
                  <a:ea typeface="微软雅黑" pitchFamily="0" charset="0"/>
                  <a:cs typeface="Calibri" pitchFamily="0" charset="0"/>
                </a:rPr>
                <a:t>》</a:t>
              </a:r>
              <a:r>
                <a:rPr lang="zh-CN" altLang="en-US" sz="1800" b="1" i="0" u="none" strike="noStrike" kern="1200" cap="none" spc="0" baseline="0">
                  <a:solidFill>
                    <a:schemeClr val="tx1"/>
                  </a:solidFill>
                  <a:latin typeface="Calibri" pitchFamily="0" charset="0"/>
                  <a:ea typeface="微软雅黑" pitchFamily="0" charset="0"/>
                  <a:cs typeface="Calibri" pitchFamily="0" charset="0"/>
                </a:rPr>
                <a:t>，明确管护单位管理维护制度，做好项目后续管理和维护。</a:t>
              </a:r>
              <a:endParaRPr lang="zh-CN" altLang="en-US" sz="1800" b="1" i="0" u="none" strike="noStrike" kern="1200" cap="none" spc="0" baseline="0">
                <a:solidFill>
                  <a:schemeClr val="tx1"/>
                </a:solidFill>
                <a:latin typeface="Calibri" pitchFamily="0" charset="0"/>
                <a:ea typeface="微软雅黑" pitchFamily="0" charset="0"/>
                <a:cs typeface="Calibri" pitchFamily="0" charset="0"/>
              </a:endParaRPr>
            </a:p>
          </p:txBody>
        </p:sp>
        <p:sp>
          <p:nvSpPr>
            <p:cNvPr id="530" name="曲线"/>
            <p:cNvSpPr>
              <a:spLocks/>
            </p:cNvSpPr>
            <p:nvPr/>
          </p:nvSpPr>
          <p:spPr>
            <a:xfrm rot="0">
              <a:off x="1563262" y="2600881"/>
              <a:ext cx="439634" cy="396874"/>
            </a:xfrm>
            <a:custGeom>
              <a:gdLst>
                <a:gd name="T1" fmla="*/ 0 w 21600"/>
                <a:gd name="T2" fmla="*/ 0 h 21600"/>
                <a:gd name="T3" fmla="*/ 21600 w 21600"/>
                <a:gd name="T4" fmla="*/ 21600 h 21600"/>
              </a:gdLst>
              <a:rect l="T1" t="T2" r="T3" b="T4"/>
              <a:pathLst>
                <a:path w="21600" h="21600">
                  <a:moveTo>
                    <a:pt x="12462" y="3927"/>
                  </a:moveTo>
                  <a:lnTo>
                    <a:pt x="12968" y="4513"/>
                  </a:lnTo>
                  <a:lnTo>
                    <a:pt x="11092" y="6125"/>
                  </a:lnTo>
                  <a:lnTo>
                    <a:pt x="11111" y="6172"/>
                  </a:lnTo>
                  <a:lnTo>
                    <a:pt x="11123" y="6218"/>
                  </a:lnTo>
                  <a:lnTo>
                    <a:pt x="11135" y="6267"/>
                  </a:lnTo>
                  <a:lnTo>
                    <a:pt x="11151" y="6317"/>
                  </a:lnTo>
                  <a:lnTo>
                    <a:pt x="11157" y="6366"/>
                  </a:lnTo>
                  <a:lnTo>
                    <a:pt x="11163" y="6415"/>
                  </a:lnTo>
                  <a:lnTo>
                    <a:pt x="11169" y="6468"/>
                  </a:lnTo>
                  <a:lnTo>
                    <a:pt x="11169" y="6520"/>
                  </a:lnTo>
                  <a:lnTo>
                    <a:pt x="11169" y="6576"/>
                  </a:lnTo>
                  <a:lnTo>
                    <a:pt x="11163" y="6628"/>
                  </a:lnTo>
                  <a:lnTo>
                    <a:pt x="11157" y="6684"/>
                  </a:lnTo>
                  <a:lnTo>
                    <a:pt x="11148" y="6736"/>
                  </a:lnTo>
                  <a:lnTo>
                    <a:pt x="11135" y="6788"/>
                  </a:lnTo>
                  <a:lnTo>
                    <a:pt x="11123" y="6838"/>
                  </a:lnTo>
                  <a:lnTo>
                    <a:pt x="11104" y="6890"/>
                  </a:lnTo>
                  <a:lnTo>
                    <a:pt x="11089" y="6937"/>
                  </a:lnTo>
                  <a:lnTo>
                    <a:pt x="11067" y="6986"/>
                  </a:lnTo>
                  <a:lnTo>
                    <a:pt x="11046" y="7032"/>
                  </a:lnTo>
                  <a:lnTo>
                    <a:pt x="11018" y="7078"/>
                  </a:lnTo>
                  <a:lnTo>
                    <a:pt x="10993" y="7122"/>
                  </a:lnTo>
                  <a:lnTo>
                    <a:pt x="10966" y="7165"/>
                  </a:lnTo>
                  <a:lnTo>
                    <a:pt x="10932" y="7208"/>
                  </a:lnTo>
                  <a:lnTo>
                    <a:pt x="10901" y="7245"/>
                  </a:lnTo>
                  <a:lnTo>
                    <a:pt x="10867" y="7285"/>
                  </a:lnTo>
                  <a:lnTo>
                    <a:pt x="10830" y="7322"/>
                  </a:lnTo>
                  <a:lnTo>
                    <a:pt x="10793" y="7356"/>
                  </a:lnTo>
                  <a:lnTo>
                    <a:pt x="10756" y="7390"/>
                  </a:lnTo>
                  <a:lnTo>
                    <a:pt x="10713" y="7421"/>
                  </a:lnTo>
                  <a:lnTo>
                    <a:pt x="10672" y="7448"/>
                  </a:lnTo>
                  <a:lnTo>
                    <a:pt x="10626" y="7476"/>
                  </a:lnTo>
                  <a:lnTo>
                    <a:pt x="10583" y="7504"/>
                  </a:lnTo>
                  <a:lnTo>
                    <a:pt x="10540" y="7529"/>
                  </a:lnTo>
                  <a:lnTo>
                    <a:pt x="10490" y="7550"/>
                  </a:lnTo>
                  <a:lnTo>
                    <a:pt x="10444" y="7569"/>
                  </a:lnTo>
                  <a:lnTo>
                    <a:pt x="10392" y="7587"/>
                  </a:lnTo>
                  <a:lnTo>
                    <a:pt x="10342" y="7603"/>
                  </a:lnTo>
                  <a:lnTo>
                    <a:pt x="10290" y="7615"/>
                  </a:lnTo>
                  <a:lnTo>
                    <a:pt x="10240" y="7624"/>
                  </a:lnTo>
                  <a:lnTo>
                    <a:pt x="10185" y="7633"/>
                  </a:lnTo>
                  <a:lnTo>
                    <a:pt x="10129" y="7640"/>
                  </a:lnTo>
                  <a:lnTo>
                    <a:pt x="9407" y="10248"/>
                  </a:lnTo>
                  <a:lnTo>
                    <a:pt x="9478" y="10285"/>
                  </a:lnTo>
                  <a:lnTo>
                    <a:pt x="9543" y="10329"/>
                  </a:lnTo>
                  <a:lnTo>
                    <a:pt x="9605" y="10372"/>
                  </a:lnTo>
                  <a:lnTo>
                    <a:pt x="9663" y="10424"/>
                  </a:lnTo>
                  <a:lnTo>
                    <a:pt x="9719" y="10477"/>
                  </a:lnTo>
                  <a:lnTo>
                    <a:pt x="9771" y="10532"/>
                  </a:lnTo>
                  <a:lnTo>
                    <a:pt x="9818" y="10591"/>
                  </a:lnTo>
                  <a:lnTo>
                    <a:pt x="9864" y="10656"/>
                  </a:lnTo>
                  <a:lnTo>
                    <a:pt x="9904" y="10723"/>
                  </a:lnTo>
                  <a:lnTo>
                    <a:pt x="9938" y="10791"/>
                  </a:lnTo>
                  <a:lnTo>
                    <a:pt x="9969" y="10865"/>
                  </a:lnTo>
                  <a:lnTo>
                    <a:pt x="9994" y="10939"/>
                  </a:lnTo>
                  <a:lnTo>
                    <a:pt x="10012" y="11016"/>
                  </a:lnTo>
                  <a:lnTo>
                    <a:pt x="10028" y="11093"/>
                  </a:lnTo>
                  <a:lnTo>
                    <a:pt x="10037" y="11174"/>
                  </a:lnTo>
                  <a:lnTo>
                    <a:pt x="10040" y="11257"/>
                  </a:lnTo>
                  <a:lnTo>
                    <a:pt x="10040" y="11319"/>
                  </a:lnTo>
                  <a:lnTo>
                    <a:pt x="10037" y="11374"/>
                  </a:lnTo>
                  <a:lnTo>
                    <a:pt x="10024" y="11430"/>
                  </a:lnTo>
                  <a:lnTo>
                    <a:pt x="10015" y="11485"/>
                  </a:lnTo>
                  <a:lnTo>
                    <a:pt x="10003" y="11541"/>
                  </a:lnTo>
                  <a:lnTo>
                    <a:pt x="9987" y="11593"/>
                  </a:lnTo>
                  <a:lnTo>
                    <a:pt x="9972" y="11645"/>
                  </a:lnTo>
                  <a:lnTo>
                    <a:pt x="9950" y="11695"/>
                  </a:lnTo>
                  <a:lnTo>
                    <a:pt x="9926" y="11747"/>
                  </a:lnTo>
                  <a:lnTo>
                    <a:pt x="9904" y="11793"/>
                  </a:lnTo>
                  <a:lnTo>
                    <a:pt x="9876" y="11843"/>
                  </a:lnTo>
                  <a:lnTo>
                    <a:pt x="9849" y="11889"/>
                  </a:lnTo>
                  <a:lnTo>
                    <a:pt x="9815" y="11932"/>
                  </a:lnTo>
                  <a:lnTo>
                    <a:pt x="9781" y="11975"/>
                  </a:lnTo>
                  <a:lnTo>
                    <a:pt x="9747" y="12019"/>
                  </a:lnTo>
                  <a:lnTo>
                    <a:pt x="9707" y="12056"/>
                  </a:lnTo>
                  <a:lnTo>
                    <a:pt x="9670" y="12093"/>
                  </a:lnTo>
                  <a:lnTo>
                    <a:pt x="9626" y="12130"/>
                  </a:lnTo>
                  <a:lnTo>
                    <a:pt x="9586" y="12163"/>
                  </a:lnTo>
                  <a:lnTo>
                    <a:pt x="9543" y="12191"/>
                  </a:lnTo>
                  <a:lnTo>
                    <a:pt x="9497" y="12225"/>
                  </a:lnTo>
                  <a:lnTo>
                    <a:pt x="9450" y="12250"/>
                  </a:lnTo>
                  <a:lnTo>
                    <a:pt x="9398" y="12274"/>
                  </a:lnTo>
                  <a:lnTo>
                    <a:pt x="9352" y="12296"/>
                  </a:lnTo>
                  <a:lnTo>
                    <a:pt x="9299" y="12318"/>
                  </a:lnTo>
                  <a:lnTo>
                    <a:pt x="9247" y="12336"/>
                  </a:lnTo>
                  <a:lnTo>
                    <a:pt x="9191" y="12352"/>
                  </a:lnTo>
                  <a:lnTo>
                    <a:pt x="9139" y="12364"/>
                  </a:lnTo>
                  <a:lnTo>
                    <a:pt x="9083" y="12373"/>
                  </a:lnTo>
                  <a:lnTo>
                    <a:pt x="9028" y="12379"/>
                  </a:lnTo>
                  <a:lnTo>
                    <a:pt x="8969" y="12386"/>
                  </a:lnTo>
                  <a:lnTo>
                    <a:pt x="8911" y="12386"/>
                  </a:lnTo>
                  <a:lnTo>
                    <a:pt x="8852" y="12386"/>
                  </a:lnTo>
                  <a:lnTo>
                    <a:pt x="8793" y="12379"/>
                  </a:lnTo>
                  <a:lnTo>
                    <a:pt x="8741" y="12373"/>
                  </a:lnTo>
                  <a:lnTo>
                    <a:pt x="8682" y="12364"/>
                  </a:lnTo>
                  <a:lnTo>
                    <a:pt x="8630" y="12352"/>
                  </a:lnTo>
                  <a:lnTo>
                    <a:pt x="8574" y="12336"/>
                  </a:lnTo>
                  <a:lnTo>
                    <a:pt x="8525" y="12318"/>
                  </a:lnTo>
                  <a:lnTo>
                    <a:pt x="8472" y="12296"/>
                  </a:lnTo>
                  <a:lnTo>
                    <a:pt x="8423" y="12274"/>
                  </a:lnTo>
                  <a:lnTo>
                    <a:pt x="8374" y="12250"/>
                  </a:lnTo>
                  <a:lnTo>
                    <a:pt x="8327" y="12225"/>
                  </a:lnTo>
                  <a:lnTo>
                    <a:pt x="8278" y="12191"/>
                  </a:lnTo>
                  <a:lnTo>
                    <a:pt x="8235" y="12163"/>
                  </a:lnTo>
                  <a:lnTo>
                    <a:pt x="8192" y="12130"/>
                  </a:lnTo>
                  <a:lnTo>
                    <a:pt x="8151" y="12093"/>
                  </a:lnTo>
                  <a:lnTo>
                    <a:pt x="8111" y="12056"/>
                  </a:lnTo>
                  <a:lnTo>
                    <a:pt x="8074" y="12019"/>
                  </a:lnTo>
                  <a:lnTo>
                    <a:pt x="8040" y="11975"/>
                  </a:lnTo>
                  <a:lnTo>
                    <a:pt x="8003" y="11932"/>
                  </a:lnTo>
                  <a:lnTo>
                    <a:pt x="7976" y="11889"/>
                  </a:lnTo>
                  <a:lnTo>
                    <a:pt x="7945" y="11843"/>
                  </a:lnTo>
                  <a:lnTo>
                    <a:pt x="7920" y="11793"/>
                  </a:lnTo>
                  <a:lnTo>
                    <a:pt x="7892" y="11747"/>
                  </a:lnTo>
                  <a:lnTo>
                    <a:pt x="7871" y="11695"/>
                  </a:lnTo>
                  <a:lnTo>
                    <a:pt x="7852" y="11645"/>
                  </a:lnTo>
                  <a:lnTo>
                    <a:pt x="7834" y="11593"/>
                  </a:lnTo>
                  <a:lnTo>
                    <a:pt x="7818" y="11541"/>
                  </a:lnTo>
                  <a:lnTo>
                    <a:pt x="7803" y="11485"/>
                  </a:lnTo>
                  <a:lnTo>
                    <a:pt x="7793" y="11430"/>
                  </a:lnTo>
                  <a:lnTo>
                    <a:pt x="7787" y="11374"/>
                  </a:lnTo>
                  <a:lnTo>
                    <a:pt x="7781" y="11319"/>
                  </a:lnTo>
                  <a:lnTo>
                    <a:pt x="7781" y="11257"/>
                  </a:lnTo>
                  <a:lnTo>
                    <a:pt x="7781" y="11217"/>
                  </a:lnTo>
                  <a:lnTo>
                    <a:pt x="7784" y="11174"/>
                  </a:lnTo>
                  <a:lnTo>
                    <a:pt x="7797" y="11090"/>
                  </a:lnTo>
                  <a:lnTo>
                    <a:pt x="7815" y="11010"/>
                  </a:lnTo>
                  <a:lnTo>
                    <a:pt x="7837" y="10933"/>
                  </a:lnTo>
                  <a:lnTo>
                    <a:pt x="6177" y="9965"/>
                  </a:lnTo>
                  <a:lnTo>
                    <a:pt x="6115" y="10005"/>
                  </a:lnTo>
                  <a:lnTo>
                    <a:pt x="6047" y="10036"/>
                  </a:lnTo>
                  <a:lnTo>
                    <a:pt x="5976" y="10060"/>
                  </a:lnTo>
                  <a:lnTo>
                    <a:pt x="5905" y="10085"/>
                  </a:lnTo>
                  <a:lnTo>
                    <a:pt x="5831" y="10107"/>
                  </a:lnTo>
                  <a:lnTo>
                    <a:pt x="5757" y="10119"/>
                  </a:lnTo>
                  <a:lnTo>
                    <a:pt x="5677" y="10128"/>
                  </a:lnTo>
                  <a:lnTo>
                    <a:pt x="5603" y="10131"/>
                  </a:lnTo>
                  <a:lnTo>
                    <a:pt x="5553" y="10128"/>
                  </a:lnTo>
                  <a:lnTo>
                    <a:pt x="5510" y="10125"/>
                  </a:lnTo>
                  <a:lnTo>
                    <a:pt x="5421" y="10113"/>
                  </a:lnTo>
                  <a:lnTo>
                    <a:pt x="4156" y="12210"/>
                  </a:lnTo>
                  <a:lnTo>
                    <a:pt x="3495" y="11815"/>
                  </a:lnTo>
                  <a:lnTo>
                    <a:pt x="4745" y="9733"/>
                  </a:lnTo>
                  <a:lnTo>
                    <a:pt x="4717" y="9696"/>
                  </a:lnTo>
                  <a:lnTo>
                    <a:pt x="4683" y="9653"/>
                  </a:lnTo>
                  <a:lnTo>
                    <a:pt x="4658" y="9616"/>
                  </a:lnTo>
                  <a:lnTo>
                    <a:pt x="4631" y="9573"/>
                  </a:lnTo>
                  <a:lnTo>
                    <a:pt x="4609" y="9530"/>
                  </a:lnTo>
                  <a:lnTo>
                    <a:pt x="4588" y="9487"/>
                  </a:lnTo>
                  <a:lnTo>
                    <a:pt x="4563" y="9444"/>
                  </a:lnTo>
                  <a:lnTo>
                    <a:pt x="4544" y="9397"/>
                  </a:lnTo>
                  <a:lnTo>
                    <a:pt x="4529" y="9351"/>
                  </a:lnTo>
                  <a:lnTo>
                    <a:pt x="4513" y="9305"/>
                  </a:lnTo>
                  <a:lnTo>
                    <a:pt x="4501" y="9256"/>
                  </a:lnTo>
                  <a:lnTo>
                    <a:pt x="4492" y="9206"/>
                  </a:lnTo>
                  <a:lnTo>
                    <a:pt x="4480" y="9154"/>
                  </a:lnTo>
                  <a:lnTo>
                    <a:pt x="4473" y="9107"/>
                  </a:lnTo>
                  <a:lnTo>
                    <a:pt x="4470" y="9052"/>
                  </a:lnTo>
                  <a:lnTo>
                    <a:pt x="4470" y="9003"/>
                  </a:lnTo>
                  <a:lnTo>
                    <a:pt x="4470" y="8944"/>
                  </a:lnTo>
                  <a:lnTo>
                    <a:pt x="4476" y="8885"/>
                  </a:lnTo>
                  <a:lnTo>
                    <a:pt x="4486" y="8830"/>
                  </a:lnTo>
                  <a:lnTo>
                    <a:pt x="4495" y="8771"/>
                  </a:lnTo>
                  <a:lnTo>
                    <a:pt x="4507" y="8719"/>
                  </a:lnTo>
                  <a:lnTo>
                    <a:pt x="4523" y="8663"/>
                  </a:lnTo>
                  <a:lnTo>
                    <a:pt x="4538" y="8614"/>
                  </a:lnTo>
                  <a:lnTo>
                    <a:pt x="4560" y="8562"/>
                  </a:lnTo>
                  <a:lnTo>
                    <a:pt x="4581" y="8512"/>
                  </a:lnTo>
                  <a:lnTo>
                    <a:pt x="4609" y="8463"/>
                  </a:lnTo>
                  <a:lnTo>
                    <a:pt x="4634" y="8417"/>
                  </a:lnTo>
                  <a:lnTo>
                    <a:pt x="4662" y="8370"/>
                  </a:lnTo>
                  <a:lnTo>
                    <a:pt x="4696" y="8327"/>
                  </a:lnTo>
                  <a:lnTo>
                    <a:pt x="4729" y="8281"/>
                  </a:lnTo>
                  <a:lnTo>
                    <a:pt x="4763" y="8241"/>
                  </a:lnTo>
                  <a:lnTo>
                    <a:pt x="4804" y="8204"/>
                  </a:lnTo>
                  <a:lnTo>
                    <a:pt x="4841" y="8164"/>
                  </a:lnTo>
                  <a:lnTo>
                    <a:pt x="4881" y="8130"/>
                  </a:lnTo>
                  <a:lnTo>
                    <a:pt x="4924" y="8099"/>
                  </a:lnTo>
                  <a:lnTo>
                    <a:pt x="4967" y="8065"/>
                  </a:lnTo>
                  <a:lnTo>
                    <a:pt x="5016" y="8037"/>
                  </a:lnTo>
                  <a:lnTo>
                    <a:pt x="5063" y="8010"/>
                  </a:lnTo>
                  <a:lnTo>
                    <a:pt x="5112" y="7985"/>
                  </a:lnTo>
                  <a:lnTo>
                    <a:pt x="5161" y="7960"/>
                  </a:lnTo>
                  <a:lnTo>
                    <a:pt x="5214" y="7942"/>
                  </a:lnTo>
                  <a:lnTo>
                    <a:pt x="5263" y="7923"/>
                  </a:lnTo>
                  <a:lnTo>
                    <a:pt x="5319" y="7908"/>
                  </a:lnTo>
                  <a:lnTo>
                    <a:pt x="5371" y="7896"/>
                  </a:lnTo>
                  <a:lnTo>
                    <a:pt x="5430" y="7886"/>
                  </a:lnTo>
                  <a:lnTo>
                    <a:pt x="5482" y="7877"/>
                  </a:lnTo>
                  <a:lnTo>
                    <a:pt x="5541" y="7874"/>
                  </a:lnTo>
                  <a:lnTo>
                    <a:pt x="5603" y="7871"/>
                  </a:lnTo>
                  <a:lnTo>
                    <a:pt x="5658" y="7874"/>
                  </a:lnTo>
                  <a:lnTo>
                    <a:pt x="5717" y="7877"/>
                  </a:lnTo>
                  <a:lnTo>
                    <a:pt x="5772" y="7886"/>
                  </a:lnTo>
                  <a:lnTo>
                    <a:pt x="5828" y="7896"/>
                  </a:lnTo>
                  <a:lnTo>
                    <a:pt x="5880" y="7908"/>
                  </a:lnTo>
                  <a:lnTo>
                    <a:pt x="5936" y="7923"/>
                  </a:lnTo>
                  <a:lnTo>
                    <a:pt x="5988" y="7942"/>
                  </a:lnTo>
                  <a:lnTo>
                    <a:pt x="6041" y="7960"/>
                  </a:lnTo>
                  <a:lnTo>
                    <a:pt x="6087" y="7985"/>
                  </a:lnTo>
                  <a:lnTo>
                    <a:pt x="6140" y="8010"/>
                  </a:lnTo>
                  <a:lnTo>
                    <a:pt x="6183" y="8037"/>
                  </a:lnTo>
                  <a:lnTo>
                    <a:pt x="6232" y="8065"/>
                  </a:lnTo>
                  <a:lnTo>
                    <a:pt x="6275" y="8099"/>
                  </a:lnTo>
                  <a:lnTo>
                    <a:pt x="6319" y="8130"/>
                  </a:lnTo>
                  <a:lnTo>
                    <a:pt x="6359" y="8164"/>
                  </a:lnTo>
                  <a:lnTo>
                    <a:pt x="6396" y="8204"/>
                  </a:lnTo>
                  <a:lnTo>
                    <a:pt x="6436" y="8241"/>
                  </a:lnTo>
                  <a:lnTo>
                    <a:pt x="6470" y="8281"/>
                  </a:lnTo>
                  <a:lnTo>
                    <a:pt x="6507" y="8327"/>
                  </a:lnTo>
                  <a:lnTo>
                    <a:pt x="6538" y="8370"/>
                  </a:lnTo>
                  <a:lnTo>
                    <a:pt x="6565" y="8417"/>
                  </a:lnTo>
                  <a:lnTo>
                    <a:pt x="6590" y="8463"/>
                  </a:lnTo>
                  <a:lnTo>
                    <a:pt x="6618" y="8512"/>
                  </a:lnTo>
                  <a:lnTo>
                    <a:pt x="6639" y="8562"/>
                  </a:lnTo>
                  <a:lnTo>
                    <a:pt x="6661" y="8614"/>
                  </a:lnTo>
                  <a:lnTo>
                    <a:pt x="6677" y="8663"/>
                  </a:lnTo>
                  <a:lnTo>
                    <a:pt x="6692" y="8719"/>
                  </a:lnTo>
                  <a:lnTo>
                    <a:pt x="6707" y="8771"/>
                  </a:lnTo>
                  <a:lnTo>
                    <a:pt x="6717" y="8830"/>
                  </a:lnTo>
                  <a:lnTo>
                    <a:pt x="6723" y="8885"/>
                  </a:lnTo>
                  <a:lnTo>
                    <a:pt x="6729" y="8944"/>
                  </a:lnTo>
                  <a:lnTo>
                    <a:pt x="6729" y="9003"/>
                  </a:lnTo>
                  <a:lnTo>
                    <a:pt x="6729" y="9046"/>
                  </a:lnTo>
                  <a:lnTo>
                    <a:pt x="6726" y="9095"/>
                  </a:lnTo>
                  <a:lnTo>
                    <a:pt x="6720" y="9138"/>
                  </a:lnTo>
                  <a:lnTo>
                    <a:pt x="6714" y="9181"/>
                  </a:lnTo>
                  <a:lnTo>
                    <a:pt x="6692" y="9271"/>
                  </a:lnTo>
                  <a:lnTo>
                    <a:pt x="6667" y="9354"/>
                  </a:lnTo>
                  <a:lnTo>
                    <a:pt x="8303" y="10310"/>
                  </a:lnTo>
                  <a:lnTo>
                    <a:pt x="8380" y="10264"/>
                  </a:lnTo>
                  <a:lnTo>
                    <a:pt x="8460" y="10227"/>
                  </a:lnTo>
                  <a:lnTo>
                    <a:pt x="8543" y="10193"/>
                  </a:lnTo>
                  <a:lnTo>
                    <a:pt x="8630" y="10168"/>
                  </a:lnTo>
                  <a:lnTo>
                    <a:pt x="9383" y="7436"/>
                  </a:lnTo>
                  <a:lnTo>
                    <a:pt x="9333" y="7396"/>
                  </a:lnTo>
                  <a:lnTo>
                    <a:pt x="9281" y="7353"/>
                  </a:lnTo>
                  <a:lnTo>
                    <a:pt x="9235" y="7310"/>
                  </a:lnTo>
                  <a:lnTo>
                    <a:pt x="9188" y="7257"/>
                  </a:lnTo>
                  <a:lnTo>
                    <a:pt x="9148" y="7211"/>
                  </a:lnTo>
                  <a:lnTo>
                    <a:pt x="9108" y="7155"/>
                  </a:lnTo>
                  <a:lnTo>
                    <a:pt x="9074" y="7100"/>
                  </a:lnTo>
                  <a:lnTo>
                    <a:pt x="9040" y="7041"/>
                  </a:lnTo>
                  <a:lnTo>
                    <a:pt x="9009" y="6986"/>
                  </a:lnTo>
                  <a:lnTo>
                    <a:pt x="8985" y="6921"/>
                  </a:lnTo>
                  <a:lnTo>
                    <a:pt x="8963" y="6856"/>
                  </a:lnTo>
                  <a:lnTo>
                    <a:pt x="8944" y="6795"/>
                  </a:lnTo>
                  <a:lnTo>
                    <a:pt x="8932" y="6727"/>
                  </a:lnTo>
                  <a:lnTo>
                    <a:pt x="8917" y="6659"/>
                  </a:lnTo>
                  <a:lnTo>
                    <a:pt x="8911" y="6591"/>
                  </a:lnTo>
                  <a:lnTo>
                    <a:pt x="8911" y="6520"/>
                  </a:lnTo>
                  <a:lnTo>
                    <a:pt x="8911" y="6462"/>
                  </a:lnTo>
                  <a:lnTo>
                    <a:pt x="8914" y="6406"/>
                  </a:lnTo>
                  <a:lnTo>
                    <a:pt x="8926" y="6348"/>
                  </a:lnTo>
                  <a:lnTo>
                    <a:pt x="8935" y="6295"/>
                  </a:lnTo>
                  <a:lnTo>
                    <a:pt x="8948" y="6237"/>
                  </a:lnTo>
                  <a:lnTo>
                    <a:pt x="8963" y="6187"/>
                  </a:lnTo>
                  <a:lnTo>
                    <a:pt x="8978" y="6132"/>
                  </a:lnTo>
                  <a:lnTo>
                    <a:pt x="8997" y="6082"/>
                  </a:lnTo>
                  <a:lnTo>
                    <a:pt x="9022" y="6030"/>
                  </a:lnTo>
                  <a:lnTo>
                    <a:pt x="9046" y="5984"/>
                  </a:lnTo>
                  <a:lnTo>
                    <a:pt x="9074" y="5934"/>
                  </a:lnTo>
                  <a:lnTo>
                    <a:pt x="9102" y="5891"/>
                  </a:lnTo>
                  <a:lnTo>
                    <a:pt x="9136" y="5845"/>
                  </a:lnTo>
                  <a:lnTo>
                    <a:pt x="9170" y="5802"/>
                  </a:lnTo>
                  <a:lnTo>
                    <a:pt x="9204" y="5762"/>
                  </a:lnTo>
                  <a:lnTo>
                    <a:pt x="9241" y="5722"/>
                  </a:lnTo>
                  <a:lnTo>
                    <a:pt x="9281" y="5685"/>
                  </a:lnTo>
                  <a:lnTo>
                    <a:pt x="9321" y="5648"/>
                  </a:lnTo>
                  <a:lnTo>
                    <a:pt x="9364" y="5617"/>
                  </a:lnTo>
                  <a:lnTo>
                    <a:pt x="9407" y="5586"/>
                  </a:lnTo>
                  <a:lnTo>
                    <a:pt x="9454" y="5555"/>
                  </a:lnTo>
                  <a:lnTo>
                    <a:pt x="9500" y="5527"/>
                  </a:lnTo>
                  <a:lnTo>
                    <a:pt x="9552" y="5503"/>
                  </a:lnTo>
                  <a:lnTo>
                    <a:pt x="9599" y="5481"/>
                  </a:lnTo>
                  <a:lnTo>
                    <a:pt x="9651" y="5459"/>
                  </a:lnTo>
                  <a:lnTo>
                    <a:pt x="9704" y="5441"/>
                  </a:lnTo>
                  <a:lnTo>
                    <a:pt x="9759" y="5429"/>
                  </a:lnTo>
                  <a:lnTo>
                    <a:pt x="9812" y="5416"/>
                  </a:lnTo>
                  <a:lnTo>
                    <a:pt x="9867" y="5404"/>
                  </a:lnTo>
                  <a:lnTo>
                    <a:pt x="9923" y="5398"/>
                  </a:lnTo>
                  <a:lnTo>
                    <a:pt x="9981" y="5395"/>
                  </a:lnTo>
                  <a:lnTo>
                    <a:pt x="10040" y="5392"/>
                  </a:lnTo>
                  <a:lnTo>
                    <a:pt x="10114" y="5395"/>
                  </a:lnTo>
                  <a:lnTo>
                    <a:pt x="10188" y="5404"/>
                  </a:lnTo>
                  <a:lnTo>
                    <a:pt x="10259" y="5413"/>
                  </a:lnTo>
                  <a:lnTo>
                    <a:pt x="10327" y="5432"/>
                  </a:lnTo>
                  <a:lnTo>
                    <a:pt x="10395" y="5450"/>
                  </a:lnTo>
                  <a:lnTo>
                    <a:pt x="10463" y="5478"/>
                  </a:lnTo>
                  <a:lnTo>
                    <a:pt x="10524" y="5506"/>
                  </a:lnTo>
                  <a:lnTo>
                    <a:pt x="10586" y="5540"/>
                  </a:lnTo>
                  <a:lnTo>
                    <a:pt x="12462" y="3927"/>
                  </a:lnTo>
                  <a:close/>
                  <a:moveTo>
                    <a:pt x="8260" y="1632"/>
                  </a:moveTo>
                  <a:lnTo>
                    <a:pt x="8097" y="1639"/>
                  </a:lnTo>
                  <a:lnTo>
                    <a:pt x="7937" y="1651"/>
                  </a:lnTo>
                  <a:lnTo>
                    <a:pt x="7774" y="1666"/>
                  </a:lnTo>
                  <a:lnTo>
                    <a:pt x="7610" y="1682"/>
                  </a:lnTo>
                  <a:lnTo>
                    <a:pt x="7450" y="1703"/>
                  </a:lnTo>
                  <a:lnTo>
                    <a:pt x="7287" y="1728"/>
                  </a:lnTo>
                  <a:lnTo>
                    <a:pt x="7127" y="1759"/>
                  </a:lnTo>
                  <a:lnTo>
                    <a:pt x="6966" y="1789"/>
                  </a:lnTo>
                  <a:lnTo>
                    <a:pt x="6806" y="1826"/>
                  </a:lnTo>
                  <a:lnTo>
                    <a:pt x="6649" y="1870"/>
                  </a:lnTo>
                  <a:lnTo>
                    <a:pt x="6489" y="1913"/>
                  </a:lnTo>
                  <a:lnTo>
                    <a:pt x="6335" y="1962"/>
                  </a:lnTo>
                  <a:lnTo>
                    <a:pt x="6178" y="2014"/>
                  </a:lnTo>
                  <a:lnTo>
                    <a:pt x="6023" y="2070"/>
                  </a:lnTo>
                  <a:lnTo>
                    <a:pt x="5866" y="2128"/>
                  </a:lnTo>
                  <a:lnTo>
                    <a:pt x="5715" y="2193"/>
                  </a:lnTo>
                  <a:lnTo>
                    <a:pt x="5564" y="2264"/>
                  </a:lnTo>
                  <a:lnTo>
                    <a:pt x="5416" y="2332"/>
                  </a:lnTo>
                  <a:lnTo>
                    <a:pt x="5265" y="2409"/>
                  </a:lnTo>
                  <a:lnTo>
                    <a:pt x="5118" y="2489"/>
                  </a:lnTo>
                  <a:lnTo>
                    <a:pt x="4973" y="2575"/>
                  </a:lnTo>
                  <a:lnTo>
                    <a:pt x="4828" y="2661"/>
                  </a:lnTo>
                  <a:lnTo>
                    <a:pt x="4686" y="2754"/>
                  </a:lnTo>
                  <a:lnTo>
                    <a:pt x="4548" y="2846"/>
                  </a:lnTo>
                  <a:lnTo>
                    <a:pt x="4409" y="2945"/>
                  </a:lnTo>
                  <a:lnTo>
                    <a:pt x="4270" y="3046"/>
                  </a:lnTo>
                  <a:lnTo>
                    <a:pt x="4138" y="3157"/>
                  </a:lnTo>
                  <a:lnTo>
                    <a:pt x="4005" y="3268"/>
                  </a:lnTo>
                  <a:lnTo>
                    <a:pt x="3873" y="3382"/>
                  </a:lnTo>
                  <a:lnTo>
                    <a:pt x="3746" y="3499"/>
                  </a:lnTo>
                  <a:lnTo>
                    <a:pt x="3620" y="3623"/>
                  </a:lnTo>
                  <a:lnTo>
                    <a:pt x="3500" y="3746"/>
                  </a:lnTo>
                  <a:lnTo>
                    <a:pt x="3380" y="3875"/>
                  </a:lnTo>
                  <a:lnTo>
                    <a:pt x="3266" y="4005"/>
                  </a:lnTo>
                  <a:lnTo>
                    <a:pt x="3155" y="4137"/>
                  </a:lnTo>
                  <a:lnTo>
                    <a:pt x="3047" y="4273"/>
                  </a:lnTo>
                  <a:lnTo>
                    <a:pt x="2945" y="4408"/>
                  </a:lnTo>
                  <a:lnTo>
                    <a:pt x="2847" y="4547"/>
                  </a:lnTo>
                  <a:lnTo>
                    <a:pt x="2751" y="4689"/>
                  </a:lnTo>
                  <a:lnTo>
                    <a:pt x="2659" y="4830"/>
                  </a:lnTo>
                  <a:lnTo>
                    <a:pt x="2569" y="4975"/>
                  </a:lnTo>
                  <a:lnTo>
                    <a:pt x="2489" y="5120"/>
                  </a:lnTo>
                  <a:lnTo>
                    <a:pt x="2409" y="5268"/>
                  </a:lnTo>
                  <a:lnTo>
                    <a:pt x="2332" y="5416"/>
                  </a:lnTo>
                  <a:lnTo>
                    <a:pt x="2261" y="5564"/>
                  </a:lnTo>
                  <a:lnTo>
                    <a:pt x="2193" y="5715"/>
                  </a:lnTo>
                  <a:lnTo>
                    <a:pt x="2129" y="5865"/>
                  </a:lnTo>
                  <a:lnTo>
                    <a:pt x="2067" y="6023"/>
                  </a:lnTo>
                  <a:lnTo>
                    <a:pt x="2012" y="6180"/>
                  </a:lnTo>
                  <a:lnTo>
                    <a:pt x="1959" y="6334"/>
                  </a:lnTo>
                  <a:lnTo>
                    <a:pt x="1913" y="6491"/>
                  </a:lnTo>
                  <a:lnTo>
                    <a:pt x="1867" y="6648"/>
                  </a:lnTo>
                  <a:lnTo>
                    <a:pt x="1827" y="6808"/>
                  </a:lnTo>
                  <a:lnTo>
                    <a:pt x="1790" y="6965"/>
                  </a:lnTo>
                  <a:lnTo>
                    <a:pt x="1756" y="7126"/>
                  </a:lnTo>
                  <a:lnTo>
                    <a:pt x="1728" y="7289"/>
                  </a:lnTo>
                  <a:lnTo>
                    <a:pt x="1703" y="7449"/>
                  </a:lnTo>
                  <a:lnTo>
                    <a:pt x="1682" y="7612"/>
                  </a:lnTo>
                  <a:lnTo>
                    <a:pt x="1660" y="7773"/>
                  </a:lnTo>
                  <a:lnTo>
                    <a:pt x="1648" y="7936"/>
                  </a:lnTo>
                  <a:lnTo>
                    <a:pt x="1639" y="8099"/>
                  </a:lnTo>
                  <a:lnTo>
                    <a:pt x="1633" y="8259"/>
                  </a:lnTo>
                  <a:lnTo>
                    <a:pt x="1633" y="8426"/>
                  </a:lnTo>
                  <a:lnTo>
                    <a:pt x="1633" y="8589"/>
                  </a:lnTo>
                  <a:lnTo>
                    <a:pt x="1639" y="8749"/>
                  </a:lnTo>
                  <a:lnTo>
                    <a:pt x="1648" y="8912"/>
                  </a:lnTo>
                  <a:lnTo>
                    <a:pt x="1660" y="9073"/>
                  </a:lnTo>
                  <a:lnTo>
                    <a:pt x="1682" y="9236"/>
                  </a:lnTo>
                  <a:lnTo>
                    <a:pt x="1703" y="9399"/>
                  </a:lnTo>
                  <a:lnTo>
                    <a:pt x="1728" y="9559"/>
                  </a:lnTo>
                  <a:lnTo>
                    <a:pt x="1756" y="9723"/>
                  </a:lnTo>
                  <a:lnTo>
                    <a:pt x="1790" y="9880"/>
                  </a:lnTo>
                  <a:lnTo>
                    <a:pt x="1827" y="10040"/>
                  </a:lnTo>
                  <a:lnTo>
                    <a:pt x="1867" y="10200"/>
                  </a:lnTo>
                  <a:lnTo>
                    <a:pt x="1913" y="10357"/>
                  </a:lnTo>
                  <a:lnTo>
                    <a:pt x="1959" y="10515"/>
                  </a:lnTo>
                  <a:lnTo>
                    <a:pt x="2012" y="10669"/>
                  </a:lnTo>
                  <a:lnTo>
                    <a:pt x="2067" y="10826"/>
                  </a:lnTo>
                  <a:lnTo>
                    <a:pt x="2129" y="10980"/>
                  </a:lnTo>
                  <a:lnTo>
                    <a:pt x="2193" y="11134"/>
                  </a:lnTo>
                  <a:lnTo>
                    <a:pt x="2261" y="11282"/>
                  </a:lnTo>
                  <a:lnTo>
                    <a:pt x="2332" y="11433"/>
                  </a:lnTo>
                  <a:lnTo>
                    <a:pt x="2409" y="11581"/>
                  </a:lnTo>
                  <a:lnTo>
                    <a:pt x="2489" y="11728"/>
                  </a:lnTo>
                  <a:lnTo>
                    <a:pt x="2569" y="11873"/>
                  </a:lnTo>
                  <a:lnTo>
                    <a:pt x="2659" y="12018"/>
                  </a:lnTo>
                  <a:lnTo>
                    <a:pt x="2751" y="12160"/>
                  </a:lnTo>
                  <a:lnTo>
                    <a:pt x="2847" y="12298"/>
                  </a:lnTo>
                  <a:lnTo>
                    <a:pt x="2945" y="12440"/>
                  </a:lnTo>
                  <a:lnTo>
                    <a:pt x="3047" y="12576"/>
                  </a:lnTo>
                  <a:lnTo>
                    <a:pt x="3155" y="12708"/>
                  </a:lnTo>
                  <a:lnTo>
                    <a:pt x="3266" y="12844"/>
                  </a:lnTo>
                  <a:lnTo>
                    <a:pt x="3380" y="12973"/>
                  </a:lnTo>
                  <a:lnTo>
                    <a:pt x="3500" y="13099"/>
                  </a:lnTo>
                  <a:lnTo>
                    <a:pt x="3620" y="13226"/>
                  </a:lnTo>
                  <a:lnTo>
                    <a:pt x="3746" y="13349"/>
                  </a:lnTo>
                  <a:lnTo>
                    <a:pt x="3873" y="13466"/>
                  </a:lnTo>
                  <a:lnTo>
                    <a:pt x="4005" y="13580"/>
                  </a:lnTo>
                  <a:lnTo>
                    <a:pt x="4138" y="13691"/>
                  </a:lnTo>
                  <a:lnTo>
                    <a:pt x="4270" y="13799"/>
                  </a:lnTo>
                  <a:lnTo>
                    <a:pt x="4409" y="13900"/>
                  </a:lnTo>
                  <a:lnTo>
                    <a:pt x="4548" y="13999"/>
                  </a:lnTo>
                  <a:lnTo>
                    <a:pt x="4686" y="14094"/>
                  </a:lnTo>
                  <a:lnTo>
                    <a:pt x="4828" y="14187"/>
                  </a:lnTo>
                  <a:lnTo>
                    <a:pt x="4973" y="14273"/>
                  </a:lnTo>
                  <a:lnTo>
                    <a:pt x="5118" y="14359"/>
                  </a:lnTo>
                  <a:lnTo>
                    <a:pt x="5265" y="14440"/>
                  </a:lnTo>
                  <a:lnTo>
                    <a:pt x="5413" y="14513"/>
                  </a:lnTo>
                  <a:lnTo>
                    <a:pt x="5564" y="14584"/>
                  </a:lnTo>
                  <a:lnTo>
                    <a:pt x="5715" y="14655"/>
                  </a:lnTo>
                  <a:lnTo>
                    <a:pt x="5866" y="14717"/>
                  </a:lnTo>
                  <a:lnTo>
                    <a:pt x="6023" y="14778"/>
                  </a:lnTo>
                  <a:lnTo>
                    <a:pt x="6178" y="14834"/>
                  </a:lnTo>
                  <a:lnTo>
                    <a:pt x="6335" y="14886"/>
                  </a:lnTo>
                  <a:lnTo>
                    <a:pt x="6489" y="14936"/>
                  </a:lnTo>
                  <a:lnTo>
                    <a:pt x="6649" y="14979"/>
                  </a:lnTo>
                  <a:lnTo>
                    <a:pt x="6806" y="15019"/>
                  </a:lnTo>
                  <a:lnTo>
                    <a:pt x="6966" y="15059"/>
                  </a:lnTo>
                  <a:lnTo>
                    <a:pt x="7127" y="15090"/>
                  </a:lnTo>
                  <a:lnTo>
                    <a:pt x="7287" y="15117"/>
                  </a:lnTo>
                  <a:lnTo>
                    <a:pt x="7450" y="15145"/>
                  </a:lnTo>
                  <a:lnTo>
                    <a:pt x="7610" y="15167"/>
                  </a:lnTo>
                  <a:lnTo>
                    <a:pt x="7774" y="15182"/>
                  </a:lnTo>
                  <a:lnTo>
                    <a:pt x="7937" y="15197"/>
                  </a:lnTo>
                  <a:lnTo>
                    <a:pt x="8097" y="15207"/>
                  </a:lnTo>
                  <a:lnTo>
                    <a:pt x="8260" y="15213"/>
                  </a:lnTo>
                  <a:lnTo>
                    <a:pt x="8421" y="15213"/>
                  </a:lnTo>
                  <a:lnTo>
                    <a:pt x="8587" y="15213"/>
                  </a:lnTo>
                  <a:lnTo>
                    <a:pt x="8750" y="15207"/>
                  </a:lnTo>
                  <a:lnTo>
                    <a:pt x="8911" y="15197"/>
                  </a:lnTo>
                  <a:lnTo>
                    <a:pt x="9074" y="15182"/>
                  </a:lnTo>
                  <a:lnTo>
                    <a:pt x="9237" y="15167"/>
                  </a:lnTo>
                  <a:lnTo>
                    <a:pt x="9398" y="15145"/>
                  </a:lnTo>
                  <a:lnTo>
                    <a:pt x="9561" y="15117"/>
                  </a:lnTo>
                  <a:lnTo>
                    <a:pt x="9721" y="15090"/>
                  </a:lnTo>
                  <a:lnTo>
                    <a:pt x="9881" y="15059"/>
                  </a:lnTo>
                  <a:lnTo>
                    <a:pt x="10042" y="15019"/>
                  </a:lnTo>
                  <a:lnTo>
                    <a:pt x="10199" y="14979"/>
                  </a:lnTo>
                  <a:lnTo>
                    <a:pt x="10359" y="14936"/>
                  </a:lnTo>
                  <a:lnTo>
                    <a:pt x="10513" y="14886"/>
                  </a:lnTo>
                  <a:lnTo>
                    <a:pt x="10670" y="14834"/>
                  </a:lnTo>
                  <a:lnTo>
                    <a:pt x="10824" y="14778"/>
                  </a:lnTo>
                  <a:lnTo>
                    <a:pt x="10978" y="14717"/>
                  </a:lnTo>
                  <a:lnTo>
                    <a:pt x="11132" y="14655"/>
                  </a:lnTo>
                  <a:lnTo>
                    <a:pt x="11283" y="14584"/>
                  </a:lnTo>
                  <a:lnTo>
                    <a:pt x="11431" y="14513"/>
                  </a:lnTo>
                  <a:lnTo>
                    <a:pt x="11582" y="14440"/>
                  </a:lnTo>
                  <a:lnTo>
                    <a:pt x="11727" y="14359"/>
                  </a:lnTo>
                  <a:lnTo>
                    <a:pt x="11875" y="14273"/>
                  </a:lnTo>
                  <a:lnTo>
                    <a:pt x="12017" y="14187"/>
                  </a:lnTo>
                  <a:lnTo>
                    <a:pt x="12161" y="14094"/>
                  </a:lnTo>
                  <a:lnTo>
                    <a:pt x="12300" y="13999"/>
                  </a:lnTo>
                  <a:lnTo>
                    <a:pt x="12439" y="13900"/>
                  </a:lnTo>
                  <a:lnTo>
                    <a:pt x="12577" y="13799"/>
                  </a:lnTo>
                  <a:lnTo>
                    <a:pt x="12710" y="13691"/>
                  </a:lnTo>
                  <a:lnTo>
                    <a:pt x="12842" y="13580"/>
                  </a:lnTo>
                  <a:lnTo>
                    <a:pt x="12975" y="13466"/>
                  </a:lnTo>
                  <a:lnTo>
                    <a:pt x="13101" y="13349"/>
                  </a:lnTo>
                  <a:lnTo>
                    <a:pt x="13224" y="13226"/>
                  </a:lnTo>
                  <a:lnTo>
                    <a:pt x="13348" y="13099"/>
                  </a:lnTo>
                  <a:lnTo>
                    <a:pt x="13468" y="12973"/>
                  </a:lnTo>
                  <a:lnTo>
                    <a:pt x="13582" y="12844"/>
                  </a:lnTo>
                  <a:lnTo>
                    <a:pt x="13693" y="12708"/>
                  </a:lnTo>
                  <a:lnTo>
                    <a:pt x="13801" y="12576"/>
                  </a:lnTo>
                  <a:lnTo>
                    <a:pt x="13902" y="12440"/>
                  </a:lnTo>
                  <a:lnTo>
                    <a:pt x="14001" y="12298"/>
                  </a:lnTo>
                  <a:lnTo>
                    <a:pt x="14096" y="12160"/>
                  </a:lnTo>
                  <a:lnTo>
                    <a:pt x="14189" y="12018"/>
                  </a:lnTo>
                  <a:lnTo>
                    <a:pt x="14275" y="11873"/>
                  </a:lnTo>
                  <a:lnTo>
                    <a:pt x="14358" y="11728"/>
                  </a:lnTo>
                  <a:lnTo>
                    <a:pt x="14439" y="11581"/>
                  </a:lnTo>
                  <a:lnTo>
                    <a:pt x="14516" y="11433"/>
                  </a:lnTo>
                  <a:lnTo>
                    <a:pt x="14586" y="11282"/>
                  </a:lnTo>
                  <a:lnTo>
                    <a:pt x="14654" y="11134"/>
                  </a:lnTo>
                  <a:lnTo>
                    <a:pt x="14719" y="10980"/>
                  </a:lnTo>
                  <a:lnTo>
                    <a:pt x="14781" y="10826"/>
                  </a:lnTo>
                  <a:lnTo>
                    <a:pt x="14833" y="10669"/>
                  </a:lnTo>
                  <a:lnTo>
                    <a:pt x="14888" y="10515"/>
                  </a:lnTo>
                  <a:lnTo>
                    <a:pt x="14935" y="10357"/>
                  </a:lnTo>
                  <a:lnTo>
                    <a:pt x="14981" y="10200"/>
                  </a:lnTo>
                  <a:lnTo>
                    <a:pt x="15021" y="10040"/>
                  </a:lnTo>
                  <a:lnTo>
                    <a:pt x="15058" y="9880"/>
                  </a:lnTo>
                  <a:lnTo>
                    <a:pt x="15092" y="9723"/>
                  </a:lnTo>
                  <a:lnTo>
                    <a:pt x="15120" y="9559"/>
                  </a:lnTo>
                  <a:lnTo>
                    <a:pt x="15144" y="9399"/>
                  </a:lnTo>
                  <a:lnTo>
                    <a:pt x="15166" y="9236"/>
                  </a:lnTo>
                  <a:lnTo>
                    <a:pt x="15184" y="9073"/>
                  </a:lnTo>
                  <a:lnTo>
                    <a:pt x="15200" y="8912"/>
                  </a:lnTo>
                  <a:lnTo>
                    <a:pt x="15209" y="8749"/>
                  </a:lnTo>
                  <a:lnTo>
                    <a:pt x="15215" y="8589"/>
                  </a:lnTo>
                  <a:lnTo>
                    <a:pt x="15215" y="8426"/>
                  </a:lnTo>
                  <a:lnTo>
                    <a:pt x="15215" y="8259"/>
                  </a:lnTo>
                  <a:lnTo>
                    <a:pt x="15209" y="8099"/>
                  </a:lnTo>
                  <a:lnTo>
                    <a:pt x="15200" y="7936"/>
                  </a:lnTo>
                  <a:lnTo>
                    <a:pt x="15184" y="7773"/>
                  </a:lnTo>
                  <a:lnTo>
                    <a:pt x="15166" y="7612"/>
                  </a:lnTo>
                  <a:lnTo>
                    <a:pt x="15144" y="7449"/>
                  </a:lnTo>
                  <a:lnTo>
                    <a:pt x="15120" y="7289"/>
                  </a:lnTo>
                  <a:lnTo>
                    <a:pt x="15092" y="7126"/>
                  </a:lnTo>
                  <a:lnTo>
                    <a:pt x="15058" y="6965"/>
                  </a:lnTo>
                  <a:lnTo>
                    <a:pt x="15021" y="6808"/>
                  </a:lnTo>
                  <a:lnTo>
                    <a:pt x="14981" y="6648"/>
                  </a:lnTo>
                  <a:lnTo>
                    <a:pt x="14935" y="6491"/>
                  </a:lnTo>
                  <a:lnTo>
                    <a:pt x="14888" y="6334"/>
                  </a:lnTo>
                  <a:lnTo>
                    <a:pt x="14833" y="6180"/>
                  </a:lnTo>
                  <a:lnTo>
                    <a:pt x="14781" y="6023"/>
                  </a:lnTo>
                  <a:lnTo>
                    <a:pt x="14719" y="5865"/>
                  </a:lnTo>
                  <a:lnTo>
                    <a:pt x="14654" y="5715"/>
                  </a:lnTo>
                  <a:lnTo>
                    <a:pt x="14586" y="5564"/>
                  </a:lnTo>
                  <a:lnTo>
                    <a:pt x="14516" y="5416"/>
                  </a:lnTo>
                  <a:lnTo>
                    <a:pt x="14439" y="5268"/>
                  </a:lnTo>
                  <a:lnTo>
                    <a:pt x="14358" y="5120"/>
                  </a:lnTo>
                  <a:lnTo>
                    <a:pt x="14275" y="4975"/>
                  </a:lnTo>
                  <a:lnTo>
                    <a:pt x="14189" y="4830"/>
                  </a:lnTo>
                  <a:lnTo>
                    <a:pt x="14096" y="4689"/>
                  </a:lnTo>
                  <a:lnTo>
                    <a:pt x="14001" y="4547"/>
                  </a:lnTo>
                  <a:lnTo>
                    <a:pt x="13902" y="4408"/>
                  </a:lnTo>
                  <a:lnTo>
                    <a:pt x="13801" y="4273"/>
                  </a:lnTo>
                  <a:lnTo>
                    <a:pt x="13693" y="4137"/>
                  </a:lnTo>
                  <a:lnTo>
                    <a:pt x="13582" y="4005"/>
                  </a:lnTo>
                  <a:lnTo>
                    <a:pt x="13468" y="3875"/>
                  </a:lnTo>
                  <a:lnTo>
                    <a:pt x="13348" y="3746"/>
                  </a:lnTo>
                  <a:lnTo>
                    <a:pt x="13224" y="3623"/>
                  </a:lnTo>
                  <a:lnTo>
                    <a:pt x="13101" y="3499"/>
                  </a:lnTo>
                  <a:lnTo>
                    <a:pt x="12975" y="3382"/>
                  </a:lnTo>
                  <a:lnTo>
                    <a:pt x="12842" y="3268"/>
                  </a:lnTo>
                  <a:lnTo>
                    <a:pt x="12710" y="3157"/>
                  </a:lnTo>
                  <a:lnTo>
                    <a:pt x="12577" y="3046"/>
                  </a:lnTo>
                  <a:lnTo>
                    <a:pt x="12439" y="2945"/>
                  </a:lnTo>
                  <a:lnTo>
                    <a:pt x="12300" y="2846"/>
                  </a:lnTo>
                  <a:lnTo>
                    <a:pt x="12161" y="2754"/>
                  </a:lnTo>
                  <a:lnTo>
                    <a:pt x="12017" y="2661"/>
                  </a:lnTo>
                  <a:lnTo>
                    <a:pt x="11875" y="2575"/>
                  </a:lnTo>
                  <a:lnTo>
                    <a:pt x="11727" y="2489"/>
                  </a:lnTo>
                  <a:lnTo>
                    <a:pt x="11582" y="2409"/>
                  </a:lnTo>
                  <a:lnTo>
                    <a:pt x="11431" y="2332"/>
                  </a:lnTo>
                  <a:lnTo>
                    <a:pt x="11283" y="2264"/>
                  </a:lnTo>
                  <a:lnTo>
                    <a:pt x="11132" y="2193"/>
                  </a:lnTo>
                  <a:lnTo>
                    <a:pt x="10978" y="2128"/>
                  </a:lnTo>
                  <a:lnTo>
                    <a:pt x="10824" y="2070"/>
                  </a:lnTo>
                  <a:lnTo>
                    <a:pt x="10670" y="2014"/>
                  </a:lnTo>
                  <a:lnTo>
                    <a:pt x="10513" y="1962"/>
                  </a:lnTo>
                  <a:lnTo>
                    <a:pt x="10359" y="1913"/>
                  </a:lnTo>
                  <a:lnTo>
                    <a:pt x="10199" y="1870"/>
                  </a:lnTo>
                  <a:lnTo>
                    <a:pt x="10042" y="1826"/>
                  </a:lnTo>
                  <a:lnTo>
                    <a:pt x="9881" y="1789"/>
                  </a:lnTo>
                  <a:lnTo>
                    <a:pt x="9721" y="1759"/>
                  </a:lnTo>
                  <a:lnTo>
                    <a:pt x="9561" y="1728"/>
                  </a:lnTo>
                  <a:lnTo>
                    <a:pt x="9398" y="1703"/>
                  </a:lnTo>
                  <a:lnTo>
                    <a:pt x="9237" y="1682"/>
                  </a:lnTo>
                  <a:lnTo>
                    <a:pt x="9074" y="1666"/>
                  </a:lnTo>
                  <a:lnTo>
                    <a:pt x="8911" y="1651"/>
                  </a:lnTo>
                  <a:lnTo>
                    <a:pt x="8750" y="1639"/>
                  </a:lnTo>
                  <a:lnTo>
                    <a:pt x="8587" y="1632"/>
                  </a:lnTo>
                  <a:lnTo>
                    <a:pt x="8421" y="1632"/>
                  </a:lnTo>
                  <a:lnTo>
                    <a:pt x="8260" y="1632"/>
                  </a:lnTo>
                  <a:close/>
                  <a:moveTo>
                    <a:pt x="8421" y="0"/>
                  </a:moveTo>
                  <a:lnTo>
                    <a:pt x="8624" y="3"/>
                  </a:lnTo>
                  <a:lnTo>
                    <a:pt x="8831" y="12"/>
                  </a:lnTo>
                  <a:lnTo>
                    <a:pt x="9028" y="21"/>
                  </a:lnTo>
                  <a:lnTo>
                    <a:pt x="9228" y="43"/>
                  </a:lnTo>
                  <a:lnTo>
                    <a:pt x="9434" y="61"/>
                  </a:lnTo>
                  <a:lnTo>
                    <a:pt x="9632" y="89"/>
                  </a:lnTo>
                  <a:lnTo>
                    <a:pt x="9832" y="120"/>
                  </a:lnTo>
                  <a:lnTo>
                    <a:pt x="10032" y="157"/>
                  </a:lnTo>
                  <a:lnTo>
                    <a:pt x="10229" y="197"/>
                  </a:lnTo>
                  <a:lnTo>
                    <a:pt x="10427" y="243"/>
                  </a:lnTo>
                  <a:lnTo>
                    <a:pt x="10624" y="292"/>
                  </a:lnTo>
                  <a:lnTo>
                    <a:pt x="10821" y="351"/>
                  </a:lnTo>
                  <a:lnTo>
                    <a:pt x="11015" y="409"/>
                  </a:lnTo>
                  <a:lnTo>
                    <a:pt x="11209" y="474"/>
                  </a:lnTo>
                  <a:lnTo>
                    <a:pt x="11403" y="545"/>
                  </a:lnTo>
                  <a:lnTo>
                    <a:pt x="11594" y="619"/>
                  </a:lnTo>
                  <a:lnTo>
                    <a:pt x="11782" y="699"/>
                  </a:lnTo>
                  <a:lnTo>
                    <a:pt x="11970" y="782"/>
                  </a:lnTo>
                  <a:lnTo>
                    <a:pt x="12158" y="871"/>
                  </a:lnTo>
                  <a:lnTo>
                    <a:pt x="12340" y="967"/>
                  </a:lnTo>
                  <a:lnTo>
                    <a:pt x="12522" y="1065"/>
                  </a:lnTo>
                  <a:lnTo>
                    <a:pt x="12704" y="1167"/>
                  </a:lnTo>
                  <a:lnTo>
                    <a:pt x="12882" y="1275"/>
                  </a:lnTo>
                  <a:lnTo>
                    <a:pt x="13061" y="1389"/>
                  </a:lnTo>
                  <a:lnTo>
                    <a:pt x="13231" y="1506"/>
                  </a:lnTo>
                  <a:lnTo>
                    <a:pt x="13403" y="1629"/>
                  </a:lnTo>
                  <a:lnTo>
                    <a:pt x="13576" y="1759"/>
                  </a:lnTo>
                  <a:lnTo>
                    <a:pt x="13739" y="1891"/>
                  </a:lnTo>
                  <a:lnTo>
                    <a:pt x="13905" y="2027"/>
                  </a:lnTo>
                  <a:lnTo>
                    <a:pt x="14063" y="2172"/>
                  </a:lnTo>
                  <a:lnTo>
                    <a:pt x="14223" y="2316"/>
                  </a:lnTo>
                  <a:lnTo>
                    <a:pt x="14380" y="2470"/>
                  </a:lnTo>
                  <a:lnTo>
                    <a:pt x="14506" y="2597"/>
                  </a:lnTo>
                  <a:lnTo>
                    <a:pt x="14630" y="2726"/>
                  </a:lnTo>
                  <a:lnTo>
                    <a:pt x="14747" y="2862"/>
                  </a:lnTo>
                  <a:lnTo>
                    <a:pt x="14864" y="2994"/>
                  </a:lnTo>
                  <a:lnTo>
                    <a:pt x="14978" y="3130"/>
                  </a:lnTo>
                  <a:lnTo>
                    <a:pt x="15089" y="3271"/>
                  </a:lnTo>
                  <a:lnTo>
                    <a:pt x="15193" y="3410"/>
                  </a:lnTo>
                  <a:lnTo>
                    <a:pt x="15298" y="3549"/>
                  </a:lnTo>
                  <a:lnTo>
                    <a:pt x="15397" y="3697"/>
                  </a:lnTo>
                  <a:lnTo>
                    <a:pt x="15492" y="3838"/>
                  </a:lnTo>
                  <a:lnTo>
                    <a:pt x="15585" y="3986"/>
                  </a:lnTo>
                  <a:lnTo>
                    <a:pt x="15674" y="4134"/>
                  </a:lnTo>
                  <a:lnTo>
                    <a:pt x="15760" y="4285"/>
                  </a:lnTo>
                  <a:lnTo>
                    <a:pt x="15844" y="4433"/>
                  </a:lnTo>
                  <a:lnTo>
                    <a:pt x="15924" y="4587"/>
                  </a:lnTo>
                  <a:lnTo>
                    <a:pt x="16001" y="4738"/>
                  </a:lnTo>
                  <a:lnTo>
                    <a:pt x="16072" y="4895"/>
                  </a:lnTo>
                  <a:lnTo>
                    <a:pt x="16142" y="5049"/>
                  </a:lnTo>
                  <a:lnTo>
                    <a:pt x="16210" y="5206"/>
                  </a:lnTo>
                  <a:lnTo>
                    <a:pt x="16272" y="5363"/>
                  </a:lnTo>
                  <a:lnTo>
                    <a:pt x="16334" y="5524"/>
                  </a:lnTo>
                  <a:lnTo>
                    <a:pt x="16392" y="5684"/>
                  </a:lnTo>
                  <a:lnTo>
                    <a:pt x="16441" y="5841"/>
                  </a:lnTo>
                  <a:lnTo>
                    <a:pt x="16494" y="6004"/>
                  </a:lnTo>
                  <a:lnTo>
                    <a:pt x="16540" y="6164"/>
                  </a:lnTo>
                  <a:lnTo>
                    <a:pt x="16580" y="6328"/>
                  </a:lnTo>
                  <a:lnTo>
                    <a:pt x="16623" y="6494"/>
                  </a:lnTo>
                  <a:lnTo>
                    <a:pt x="16660" y="6654"/>
                  </a:lnTo>
                  <a:lnTo>
                    <a:pt x="16694" y="6821"/>
                  </a:lnTo>
                  <a:lnTo>
                    <a:pt x="16722" y="6987"/>
                  </a:lnTo>
                  <a:lnTo>
                    <a:pt x="16750" y="7150"/>
                  </a:lnTo>
                  <a:lnTo>
                    <a:pt x="16771" y="7320"/>
                  </a:lnTo>
                  <a:lnTo>
                    <a:pt x="16796" y="7486"/>
                  </a:lnTo>
                  <a:lnTo>
                    <a:pt x="16811" y="7652"/>
                  </a:lnTo>
                  <a:lnTo>
                    <a:pt x="16823" y="7819"/>
                  </a:lnTo>
                  <a:lnTo>
                    <a:pt x="16833" y="7988"/>
                  </a:lnTo>
                  <a:lnTo>
                    <a:pt x="16842" y="8151"/>
                  </a:lnTo>
                  <a:lnTo>
                    <a:pt x="16845" y="8321"/>
                  </a:lnTo>
                  <a:lnTo>
                    <a:pt x="16845" y="8490"/>
                  </a:lnTo>
                  <a:lnTo>
                    <a:pt x="16842" y="8654"/>
                  </a:lnTo>
                  <a:lnTo>
                    <a:pt x="16836" y="8823"/>
                  </a:lnTo>
                  <a:lnTo>
                    <a:pt x="16827" y="8993"/>
                  </a:lnTo>
                  <a:lnTo>
                    <a:pt x="16814" y="9156"/>
                  </a:lnTo>
                  <a:lnTo>
                    <a:pt x="16799" y="9325"/>
                  </a:lnTo>
                  <a:lnTo>
                    <a:pt x="16777" y="9489"/>
                  </a:lnTo>
                  <a:lnTo>
                    <a:pt x="16753" y="9655"/>
                  </a:lnTo>
                  <a:lnTo>
                    <a:pt x="16728" y="9824"/>
                  </a:lnTo>
                  <a:lnTo>
                    <a:pt x="16700" y="9988"/>
                  </a:lnTo>
                  <a:lnTo>
                    <a:pt x="16666" y="10151"/>
                  </a:lnTo>
                  <a:lnTo>
                    <a:pt x="16629" y="10317"/>
                  </a:lnTo>
                  <a:lnTo>
                    <a:pt x="16592" y="10481"/>
                  </a:lnTo>
                  <a:lnTo>
                    <a:pt x="16549" y="10644"/>
                  </a:lnTo>
                  <a:lnTo>
                    <a:pt x="16503" y="10807"/>
                  </a:lnTo>
                  <a:lnTo>
                    <a:pt x="16454" y="10967"/>
                  </a:lnTo>
                  <a:lnTo>
                    <a:pt x="16401" y="11128"/>
                  </a:lnTo>
                  <a:lnTo>
                    <a:pt x="16343" y="11288"/>
                  </a:lnTo>
                  <a:lnTo>
                    <a:pt x="16287" y="11448"/>
                  </a:lnTo>
                  <a:lnTo>
                    <a:pt x="16223" y="11602"/>
                  </a:lnTo>
                  <a:lnTo>
                    <a:pt x="16155" y="11762"/>
                  </a:lnTo>
                  <a:lnTo>
                    <a:pt x="16090" y="11919"/>
                  </a:lnTo>
                  <a:lnTo>
                    <a:pt x="16016" y="12073"/>
                  </a:lnTo>
                  <a:lnTo>
                    <a:pt x="15939" y="12227"/>
                  </a:lnTo>
                  <a:lnTo>
                    <a:pt x="15859" y="12378"/>
                  </a:lnTo>
                  <a:lnTo>
                    <a:pt x="15776" y="12529"/>
                  </a:lnTo>
                  <a:lnTo>
                    <a:pt x="20854" y="17604"/>
                  </a:lnTo>
                  <a:lnTo>
                    <a:pt x="20937" y="17690"/>
                  </a:lnTo>
                  <a:lnTo>
                    <a:pt x="21011" y="17779"/>
                  </a:lnTo>
                  <a:lnTo>
                    <a:pt x="21085" y="17869"/>
                  </a:lnTo>
                  <a:lnTo>
                    <a:pt x="21156" y="17961"/>
                  </a:lnTo>
                  <a:lnTo>
                    <a:pt x="21214" y="18056"/>
                  </a:lnTo>
                  <a:lnTo>
                    <a:pt x="21276" y="18152"/>
                  </a:lnTo>
                  <a:lnTo>
                    <a:pt x="21331" y="18251"/>
                  </a:lnTo>
                  <a:lnTo>
                    <a:pt x="21378" y="18349"/>
                  </a:lnTo>
                  <a:lnTo>
                    <a:pt x="21424" y="18448"/>
                  </a:lnTo>
                  <a:lnTo>
                    <a:pt x="21461" y="18549"/>
                  </a:lnTo>
                  <a:lnTo>
                    <a:pt x="21495" y="18651"/>
                  </a:lnTo>
                  <a:lnTo>
                    <a:pt x="21526" y="18753"/>
                  </a:lnTo>
                  <a:lnTo>
                    <a:pt x="21550" y="18854"/>
                  </a:lnTo>
                  <a:lnTo>
                    <a:pt x="21569" y="18956"/>
                  </a:lnTo>
                  <a:lnTo>
                    <a:pt x="21584" y="19061"/>
                  </a:lnTo>
                  <a:lnTo>
                    <a:pt x="21593" y="19163"/>
                  </a:lnTo>
                  <a:lnTo>
                    <a:pt x="21600" y="19264"/>
                  </a:lnTo>
                  <a:lnTo>
                    <a:pt x="21600" y="19366"/>
                  </a:lnTo>
                  <a:lnTo>
                    <a:pt x="21596" y="19468"/>
                  </a:lnTo>
                  <a:lnTo>
                    <a:pt x="21587" y="19566"/>
                  </a:lnTo>
                  <a:lnTo>
                    <a:pt x="21575" y="19665"/>
                  </a:lnTo>
                  <a:lnTo>
                    <a:pt x="21556" y="19763"/>
                  </a:lnTo>
                  <a:lnTo>
                    <a:pt x="21532" y="19859"/>
                  </a:lnTo>
                  <a:lnTo>
                    <a:pt x="21501" y="19951"/>
                  </a:lnTo>
                  <a:lnTo>
                    <a:pt x="21467" y="20044"/>
                  </a:lnTo>
                  <a:lnTo>
                    <a:pt x="21430" y="20133"/>
                  </a:lnTo>
                  <a:lnTo>
                    <a:pt x="21384" y="20222"/>
                  </a:lnTo>
                  <a:lnTo>
                    <a:pt x="21335" y="20309"/>
                  </a:lnTo>
                  <a:lnTo>
                    <a:pt x="21279" y="20392"/>
                  </a:lnTo>
                  <a:lnTo>
                    <a:pt x="21224" y="20472"/>
                  </a:lnTo>
                  <a:lnTo>
                    <a:pt x="21156" y="20546"/>
                  </a:lnTo>
                  <a:lnTo>
                    <a:pt x="21085" y="20620"/>
                  </a:lnTo>
                  <a:lnTo>
                    <a:pt x="20623" y="21085"/>
                  </a:lnTo>
                  <a:lnTo>
                    <a:pt x="20549" y="21153"/>
                  </a:lnTo>
                  <a:lnTo>
                    <a:pt x="20472" y="21221"/>
                  </a:lnTo>
                  <a:lnTo>
                    <a:pt x="20392" y="21279"/>
                  </a:lnTo>
                  <a:lnTo>
                    <a:pt x="20308" y="21331"/>
                  </a:lnTo>
                  <a:lnTo>
                    <a:pt x="20225" y="21384"/>
                  </a:lnTo>
                  <a:lnTo>
                    <a:pt x="20136" y="21427"/>
                  </a:lnTo>
                  <a:lnTo>
                    <a:pt x="20047" y="21467"/>
                  </a:lnTo>
                  <a:lnTo>
                    <a:pt x="19954" y="21501"/>
                  </a:lnTo>
                  <a:lnTo>
                    <a:pt x="19859" y="21529"/>
                  </a:lnTo>
                  <a:lnTo>
                    <a:pt x="19763" y="21553"/>
                  </a:lnTo>
                  <a:lnTo>
                    <a:pt x="19664" y="21575"/>
                  </a:lnTo>
                  <a:lnTo>
                    <a:pt x="19566" y="21587"/>
                  </a:lnTo>
                  <a:lnTo>
                    <a:pt x="19467" y="21596"/>
                  </a:lnTo>
                  <a:lnTo>
                    <a:pt x="19366" y="21600"/>
                  </a:lnTo>
                  <a:lnTo>
                    <a:pt x="19264" y="21600"/>
                  </a:lnTo>
                  <a:lnTo>
                    <a:pt x="19162" y="21596"/>
                  </a:lnTo>
                  <a:lnTo>
                    <a:pt x="19060" y="21584"/>
                  </a:lnTo>
                  <a:lnTo>
                    <a:pt x="18956" y="21572"/>
                  </a:lnTo>
                  <a:lnTo>
                    <a:pt x="18854" y="21547"/>
                  </a:lnTo>
                  <a:lnTo>
                    <a:pt x="18752" y="21522"/>
                  </a:lnTo>
                  <a:lnTo>
                    <a:pt x="18651" y="21495"/>
                  </a:lnTo>
                  <a:lnTo>
                    <a:pt x="18549" y="21458"/>
                  </a:lnTo>
                  <a:lnTo>
                    <a:pt x="18447" y="21421"/>
                  </a:lnTo>
                  <a:lnTo>
                    <a:pt x="18349" y="21378"/>
                  </a:lnTo>
                  <a:lnTo>
                    <a:pt x="18250" y="21328"/>
                  </a:lnTo>
                  <a:lnTo>
                    <a:pt x="18152" y="21276"/>
                  </a:lnTo>
                  <a:lnTo>
                    <a:pt x="18056" y="21214"/>
                  </a:lnTo>
                  <a:lnTo>
                    <a:pt x="17960" y="21153"/>
                  </a:lnTo>
                  <a:lnTo>
                    <a:pt x="17868" y="21085"/>
                  </a:lnTo>
                  <a:lnTo>
                    <a:pt x="17779" y="21011"/>
                  </a:lnTo>
                  <a:lnTo>
                    <a:pt x="17689" y="20934"/>
                  </a:lnTo>
                  <a:lnTo>
                    <a:pt x="17606" y="20851"/>
                  </a:lnTo>
                  <a:lnTo>
                    <a:pt x="12528" y="15777"/>
                  </a:lnTo>
                  <a:lnTo>
                    <a:pt x="12380" y="15860"/>
                  </a:lnTo>
                  <a:lnTo>
                    <a:pt x="12226" y="15940"/>
                  </a:lnTo>
                  <a:lnTo>
                    <a:pt x="12072" y="16014"/>
                  </a:lnTo>
                  <a:lnTo>
                    <a:pt x="11918" y="16088"/>
                  </a:lnTo>
                  <a:lnTo>
                    <a:pt x="11764" y="16156"/>
                  </a:lnTo>
                  <a:lnTo>
                    <a:pt x="11604" y="16220"/>
                  </a:lnTo>
                  <a:lnTo>
                    <a:pt x="11450" y="16285"/>
                  </a:lnTo>
                  <a:lnTo>
                    <a:pt x="11289" y="16344"/>
                  </a:lnTo>
                  <a:lnTo>
                    <a:pt x="11126" y="16399"/>
                  </a:lnTo>
                  <a:lnTo>
                    <a:pt x="10969" y="16454"/>
                  </a:lnTo>
                  <a:lnTo>
                    <a:pt x="10806" y="16501"/>
                  </a:lnTo>
                  <a:lnTo>
                    <a:pt x="10645" y="16550"/>
                  </a:lnTo>
                  <a:lnTo>
                    <a:pt x="10482" y="16590"/>
                  </a:lnTo>
                  <a:lnTo>
                    <a:pt x="10316" y="16627"/>
                  </a:lnTo>
                  <a:lnTo>
                    <a:pt x="10152" y="16667"/>
                  </a:lnTo>
                  <a:lnTo>
                    <a:pt x="9986" y="16698"/>
                  </a:lnTo>
                  <a:lnTo>
                    <a:pt x="9820" y="16726"/>
                  </a:lnTo>
                  <a:lnTo>
                    <a:pt x="9656" y="16756"/>
                  </a:lnTo>
                  <a:lnTo>
                    <a:pt x="9490" y="16778"/>
                  </a:lnTo>
                  <a:lnTo>
                    <a:pt x="9324" y="16796"/>
                  </a:lnTo>
                  <a:lnTo>
                    <a:pt x="9157" y="16812"/>
                  </a:lnTo>
                  <a:lnTo>
                    <a:pt x="8991" y="16824"/>
                  </a:lnTo>
                  <a:lnTo>
                    <a:pt x="8821" y="16833"/>
                  </a:lnTo>
                  <a:lnTo>
                    <a:pt x="8655" y="16843"/>
                  </a:lnTo>
                  <a:lnTo>
                    <a:pt x="8489" y="16846"/>
                  </a:lnTo>
                  <a:lnTo>
                    <a:pt x="8319" y="16846"/>
                  </a:lnTo>
                  <a:lnTo>
                    <a:pt x="8153" y="16843"/>
                  </a:lnTo>
                  <a:lnTo>
                    <a:pt x="7986" y="16833"/>
                  </a:lnTo>
                  <a:lnTo>
                    <a:pt x="7817" y="16821"/>
                  </a:lnTo>
                  <a:lnTo>
                    <a:pt x="7650" y="16809"/>
                  </a:lnTo>
                  <a:lnTo>
                    <a:pt x="7484" y="16793"/>
                  </a:lnTo>
                  <a:lnTo>
                    <a:pt x="7321" y="16772"/>
                  </a:lnTo>
                  <a:lnTo>
                    <a:pt x="7151" y="16750"/>
                  </a:lnTo>
                  <a:lnTo>
                    <a:pt x="6985" y="16722"/>
                  </a:lnTo>
                  <a:lnTo>
                    <a:pt x="6822" y="16692"/>
                  </a:lnTo>
                  <a:lnTo>
                    <a:pt x="6655" y="16661"/>
                  </a:lnTo>
                  <a:lnTo>
                    <a:pt x="6492" y="16621"/>
                  </a:lnTo>
                  <a:lnTo>
                    <a:pt x="6329" y="16581"/>
                  </a:lnTo>
                  <a:lnTo>
                    <a:pt x="6165" y="16541"/>
                  </a:lnTo>
                  <a:lnTo>
                    <a:pt x="6002" y="16491"/>
                  </a:lnTo>
                  <a:lnTo>
                    <a:pt x="5842" y="16442"/>
                  </a:lnTo>
                  <a:lnTo>
                    <a:pt x="5681" y="16390"/>
                  </a:lnTo>
                  <a:lnTo>
                    <a:pt x="5524" y="16331"/>
                  </a:lnTo>
                  <a:lnTo>
                    <a:pt x="5364" y="16273"/>
                  </a:lnTo>
                  <a:lnTo>
                    <a:pt x="5207" y="16208"/>
                  </a:lnTo>
                  <a:lnTo>
                    <a:pt x="5050" y="16143"/>
                  </a:lnTo>
                  <a:lnTo>
                    <a:pt x="4893" y="16072"/>
                  </a:lnTo>
                  <a:lnTo>
                    <a:pt x="4739" y="15998"/>
                  </a:lnTo>
                  <a:lnTo>
                    <a:pt x="4584" y="15921"/>
                  </a:lnTo>
                  <a:lnTo>
                    <a:pt x="4434" y="15844"/>
                  </a:lnTo>
                  <a:lnTo>
                    <a:pt x="4283" y="15761"/>
                  </a:lnTo>
                  <a:lnTo>
                    <a:pt x="4135" y="15675"/>
                  </a:lnTo>
                  <a:lnTo>
                    <a:pt x="3984" y="15586"/>
                  </a:lnTo>
                  <a:lnTo>
                    <a:pt x="3839" y="15490"/>
                  </a:lnTo>
                  <a:lnTo>
                    <a:pt x="3697" y="15395"/>
                  </a:lnTo>
                  <a:lnTo>
                    <a:pt x="3549" y="15296"/>
                  </a:lnTo>
                  <a:lnTo>
                    <a:pt x="3411" y="15191"/>
                  </a:lnTo>
                  <a:lnTo>
                    <a:pt x="3269" y="15087"/>
                  </a:lnTo>
                  <a:lnTo>
                    <a:pt x="3130" y="14976"/>
                  </a:lnTo>
                  <a:lnTo>
                    <a:pt x="2995" y="14865"/>
                  </a:lnTo>
                  <a:lnTo>
                    <a:pt x="2859" y="14748"/>
                  </a:lnTo>
                  <a:lnTo>
                    <a:pt x="2726" y="14631"/>
                  </a:lnTo>
                  <a:lnTo>
                    <a:pt x="2597" y="14504"/>
                  </a:lnTo>
                  <a:lnTo>
                    <a:pt x="2468" y="14378"/>
                  </a:lnTo>
                  <a:lnTo>
                    <a:pt x="2317" y="14224"/>
                  </a:lnTo>
                  <a:lnTo>
                    <a:pt x="2169" y="14067"/>
                  </a:lnTo>
                  <a:lnTo>
                    <a:pt x="2027" y="13903"/>
                  </a:lnTo>
                  <a:lnTo>
                    <a:pt x="1891" y="13740"/>
                  </a:lnTo>
                  <a:lnTo>
                    <a:pt x="1756" y="13574"/>
                  </a:lnTo>
                  <a:lnTo>
                    <a:pt x="1630" y="13401"/>
                  </a:lnTo>
                  <a:lnTo>
                    <a:pt x="1506" y="13232"/>
                  </a:lnTo>
                  <a:lnTo>
                    <a:pt x="1389" y="13059"/>
                  </a:lnTo>
                  <a:lnTo>
                    <a:pt x="1275" y="12881"/>
                  </a:lnTo>
                  <a:lnTo>
                    <a:pt x="1164" y="12702"/>
                  </a:lnTo>
                  <a:lnTo>
                    <a:pt x="1063" y="12523"/>
                  </a:lnTo>
                  <a:lnTo>
                    <a:pt x="964" y="12341"/>
                  </a:lnTo>
                  <a:lnTo>
                    <a:pt x="872" y="12157"/>
                  </a:lnTo>
                  <a:lnTo>
                    <a:pt x="782" y="11969"/>
                  </a:lnTo>
                  <a:lnTo>
                    <a:pt x="696" y="11781"/>
                  </a:lnTo>
                  <a:lnTo>
                    <a:pt x="616" y="11593"/>
                  </a:lnTo>
                  <a:lnTo>
                    <a:pt x="542" y="11402"/>
                  </a:lnTo>
                  <a:lnTo>
                    <a:pt x="474" y="11211"/>
                  </a:lnTo>
                  <a:lnTo>
                    <a:pt x="409" y="11017"/>
                  </a:lnTo>
                  <a:lnTo>
                    <a:pt x="348" y="10823"/>
                  </a:lnTo>
                  <a:lnTo>
                    <a:pt x="292" y="10625"/>
                  </a:lnTo>
                  <a:lnTo>
                    <a:pt x="240" y="10428"/>
                  </a:lnTo>
                  <a:lnTo>
                    <a:pt x="197" y="10231"/>
                  </a:lnTo>
                  <a:lnTo>
                    <a:pt x="154" y="10034"/>
                  </a:lnTo>
                  <a:lnTo>
                    <a:pt x="120" y="9834"/>
                  </a:lnTo>
                  <a:lnTo>
                    <a:pt x="89" y="9633"/>
                  </a:lnTo>
                  <a:lnTo>
                    <a:pt x="58" y="9433"/>
                  </a:lnTo>
                  <a:lnTo>
                    <a:pt x="40" y="9233"/>
                  </a:lnTo>
                  <a:lnTo>
                    <a:pt x="21" y="9030"/>
                  </a:lnTo>
                  <a:lnTo>
                    <a:pt x="9" y="8829"/>
                  </a:lnTo>
                  <a:lnTo>
                    <a:pt x="3" y="8626"/>
                  </a:lnTo>
                  <a:lnTo>
                    <a:pt x="0" y="8426"/>
                  </a:lnTo>
                  <a:lnTo>
                    <a:pt x="3" y="8222"/>
                  </a:lnTo>
                  <a:lnTo>
                    <a:pt x="9" y="8019"/>
                  </a:lnTo>
                  <a:lnTo>
                    <a:pt x="21" y="7819"/>
                  </a:lnTo>
                  <a:lnTo>
                    <a:pt x="40" y="7615"/>
                  </a:lnTo>
                  <a:lnTo>
                    <a:pt x="58" y="7415"/>
                  </a:lnTo>
                  <a:lnTo>
                    <a:pt x="89" y="7215"/>
                  </a:lnTo>
                  <a:lnTo>
                    <a:pt x="120" y="7015"/>
                  </a:lnTo>
                  <a:lnTo>
                    <a:pt x="154" y="6814"/>
                  </a:lnTo>
                  <a:lnTo>
                    <a:pt x="197" y="6617"/>
                  </a:lnTo>
                  <a:lnTo>
                    <a:pt x="240" y="6420"/>
                  </a:lnTo>
                  <a:lnTo>
                    <a:pt x="292" y="6223"/>
                  </a:lnTo>
                  <a:lnTo>
                    <a:pt x="348" y="6026"/>
                  </a:lnTo>
                  <a:lnTo>
                    <a:pt x="409" y="5832"/>
                  </a:lnTo>
                  <a:lnTo>
                    <a:pt x="474" y="5637"/>
                  </a:lnTo>
                  <a:lnTo>
                    <a:pt x="542" y="5443"/>
                  </a:lnTo>
                  <a:lnTo>
                    <a:pt x="616" y="5252"/>
                  </a:lnTo>
                  <a:lnTo>
                    <a:pt x="696" y="5068"/>
                  </a:lnTo>
                  <a:lnTo>
                    <a:pt x="782" y="4880"/>
                  </a:lnTo>
                  <a:lnTo>
                    <a:pt x="872" y="4692"/>
                  </a:lnTo>
                  <a:lnTo>
                    <a:pt x="964" y="4507"/>
                  </a:lnTo>
                  <a:lnTo>
                    <a:pt x="1063" y="4325"/>
                  </a:lnTo>
                  <a:lnTo>
                    <a:pt x="1164" y="4143"/>
                  </a:lnTo>
                  <a:lnTo>
                    <a:pt x="1275" y="3968"/>
                  </a:lnTo>
                  <a:lnTo>
                    <a:pt x="1389" y="3789"/>
                  </a:lnTo>
                  <a:lnTo>
                    <a:pt x="1506" y="3616"/>
                  </a:lnTo>
                  <a:lnTo>
                    <a:pt x="1630" y="3444"/>
                  </a:lnTo>
                  <a:lnTo>
                    <a:pt x="1756" y="3274"/>
                  </a:lnTo>
                  <a:lnTo>
                    <a:pt x="1891" y="3108"/>
                  </a:lnTo>
                  <a:lnTo>
                    <a:pt x="2027" y="2942"/>
                  </a:lnTo>
                  <a:lnTo>
                    <a:pt x="2169" y="2782"/>
                  </a:lnTo>
                  <a:lnTo>
                    <a:pt x="2317" y="2624"/>
                  </a:lnTo>
                  <a:lnTo>
                    <a:pt x="2468" y="2470"/>
                  </a:lnTo>
                  <a:lnTo>
                    <a:pt x="2625" y="2316"/>
                  </a:lnTo>
                  <a:lnTo>
                    <a:pt x="2779" y="2172"/>
                  </a:lnTo>
                  <a:lnTo>
                    <a:pt x="2942" y="2027"/>
                  </a:lnTo>
                  <a:lnTo>
                    <a:pt x="3109" y="1891"/>
                  </a:lnTo>
                  <a:lnTo>
                    <a:pt x="3272" y="1759"/>
                  </a:lnTo>
                  <a:lnTo>
                    <a:pt x="3444" y="1629"/>
                  </a:lnTo>
                  <a:lnTo>
                    <a:pt x="3617" y="1506"/>
                  </a:lnTo>
                  <a:lnTo>
                    <a:pt x="3786" y="1389"/>
                  </a:lnTo>
                  <a:lnTo>
                    <a:pt x="3965" y="1275"/>
                  </a:lnTo>
                  <a:lnTo>
                    <a:pt x="4144" y="1167"/>
                  </a:lnTo>
                  <a:lnTo>
                    <a:pt x="4326" y="1065"/>
                  </a:lnTo>
                  <a:lnTo>
                    <a:pt x="4507" y="967"/>
                  </a:lnTo>
                  <a:lnTo>
                    <a:pt x="4689" y="871"/>
                  </a:lnTo>
                  <a:lnTo>
                    <a:pt x="4877" y="782"/>
                  </a:lnTo>
                  <a:lnTo>
                    <a:pt x="5065" y="699"/>
                  </a:lnTo>
                  <a:lnTo>
                    <a:pt x="5253" y="619"/>
                  </a:lnTo>
                  <a:lnTo>
                    <a:pt x="5444" y="545"/>
                  </a:lnTo>
                  <a:lnTo>
                    <a:pt x="5638" y="474"/>
                  </a:lnTo>
                  <a:lnTo>
                    <a:pt x="5832" y="409"/>
                  </a:lnTo>
                  <a:lnTo>
                    <a:pt x="6027" y="351"/>
                  </a:lnTo>
                  <a:lnTo>
                    <a:pt x="6224" y="292"/>
                  </a:lnTo>
                  <a:lnTo>
                    <a:pt x="6421" y="243"/>
                  </a:lnTo>
                  <a:lnTo>
                    <a:pt x="6618" y="197"/>
                  </a:lnTo>
                  <a:lnTo>
                    <a:pt x="6815" y="157"/>
                  </a:lnTo>
                  <a:lnTo>
                    <a:pt x="7013" y="120"/>
                  </a:lnTo>
                  <a:lnTo>
                    <a:pt x="7213" y="89"/>
                  </a:lnTo>
                  <a:lnTo>
                    <a:pt x="7413" y="61"/>
                  </a:lnTo>
                  <a:lnTo>
                    <a:pt x="7613" y="43"/>
                  </a:lnTo>
                  <a:lnTo>
                    <a:pt x="7817" y="21"/>
                  </a:lnTo>
                  <a:lnTo>
                    <a:pt x="8017" y="12"/>
                  </a:lnTo>
                  <a:lnTo>
                    <a:pt x="8220" y="3"/>
                  </a:lnTo>
                  <a:lnTo>
                    <a:pt x="8421" y="0"/>
                  </a:lnTo>
                  <a:close/>
                </a:path>
              </a:pathLst>
            </a:custGeom>
            <a:solidFill>
              <a:srgbClr val="FFFFFF"/>
            </a:solidFill>
            <a:ln w="9525" cmpd="sng" cap="flat">
              <a:noFill/>
              <a:prstDash val="solid"/>
              <a:round/>
            </a:ln>
          </p:spPr>
          <p:txBody>
            <a:bodyPr rtlCol="0" anchor="ctr"/>
            <a:lstStyle/>
            <a:p>
              <a:pPr algn="ctr"/>
            </a:p>
          </p:txBody>
        </p:sp>
      </p:grpSp>
      <p:grpSp>
        <p:nvGrpSpPr>
          <p:cNvPr id="537" name="组合"/>
          <p:cNvGrpSpPr>
            <a:grpSpLocks/>
          </p:cNvGrpSpPr>
          <p:nvPr/>
        </p:nvGrpSpPr>
        <p:grpSpPr>
          <a:xfrm>
            <a:off x="1016448" y="5296582"/>
            <a:ext cx="10275611" cy="1435098"/>
            <a:chOff x="1016448" y="5296582"/>
            <a:chExt cx="10275611" cy="1435098"/>
          </a:xfrm>
        </p:grpSpPr>
        <p:sp>
          <p:nvSpPr>
            <p:cNvPr id="532" name="矩形"/>
            <p:cNvSpPr>
              <a:spLocks/>
            </p:cNvSpPr>
            <p:nvPr/>
          </p:nvSpPr>
          <p:spPr>
            <a:xfrm rot="0">
              <a:off x="1167438" y="5629957"/>
              <a:ext cx="788695" cy="730249"/>
            </a:xfrm>
            <a:prstGeom prst="rect"/>
            <a:solidFill>
              <a:srgbClr val="FF6B5A"/>
            </a:solidFill>
            <a:ln w="12700" cmpd="sng" cap="flat">
              <a:noFill/>
              <a:prstDash val="solid"/>
              <a:round/>
            </a:ln>
          </p:spPr>
          <p:txBody>
            <a:bodyPr rtlCol="0" anchor="ctr"/>
            <a:lstStyle/>
            <a:p>
              <a:pPr algn="ctr"/>
            </a:p>
          </p:txBody>
        </p:sp>
        <p:sp>
          <p:nvSpPr>
            <p:cNvPr id="533" name="曲线"/>
            <p:cNvSpPr>
              <a:spLocks/>
            </p:cNvSpPr>
            <p:nvPr/>
          </p:nvSpPr>
          <p:spPr>
            <a:xfrm rot="0">
              <a:off x="1016448" y="5490257"/>
              <a:ext cx="1090673" cy="1009649"/>
            </a:xfrm>
            <a:custGeom>
              <a:gdLst>
                <a:gd name="T1" fmla="*/ 0 w 21600"/>
                <a:gd name="T2" fmla="*/ 0 h 21600"/>
                <a:gd name="T3" fmla="*/ 21600 w 21600"/>
                <a:gd name="T4" fmla="*/ 21600 h 21600"/>
              </a:gdLst>
              <a:rect l="T1" t="T2" r="T3" b="T4"/>
              <a:pathLst>
                <a:path w="21600" h="21600">
                  <a:moveTo>
                    <a:pt x="21194" y="12769"/>
                  </a:moveTo>
                  <a:lnTo>
                    <a:pt x="21600" y="12769"/>
                  </a:lnTo>
                  <a:lnTo>
                    <a:pt x="21600" y="21600"/>
                  </a:lnTo>
                  <a:lnTo>
                    <a:pt x="12837" y="21600"/>
                  </a:lnTo>
                  <a:lnTo>
                    <a:pt x="12837" y="21194"/>
                  </a:lnTo>
                  <a:lnTo>
                    <a:pt x="21194" y="21194"/>
                  </a:lnTo>
                  <a:close/>
                  <a:moveTo>
                    <a:pt x="0" y="12769"/>
                  </a:moveTo>
                  <a:lnTo>
                    <a:pt x="405" y="12769"/>
                  </a:lnTo>
                  <a:lnTo>
                    <a:pt x="405" y="21194"/>
                  </a:lnTo>
                  <a:lnTo>
                    <a:pt x="8762" y="21194"/>
                  </a:lnTo>
                  <a:lnTo>
                    <a:pt x="8762" y="21600"/>
                  </a:lnTo>
                  <a:lnTo>
                    <a:pt x="0" y="21600"/>
                  </a:lnTo>
                  <a:close/>
                  <a:moveTo>
                    <a:pt x="12837" y="0"/>
                  </a:moveTo>
                  <a:lnTo>
                    <a:pt x="21600" y="0"/>
                  </a:lnTo>
                  <a:lnTo>
                    <a:pt x="21600" y="8830"/>
                  </a:lnTo>
                  <a:lnTo>
                    <a:pt x="21194" y="8830"/>
                  </a:lnTo>
                  <a:lnTo>
                    <a:pt x="21194" y="405"/>
                  </a:lnTo>
                  <a:lnTo>
                    <a:pt x="12837" y="405"/>
                  </a:lnTo>
                  <a:close/>
                  <a:moveTo>
                    <a:pt x="0" y="0"/>
                  </a:moveTo>
                  <a:lnTo>
                    <a:pt x="8762" y="0"/>
                  </a:lnTo>
                  <a:lnTo>
                    <a:pt x="8762" y="405"/>
                  </a:lnTo>
                  <a:lnTo>
                    <a:pt x="405" y="405"/>
                  </a:lnTo>
                  <a:lnTo>
                    <a:pt x="405" y="8830"/>
                  </a:lnTo>
                  <a:lnTo>
                    <a:pt x="0" y="8830"/>
                  </a:lnTo>
                  <a:close/>
                </a:path>
              </a:pathLst>
            </a:custGeom>
            <a:solidFill>
              <a:srgbClr val="FF6B5A"/>
            </a:solidFill>
            <a:ln w="12700" cmpd="sng" cap="flat">
              <a:noFill/>
              <a:prstDash val="solid"/>
              <a:round/>
            </a:ln>
          </p:spPr>
          <p:txBody>
            <a:bodyPr rtlCol="0" anchor="ctr"/>
            <a:lstStyle/>
            <a:p>
              <a:pPr algn="ctr"/>
            </a:p>
          </p:txBody>
        </p:sp>
        <p:sp>
          <p:nvSpPr>
            <p:cNvPr id="534" name="矩形"/>
            <p:cNvSpPr>
              <a:spLocks/>
            </p:cNvSpPr>
            <p:nvPr/>
          </p:nvSpPr>
          <p:spPr>
            <a:xfrm rot="0">
              <a:off x="2313178" y="5296582"/>
              <a:ext cx="6334433" cy="493711"/>
            </a:xfrm>
            <a:prstGeom prst="rect"/>
            <a:noFill/>
            <a:ln w="9525" cmpd="sng" cap="flat">
              <a:noFill/>
              <a:prstDash val="solid"/>
              <a:miter/>
            </a:ln>
          </p:spPr>
          <p:txBody>
            <a:bodyPr vert="horz" wrap="square" lIns="0" tIns="0" rIns="0" bIns="0" anchor="b" anchorCtr="0">
              <a:prstTxWarp prst="textNoShape"/>
            </a:bodyPr>
            <a:lstStyle/>
            <a:p>
              <a:pPr marL="0" indent="0" algn="l">
                <a:lnSpc>
                  <a:spcPct val="100000"/>
                </a:lnSpc>
                <a:spcBef>
                  <a:spcPts val="0"/>
                </a:spcBef>
                <a:spcAft>
                  <a:spcPts val="0"/>
                </a:spcAft>
                <a:buNone/>
              </a:pPr>
              <a:r>
                <a:rPr lang="zh-CN" altLang="en-US" sz="1800" b="1" i="0" u="none" strike="noStrike" kern="1200" cap="none" spc="0" baseline="0">
                  <a:solidFill>
                    <a:srgbClr val="FF6B5A"/>
                  </a:solidFill>
                  <a:latin typeface="Calibri" pitchFamily="0" charset="0"/>
                  <a:ea typeface="微软雅黑" pitchFamily="0" charset="0"/>
                  <a:cs typeface="Calibri" pitchFamily="0" charset="0"/>
                </a:rPr>
                <a:t>履行认定核销程序</a:t>
              </a:r>
              <a:endParaRPr lang="zh-CN" altLang="en-US" sz="1800" b="1" i="0" u="none" strike="noStrike" kern="1200" cap="none" spc="0" baseline="0">
                <a:solidFill>
                  <a:srgbClr val="FF6B5A"/>
                </a:solidFill>
                <a:latin typeface="Calibri" pitchFamily="0" charset="0"/>
                <a:ea typeface="微软雅黑" pitchFamily="0" charset="0"/>
                <a:cs typeface="Calibri" pitchFamily="0" charset="0"/>
              </a:endParaRPr>
            </a:p>
          </p:txBody>
        </p:sp>
        <p:sp>
          <p:nvSpPr>
            <p:cNvPr id="535" name="矩形"/>
            <p:cNvSpPr>
              <a:spLocks/>
            </p:cNvSpPr>
            <p:nvPr/>
          </p:nvSpPr>
          <p:spPr>
            <a:xfrm rot="0">
              <a:off x="2301509" y="5845855"/>
              <a:ext cx="8990549" cy="885824"/>
            </a:xfrm>
            <a:prstGeom prst="rect"/>
            <a:noFill/>
            <a:ln w="9525" cmpd="sng" cap="flat">
              <a:noFill/>
              <a:prstDash val="solid"/>
              <a:miter/>
            </a:ln>
          </p:spPr>
          <p:txBody>
            <a:bodyPr vert="horz" wrap="square" lIns="0" tIns="0" rIns="0" bIns="0" anchor="t" anchorCtr="0">
              <a:prstTxWarp prst="textNoShape"/>
            </a:bodyPr>
            <a:lstStyle/>
            <a:p>
              <a:pPr marL="0" indent="0" algn="l">
                <a:lnSpc>
                  <a:spcPct val="120000"/>
                </a:lnSpc>
                <a:spcBef>
                  <a:spcPts val="0"/>
                </a:spcBef>
                <a:spcAft>
                  <a:spcPts val="0"/>
                </a:spcAft>
                <a:buNone/>
              </a:pPr>
              <a:r>
                <a:rPr lang="zh-CN" altLang="en-US" sz="1800" b="1" i="0" u="none" strike="noStrike" kern="1200" cap="none" spc="0" baseline="0">
                  <a:solidFill>
                    <a:schemeClr val="tx1"/>
                  </a:solidFill>
                  <a:latin typeface="Calibri" pitchFamily="0" charset="0"/>
                  <a:ea typeface="微软雅黑" pitchFamily="0" charset="0"/>
                  <a:cs typeface="Calibri" pitchFamily="0" charset="0"/>
                </a:rPr>
                <a:t>经</a:t>
              </a:r>
              <a:r>
                <a:rPr lang="zh-CN" altLang="en-US" sz="1800" b="1" i="0" u="none" strike="noStrike" kern="1200" cap="none" spc="0" baseline="0">
                  <a:solidFill>
                    <a:srgbClr val="0000FF"/>
                  </a:solidFill>
                  <a:latin typeface="Calibri" pitchFamily="0" charset="0"/>
                  <a:ea typeface="微软雅黑" pitchFamily="0" charset="0"/>
                  <a:cs typeface="Calibri" pitchFamily="0" charset="0"/>
                </a:rPr>
                <a:t>工程治理后的隐患点</a:t>
              </a:r>
              <a:r>
                <a:rPr lang="zh-CN" altLang="en-US" sz="1800" b="1" i="0" u="none" strike="noStrike" kern="1200" cap="none" spc="0" baseline="0">
                  <a:solidFill>
                    <a:schemeClr val="tx1"/>
                  </a:solidFill>
                  <a:latin typeface="Calibri" pitchFamily="0" charset="0"/>
                  <a:ea typeface="微软雅黑" pitchFamily="0" charset="0"/>
                  <a:cs typeface="Calibri" pitchFamily="0" charset="0"/>
                </a:rPr>
                <a:t>，由市、县级自然资源主管部门根据专家组竣工验收意见，向省自然资源厅申请地质灾害隐患点</a:t>
              </a:r>
              <a:r>
                <a:rPr lang="zh-CN" altLang="en-US" sz="1800" b="1" i="0" u="none" strike="noStrike" kern="1200" cap="none" spc="0" baseline="0">
                  <a:solidFill>
                    <a:srgbClr val="FF0000"/>
                  </a:solidFill>
                  <a:latin typeface="Calibri" pitchFamily="0" charset="0"/>
                  <a:ea typeface="微软雅黑" pitchFamily="0" charset="0"/>
                  <a:cs typeface="Calibri" pitchFamily="0" charset="0"/>
                </a:rPr>
                <a:t>核销或降级</a:t>
              </a:r>
              <a:r>
                <a:rPr lang="zh-CN" altLang="en-US" sz="1800" b="1" i="0" u="none" strike="noStrike" kern="1200" cap="none" spc="0" baseline="0">
                  <a:solidFill>
                    <a:schemeClr val="tx1"/>
                  </a:solidFill>
                  <a:latin typeface="Calibri" pitchFamily="0" charset="0"/>
                  <a:ea typeface="微软雅黑" pitchFamily="0" charset="0"/>
                  <a:cs typeface="Calibri" pitchFamily="0" charset="0"/>
                </a:rPr>
                <a:t>。</a:t>
              </a:r>
              <a:endParaRPr lang="zh-CN" altLang="en-US" sz="1800" b="1" i="0" u="none" strike="noStrike" kern="1200" cap="none" spc="0" baseline="0">
                <a:solidFill>
                  <a:schemeClr val="tx1"/>
                </a:solidFill>
                <a:latin typeface="Calibri" pitchFamily="0" charset="0"/>
                <a:ea typeface="微软雅黑" pitchFamily="0" charset="0"/>
                <a:cs typeface="Calibri" pitchFamily="0" charset="0"/>
              </a:endParaRPr>
            </a:p>
          </p:txBody>
        </p:sp>
        <p:sp>
          <p:nvSpPr>
            <p:cNvPr id="536" name="曲线"/>
            <p:cNvSpPr>
              <a:spLocks noChangeAspect="1"/>
            </p:cNvSpPr>
            <p:nvPr/>
          </p:nvSpPr>
          <p:spPr>
            <a:xfrm rot="0">
              <a:off x="1352178" y="5798232"/>
              <a:ext cx="444085" cy="393699"/>
            </a:xfrm>
            <a:custGeom>
              <a:gdLst>
                <a:gd name="T1" fmla="*/ 0 w 21600"/>
                <a:gd name="T2" fmla="*/ 0 h 21600"/>
                <a:gd name="T3" fmla="*/ 21600 w 21600"/>
                <a:gd name="T4" fmla="*/ 21600 h 21600"/>
              </a:gdLst>
              <a:rect l="T1" t="T2" r="T3" b="T4"/>
              <a:pathLst>
                <a:path w="21600" h="21600">
                  <a:moveTo>
                    <a:pt x="6878" y="15888"/>
                  </a:moveTo>
                  <a:lnTo>
                    <a:pt x="7152" y="16485"/>
                  </a:lnTo>
                  <a:lnTo>
                    <a:pt x="7181" y="16510"/>
                  </a:lnTo>
                  <a:lnTo>
                    <a:pt x="7203" y="16546"/>
                  </a:lnTo>
                  <a:lnTo>
                    <a:pt x="7235" y="16593"/>
                  </a:lnTo>
                  <a:lnTo>
                    <a:pt x="7257" y="16640"/>
                  </a:lnTo>
                  <a:lnTo>
                    <a:pt x="7264" y="16668"/>
                  </a:lnTo>
                  <a:lnTo>
                    <a:pt x="7271" y="16697"/>
                  </a:lnTo>
                  <a:lnTo>
                    <a:pt x="7271" y="16726"/>
                  </a:lnTo>
                  <a:lnTo>
                    <a:pt x="7271" y="16755"/>
                  </a:lnTo>
                  <a:lnTo>
                    <a:pt x="7264" y="16784"/>
                  </a:lnTo>
                  <a:lnTo>
                    <a:pt x="7253" y="16812"/>
                  </a:lnTo>
                  <a:lnTo>
                    <a:pt x="7242" y="16827"/>
                  </a:lnTo>
                  <a:lnTo>
                    <a:pt x="7224" y="16845"/>
                  </a:lnTo>
                  <a:lnTo>
                    <a:pt x="7203" y="16852"/>
                  </a:lnTo>
                  <a:lnTo>
                    <a:pt x="7177" y="16856"/>
                  </a:lnTo>
                  <a:lnTo>
                    <a:pt x="7145" y="16859"/>
                  </a:lnTo>
                  <a:lnTo>
                    <a:pt x="7116" y="16856"/>
                  </a:lnTo>
                  <a:lnTo>
                    <a:pt x="7084" y="16852"/>
                  </a:lnTo>
                  <a:lnTo>
                    <a:pt x="7051" y="16841"/>
                  </a:lnTo>
                  <a:lnTo>
                    <a:pt x="7015" y="16827"/>
                  </a:lnTo>
                  <a:lnTo>
                    <a:pt x="6983" y="16812"/>
                  </a:lnTo>
                  <a:lnTo>
                    <a:pt x="6947" y="16794"/>
                  </a:lnTo>
                  <a:lnTo>
                    <a:pt x="6914" y="16773"/>
                  </a:lnTo>
                  <a:lnTo>
                    <a:pt x="6882" y="16748"/>
                  </a:lnTo>
                  <a:lnTo>
                    <a:pt x="6856" y="16722"/>
                  </a:lnTo>
                  <a:lnTo>
                    <a:pt x="6831" y="16690"/>
                  </a:lnTo>
                  <a:lnTo>
                    <a:pt x="6813" y="16661"/>
                  </a:lnTo>
                  <a:lnTo>
                    <a:pt x="6766" y="16579"/>
                  </a:lnTo>
                  <a:lnTo>
                    <a:pt x="6737" y="16517"/>
                  </a:lnTo>
                  <a:lnTo>
                    <a:pt x="6716" y="16471"/>
                  </a:lnTo>
                  <a:lnTo>
                    <a:pt x="6709" y="16431"/>
                  </a:lnTo>
                  <a:lnTo>
                    <a:pt x="6709" y="16391"/>
                  </a:lnTo>
                  <a:lnTo>
                    <a:pt x="6716" y="16352"/>
                  </a:lnTo>
                  <a:lnTo>
                    <a:pt x="6741" y="16237"/>
                  </a:lnTo>
                  <a:lnTo>
                    <a:pt x="6748" y="16201"/>
                  </a:lnTo>
                  <a:lnTo>
                    <a:pt x="6748" y="16183"/>
                  </a:lnTo>
                  <a:lnTo>
                    <a:pt x="6741" y="16172"/>
                  </a:lnTo>
                  <a:lnTo>
                    <a:pt x="6734" y="16168"/>
                  </a:lnTo>
                  <a:lnTo>
                    <a:pt x="6712" y="16168"/>
                  </a:lnTo>
                  <a:lnTo>
                    <a:pt x="6705" y="16165"/>
                  </a:lnTo>
                  <a:lnTo>
                    <a:pt x="6701" y="16161"/>
                  </a:lnTo>
                  <a:lnTo>
                    <a:pt x="6673" y="16089"/>
                  </a:lnTo>
                  <a:lnTo>
                    <a:pt x="6658" y="16053"/>
                  </a:lnTo>
                  <a:lnTo>
                    <a:pt x="6654" y="16035"/>
                  </a:lnTo>
                  <a:lnTo>
                    <a:pt x="6654" y="16021"/>
                  </a:lnTo>
                  <a:lnTo>
                    <a:pt x="6705" y="15985"/>
                  </a:lnTo>
                  <a:lnTo>
                    <a:pt x="6752" y="15956"/>
                  </a:lnTo>
                  <a:lnTo>
                    <a:pt x="6784" y="15935"/>
                  </a:lnTo>
                  <a:lnTo>
                    <a:pt x="6813" y="15924"/>
                  </a:lnTo>
                  <a:lnTo>
                    <a:pt x="6853" y="15906"/>
                  </a:lnTo>
                  <a:lnTo>
                    <a:pt x="6864" y="15906"/>
                  </a:lnTo>
                  <a:lnTo>
                    <a:pt x="6878" y="15888"/>
                  </a:lnTo>
                  <a:close/>
                  <a:moveTo>
                    <a:pt x="14043" y="15801"/>
                  </a:moveTo>
                  <a:lnTo>
                    <a:pt x="14144" y="15801"/>
                  </a:lnTo>
                  <a:lnTo>
                    <a:pt x="14237" y="15801"/>
                  </a:lnTo>
                  <a:lnTo>
                    <a:pt x="14331" y="15808"/>
                  </a:lnTo>
                  <a:lnTo>
                    <a:pt x="14374" y="15815"/>
                  </a:lnTo>
                  <a:lnTo>
                    <a:pt x="14410" y="15826"/>
                  </a:lnTo>
                  <a:lnTo>
                    <a:pt x="14446" y="15837"/>
                  </a:lnTo>
                  <a:lnTo>
                    <a:pt x="14475" y="15851"/>
                  </a:lnTo>
                  <a:lnTo>
                    <a:pt x="14503" y="15869"/>
                  </a:lnTo>
                  <a:lnTo>
                    <a:pt x="14521" y="15887"/>
                  </a:lnTo>
                  <a:lnTo>
                    <a:pt x="14536" y="15905"/>
                  </a:lnTo>
                  <a:lnTo>
                    <a:pt x="14543" y="15934"/>
                  </a:lnTo>
                  <a:lnTo>
                    <a:pt x="14543" y="15959"/>
                  </a:lnTo>
                  <a:lnTo>
                    <a:pt x="14536" y="15995"/>
                  </a:lnTo>
                  <a:lnTo>
                    <a:pt x="14521" y="16027"/>
                  </a:lnTo>
                  <a:lnTo>
                    <a:pt x="14496" y="16071"/>
                  </a:lnTo>
                  <a:lnTo>
                    <a:pt x="14460" y="16114"/>
                  </a:lnTo>
                  <a:lnTo>
                    <a:pt x="14417" y="16161"/>
                  </a:lnTo>
                  <a:lnTo>
                    <a:pt x="14356" y="16218"/>
                  </a:lnTo>
                  <a:lnTo>
                    <a:pt x="14299" y="16265"/>
                  </a:lnTo>
                  <a:lnTo>
                    <a:pt x="14241" y="16312"/>
                  </a:lnTo>
                  <a:lnTo>
                    <a:pt x="14187" y="16351"/>
                  </a:lnTo>
                  <a:lnTo>
                    <a:pt x="14126" y="16384"/>
                  </a:lnTo>
                  <a:lnTo>
                    <a:pt x="14069" y="16416"/>
                  </a:lnTo>
                  <a:lnTo>
                    <a:pt x="14007" y="16441"/>
                  </a:lnTo>
                  <a:lnTo>
                    <a:pt x="13950" y="16459"/>
                  </a:lnTo>
                  <a:lnTo>
                    <a:pt x="13893" y="16481"/>
                  </a:lnTo>
                  <a:lnTo>
                    <a:pt x="13831" y="16499"/>
                  </a:lnTo>
                  <a:lnTo>
                    <a:pt x="13774" y="16510"/>
                  </a:lnTo>
                  <a:lnTo>
                    <a:pt x="13716" y="16520"/>
                  </a:lnTo>
                  <a:lnTo>
                    <a:pt x="13598" y="16538"/>
                  </a:lnTo>
                  <a:lnTo>
                    <a:pt x="13479" y="16549"/>
                  </a:lnTo>
                  <a:lnTo>
                    <a:pt x="13425" y="16556"/>
                  </a:lnTo>
                  <a:lnTo>
                    <a:pt x="13400" y="16563"/>
                  </a:lnTo>
                  <a:lnTo>
                    <a:pt x="13389" y="16571"/>
                  </a:lnTo>
                  <a:lnTo>
                    <a:pt x="13382" y="16574"/>
                  </a:lnTo>
                  <a:lnTo>
                    <a:pt x="13379" y="16581"/>
                  </a:lnTo>
                  <a:lnTo>
                    <a:pt x="13379" y="16592"/>
                  </a:lnTo>
                  <a:lnTo>
                    <a:pt x="13382" y="16607"/>
                  </a:lnTo>
                  <a:lnTo>
                    <a:pt x="13389" y="16617"/>
                  </a:lnTo>
                  <a:lnTo>
                    <a:pt x="13389" y="16632"/>
                  </a:lnTo>
                  <a:lnTo>
                    <a:pt x="13389" y="16635"/>
                  </a:lnTo>
                  <a:lnTo>
                    <a:pt x="13379" y="16643"/>
                  </a:lnTo>
                  <a:lnTo>
                    <a:pt x="13292" y="16718"/>
                  </a:lnTo>
                  <a:lnTo>
                    <a:pt x="13238" y="16751"/>
                  </a:lnTo>
                  <a:lnTo>
                    <a:pt x="13221" y="16761"/>
                  </a:lnTo>
                  <a:lnTo>
                    <a:pt x="13203" y="16772"/>
                  </a:lnTo>
                  <a:lnTo>
                    <a:pt x="13123" y="16711"/>
                  </a:lnTo>
                  <a:lnTo>
                    <a:pt x="13062" y="16657"/>
                  </a:lnTo>
                  <a:lnTo>
                    <a:pt x="13012" y="16614"/>
                  </a:lnTo>
                  <a:lnTo>
                    <a:pt x="12983" y="16574"/>
                  </a:lnTo>
                  <a:lnTo>
                    <a:pt x="12962" y="16549"/>
                  </a:lnTo>
                  <a:lnTo>
                    <a:pt x="12947" y="16531"/>
                  </a:lnTo>
                  <a:lnTo>
                    <a:pt x="12940" y="16513"/>
                  </a:lnTo>
                  <a:lnTo>
                    <a:pt x="12908" y="16499"/>
                  </a:lnTo>
                  <a:lnTo>
                    <a:pt x="13666" y="15837"/>
                  </a:lnTo>
                  <a:lnTo>
                    <a:pt x="13720" y="15830"/>
                  </a:lnTo>
                  <a:lnTo>
                    <a:pt x="13857" y="15815"/>
                  </a:lnTo>
                  <a:lnTo>
                    <a:pt x="13946" y="15808"/>
                  </a:lnTo>
                  <a:lnTo>
                    <a:pt x="14043" y="15801"/>
                  </a:lnTo>
                  <a:close/>
                  <a:moveTo>
                    <a:pt x="5321" y="14018"/>
                  </a:moveTo>
                  <a:lnTo>
                    <a:pt x="6274" y="14018"/>
                  </a:lnTo>
                  <a:lnTo>
                    <a:pt x="6274" y="14226"/>
                  </a:lnTo>
                  <a:lnTo>
                    <a:pt x="6278" y="14229"/>
                  </a:lnTo>
                  <a:lnTo>
                    <a:pt x="6296" y="14247"/>
                  </a:lnTo>
                  <a:lnTo>
                    <a:pt x="6310" y="14251"/>
                  </a:lnTo>
                  <a:lnTo>
                    <a:pt x="6328" y="14258"/>
                  </a:lnTo>
                  <a:lnTo>
                    <a:pt x="6360" y="14262"/>
                  </a:lnTo>
                  <a:lnTo>
                    <a:pt x="6389" y="14262"/>
                  </a:lnTo>
                  <a:lnTo>
                    <a:pt x="6425" y="14262"/>
                  </a:lnTo>
                  <a:lnTo>
                    <a:pt x="6454" y="14258"/>
                  </a:lnTo>
                  <a:lnTo>
                    <a:pt x="6476" y="14251"/>
                  </a:lnTo>
                  <a:lnTo>
                    <a:pt x="6490" y="14247"/>
                  </a:lnTo>
                  <a:lnTo>
                    <a:pt x="6508" y="14229"/>
                  </a:lnTo>
                  <a:lnTo>
                    <a:pt x="6512" y="14226"/>
                  </a:lnTo>
                  <a:lnTo>
                    <a:pt x="6512" y="14018"/>
                  </a:lnTo>
                  <a:lnTo>
                    <a:pt x="7415" y="14018"/>
                  </a:lnTo>
                  <a:lnTo>
                    <a:pt x="7415" y="15013"/>
                  </a:lnTo>
                  <a:lnTo>
                    <a:pt x="7411" y="15057"/>
                  </a:lnTo>
                  <a:lnTo>
                    <a:pt x="7400" y="15093"/>
                  </a:lnTo>
                  <a:lnTo>
                    <a:pt x="7379" y="15130"/>
                  </a:lnTo>
                  <a:lnTo>
                    <a:pt x="7357" y="15159"/>
                  </a:lnTo>
                  <a:lnTo>
                    <a:pt x="7325" y="15188"/>
                  </a:lnTo>
                  <a:lnTo>
                    <a:pt x="7289" y="15206"/>
                  </a:lnTo>
                  <a:lnTo>
                    <a:pt x="7249" y="15217"/>
                  </a:lnTo>
                  <a:lnTo>
                    <a:pt x="7206" y="15221"/>
                  </a:lnTo>
                  <a:lnTo>
                    <a:pt x="5529" y="15221"/>
                  </a:lnTo>
                  <a:lnTo>
                    <a:pt x="5486" y="15217"/>
                  </a:lnTo>
                  <a:lnTo>
                    <a:pt x="5447" y="15206"/>
                  </a:lnTo>
                  <a:lnTo>
                    <a:pt x="5411" y="15188"/>
                  </a:lnTo>
                  <a:lnTo>
                    <a:pt x="5382" y="15159"/>
                  </a:lnTo>
                  <a:lnTo>
                    <a:pt x="5353" y="15130"/>
                  </a:lnTo>
                  <a:lnTo>
                    <a:pt x="5335" y="15093"/>
                  </a:lnTo>
                  <a:lnTo>
                    <a:pt x="5324" y="15057"/>
                  </a:lnTo>
                  <a:lnTo>
                    <a:pt x="5321" y="15013"/>
                  </a:lnTo>
                  <a:lnTo>
                    <a:pt x="5321" y="14018"/>
                  </a:lnTo>
                  <a:close/>
                  <a:moveTo>
                    <a:pt x="5529" y="13481"/>
                  </a:moveTo>
                  <a:lnTo>
                    <a:pt x="7206" y="13481"/>
                  </a:lnTo>
                  <a:lnTo>
                    <a:pt x="7249" y="13485"/>
                  </a:lnTo>
                  <a:lnTo>
                    <a:pt x="7289" y="13496"/>
                  </a:lnTo>
                  <a:lnTo>
                    <a:pt x="7325" y="13517"/>
                  </a:lnTo>
                  <a:lnTo>
                    <a:pt x="7357" y="13542"/>
                  </a:lnTo>
                  <a:lnTo>
                    <a:pt x="7379" y="13575"/>
                  </a:lnTo>
                  <a:lnTo>
                    <a:pt x="7400" y="13607"/>
                  </a:lnTo>
                  <a:lnTo>
                    <a:pt x="7411" y="13647"/>
                  </a:lnTo>
                  <a:lnTo>
                    <a:pt x="7415" y="13686"/>
                  </a:lnTo>
                  <a:lnTo>
                    <a:pt x="7415" y="13931"/>
                  </a:lnTo>
                  <a:lnTo>
                    <a:pt x="5321" y="13931"/>
                  </a:lnTo>
                  <a:lnTo>
                    <a:pt x="5321" y="13686"/>
                  </a:lnTo>
                  <a:lnTo>
                    <a:pt x="5324" y="13647"/>
                  </a:lnTo>
                  <a:lnTo>
                    <a:pt x="5335" y="13607"/>
                  </a:lnTo>
                  <a:lnTo>
                    <a:pt x="5353" y="13575"/>
                  </a:lnTo>
                  <a:lnTo>
                    <a:pt x="5382" y="13542"/>
                  </a:lnTo>
                  <a:lnTo>
                    <a:pt x="5411" y="13517"/>
                  </a:lnTo>
                  <a:lnTo>
                    <a:pt x="5447" y="13496"/>
                  </a:lnTo>
                  <a:lnTo>
                    <a:pt x="5486" y="13485"/>
                  </a:lnTo>
                  <a:lnTo>
                    <a:pt x="5529" y="13481"/>
                  </a:lnTo>
                  <a:close/>
                  <a:moveTo>
                    <a:pt x="6554" y="12612"/>
                  </a:moveTo>
                  <a:lnTo>
                    <a:pt x="6600" y="12615"/>
                  </a:lnTo>
                  <a:lnTo>
                    <a:pt x="6614" y="12615"/>
                  </a:lnTo>
                  <a:lnTo>
                    <a:pt x="6635" y="12622"/>
                  </a:lnTo>
                  <a:lnTo>
                    <a:pt x="6663" y="12641"/>
                  </a:lnTo>
                  <a:lnTo>
                    <a:pt x="6688" y="12659"/>
                  </a:lnTo>
                  <a:lnTo>
                    <a:pt x="6716" y="12688"/>
                  </a:lnTo>
                  <a:lnTo>
                    <a:pt x="6744" y="12721"/>
                  </a:lnTo>
                  <a:lnTo>
                    <a:pt x="6772" y="12761"/>
                  </a:lnTo>
                  <a:lnTo>
                    <a:pt x="6829" y="12848"/>
                  </a:lnTo>
                  <a:lnTo>
                    <a:pt x="6878" y="12947"/>
                  </a:lnTo>
                  <a:lnTo>
                    <a:pt x="6921" y="13038"/>
                  </a:lnTo>
                  <a:lnTo>
                    <a:pt x="6949" y="13125"/>
                  </a:lnTo>
                  <a:lnTo>
                    <a:pt x="6963" y="13165"/>
                  </a:lnTo>
                  <a:lnTo>
                    <a:pt x="6970" y="13202"/>
                  </a:lnTo>
                  <a:lnTo>
                    <a:pt x="6970" y="13224"/>
                  </a:lnTo>
                  <a:lnTo>
                    <a:pt x="6970" y="13242"/>
                  </a:lnTo>
                  <a:lnTo>
                    <a:pt x="6963" y="13253"/>
                  </a:lnTo>
                  <a:lnTo>
                    <a:pt x="6949" y="13260"/>
                  </a:lnTo>
                  <a:lnTo>
                    <a:pt x="6938" y="13260"/>
                  </a:lnTo>
                  <a:lnTo>
                    <a:pt x="6924" y="13249"/>
                  </a:lnTo>
                  <a:lnTo>
                    <a:pt x="6910" y="13238"/>
                  </a:lnTo>
                  <a:lnTo>
                    <a:pt x="6889" y="13227"/>
                  </a:lnTo>
                  <a:lnTo>
                    <a:pt x="6857" y="13187"/>
                  </a:lnTo>
                  <a:lnTo>
                    <a:pt x="6825" y="13147"/>
                  </a:lnTo>
                  <a:lnTo>
                    <a:pt x="6804" y="13104"/>
                  </a:lnTo>
                  <a:lnTo>
                    <a:pt x="6797" y="13089"/>
                  </a:lnTo>
                  <a:lnTo>
                    <a:pt x="6797" y="13071"/>
                  </a:lnTo>
                  <a:lnTo>
                    <a:pt x="6794" y="13045"/>
                  </a:lnTo>
                  <a:lnTo>
                    <a:pt x="6783" y="13027"/>
                  </a:lnTo>
                  <a:lnTo>
                    <a:pt x="6765" y="13016"/>
                  </a:lnTo>
                  <a:lnTo>
                    <a:pt x="6748" y="13012"/>
                  </a:lnTo>
                  <a:lnTo>
                    <a:pt x="6741" y="13016"/>
                  </a:lnTo>
                  <a:lnTo>
                    <a:pt x="6734" y="13020"/>
                  </a:lnTo>
                  <a:lnTo>
                    <a:pt x="6727" y="13027"/>
                  </a:lnTo>
                  <a:lnTo>
                    <a:pt x="6716" y="13034"/>
                  </a:lnTo>
                  <a:lnTo>
                    <a:pt x="6709" y="13045"/>
                  </a:lnTo>
                  <a:lnTo>
                    <a:pt x="6705" y="13060"/>
                  </a:lnTo>
                  <a:lnTo>
                    <a:pt x="6702" y="13082"/>
                  </a:lnTo>
                  <a:lnTo>
                    <a:pt x="6702" y="13100"/>
                  </a:lnTo>
                  <a:lnTo>
                    <a:pt x="6698" y="13144"/>
                  </a:lnTo>
                  <a:lnTo>
                    <a:pt x="6691" y="13180"/>
                  </a:lnTo>
                  <a:lnTo>
                    <a:pt x="6684" y="13198"/>
                  </a:lnTo>
                  <a:lnTo>
                    <a:pt x="6677" y="13213"/>
                  </a:lnTo>
                  <a:lnTo>
                    <a:pt x="6667" y="13224"/>
                  </a:lnTo>
                  <a:lnTo>
                    <a:pt x="6649" y="13235"/>
                  </a:lnTo>
                  <a:lnTo>
                    <a:pt x="6635" y="13246"/>
                  </a:lnTo>
                  <a:lnTo>
                    <a:pt x="6621" y="13260"/>
                  </a:lnTo>
                  <a:lnTo>
                    <a:pt x="6600" y="13267"/>
                  </a:lnTo>
                  <a:lnTo>
                    <a:pt x="6575" y="13271"/>
                  </a:lnTo>
                  <a:lnTo>
                    <a:pt x="6522" y="13278"/>
                  </a:lnTo>
                  <a:lnTo>
                    <a:pt x="6462" y="13278"/>
                  </a:lnTo>
                  <a:lnTo>
                    <a:pt x="6434" y="13275"/>
                  </a:lnTo>
                  <a:lnTo>
                    <a:pt x="6406" y="13267"/>
                  </a:lnTo>
                  <a:lnTo>
                    <a:pt x="6384" y="13260"/>
                  </a:lnTo>
                  <a:lnTo>
                    <a:pt x="6360" y="13246"/>
                  </a:lnTo>
                  <a:lnTo>
                    <a:pt x="6335" y="13231"/>
                  </a:lnTo>
                  <a:lnTo>
                    <a:pt x="6317" y="13216"/>
                  </a:lnTo>
                  <a:lnTo>
                    <a:pt x="6279" y="13176"/>
                  </a:lnTo>
                  <a:lnTo>
                    <a:pt x="6247" y="13133"/>
                  </a:lnTo>
                  <a:lnTo>
                    <a:pt x="6215" y="13082"/>
                  </a:lnTo>
                  <a:lnTo>
                    <a:pt x="6190" y="13031"/>
                  </a:lnTo>
                  <a:lnTo>
                    <a:pt x="6166" y="12976"/>
                  </a:lnTo>
                  <a:lnTo>
                    <a:pt x="6148" y="12921"/>
                  </a:lnTo>
                  <a:lnTo>
                    <a:pt x="6134" y="12867"/>
                  </a:lnTo>
                  <a:lnTo>
                    <a:pt x="6109" y="12776"/>
                  </a:lnTo>
                  <a:lnTo>
                    <a:pt x="6099" y="12714"/>
                  </a:lnTo>
                  <a:lnTo>
                    <a:pt x="6095" y="12684"/>
                  </a:lnTo>
                  <a:lnTo>
                    <a:pt x="6095" y="12681"/>
                  </a:lnTo>
                  <a:lnTo>
                    <a:pt x="6099" y="12677"/>
                  </a:lnTo>
                  <a:lnTo>
                    <a:pt x="6109" y="12674"/>
                  </a:lnTo>
                  <a:lnTo>
                    <a:pt x="6137" y="12666"/>
                  </a:lnTo>
                  <a:lnTo>
                    <a:pt x="6173" y="12655"/>
                  </a:lnTo>
                  <a:lnTo>
                    <a:pt x="6229" y="12644"/>
                  </a:lnTo>
                  <a:lnTo>
                    <a:pt x="6314" y="12630"/>
                  </a:lnTo>
                  <a:lnTo>
                    <a:pt x="6462" y="12615"/>
                  </a:lnTo>
                  <a:lnTo>
                    <a:pt x="6554" y="12612"/>
                  </a:lnTo>
                  <a:close/>
                  <a:moveTo>
                    <a:pt x="12952" y="11394"/>
                  </a:moveTo>
                  <a:lnTo>
                    <a:pt x="13002" y="11394"/>
                  </a:lnTo>
                  <a:lnTo>
                    <a:pt x="13048" y="11398"/>
                  </a:lnTo>
                  <a:lnTo>
                    <a:pt x="13087" y="11405"/>
                  </a:lnTo>
                  <a:lnTo>
                    <a:pt x="13112" y="11412"/>
                  </a:lnTo>
                  <a:lnTo>
                    <a:pt x="13130" y="11423"/>
                  </a:lnTo>
                  <a:lnTo>
                    <a:pt x="13137" y="11434"/>
                  </a:lnTo>
                  <a:lnTo>
                    <a:pt x="13137" y="11449"/>
                  </a:lnTo>
                  <a:lnTo>
                    <a:pt x="13130" y="11463"/>
                  </a:lnTo>
                  <a:lnTo>
                    <a:pt x="13119" y="11478"/>
                  </a:lnTo>
                  <a:lnTo>
                    <a:pt x="13102" y="11493"/>
                  </a:lnTo>
                  <a:lnTo>
                    <a:pt x="13077" y="11507"/>
                  </a:lnTo>
                  <a:lnTo>
                    <a:pt x="13027" y="11533"/>
                  </a:lnTo>
                  <a:lnTo>
                    <a:pt x="12969" y="11551"/>
                  </a:lnTo>
                  <a:lnTo>
                    <a:pt x="12941" y="11555"/>
                  </a:lnTo>
                  <a:lnTo>
                    <a:pt x="12916" y="11558"/>
                  </a:lnTo>
                  <a:lnTo>
                    <a:pt x="12894" y="11558"/>
                  </a:lnTo>
                  <a:lnTo>
                    <a:pt x="12877" y="11555"/>
                  </a:lnTo>
                  <a:lnTo>
                    <a:pt x="12862" y="11551"/>
                  </a:lnTo>
                  <a:lnTo>
                    <a:pt x="12852" y="11547"/>
                  </a:lnTo>
                  <a:lnTo>
                    <a:pt x="12834" y="11547"/>
                  </a:lnTo>
                  <a:lnTo>
                    <a:pt x="12823" y="11551"/>
                  </a:lnTo>
                  <a:lnTo>
                    <a:pt x="12816" y="11558"/>
                  </a:lnTo>
                  <a:lnTo>
                    <a:pt x="12805" y="11566"/>
                  </a:lnTo>
                  <a:lnTo>
                    <a:pt x="12802" y="11573"/>
                  </a:lnTo>
                  <a:lnTo>
                    <a:pt x="12798" y="11584"/>
                  </a:lnTo>
                  <a:lnTo>
                    <a:pt x="12794" y="11595"/>
                  </a:lnTo>
                  <a:lnTo>
                    <a:pt x="12798" y="11606"/>
                  </a:lnTo>
                  <a:lnTo>
                    <a:pt x="12798" y="11617"/>
                  </a:lnTo>
                  <a:lnTo>
                    <a:pt x="12805" y="11628"/>
                  </a:lnTo>
                  <a:lnTo>
                    <a:pt x="12816" y="11642"/>
                  </a:lnTo>
                  <a:lnTo>
                    <a:pt x="12827" y="11653"/>
                  </a:lnTo>
                  <a:lnTo>
                    <a:pt x="12848" y="11664"/>
                  </a:lnTo>
                  <a:lnTo>
                    <a:pt x="12866" y="11675"/>
                  </a:lnTo>
                  <a:lnTo>
                    <a:pt x="12909" y="11694"/>
                  </a:lnTo>
                  <a:lnTo>
                    <a:pt x="12927" y="11708"/>
                  </a:lnTo>
                  <a:lnTo>
                    <a:pt x="12941" y="11723"/>
                  </a:lnTo>
                  <a:lnTo>
                    <a:pt x="12952" y="11734"/>
                  </a:lnTo>
                  <a:lnTo>
                    <a:pt x="12966" y="11752"/>
                  </a:lnTo>
                  <a:lnTo>
                    <a:pt x="12977" y="11770"/>
                  </a:lnTo>
                  <a:lnTo>
                    <a:pt x="12980" y="11792"/>
                  </a:lnTo>
                  <a:lnTo>
                    <a:pt x="12987" y="11811"/>
                  </a:lnTo>
                  <a:lnTo>
                    <a:pt x="12987" y="11840"/>
                  </a:lnTo>
                  <a:lnTo>
                    <a:pt x="12987" y="11862"/>
                  </a:lnTo>
                  <a:lnTo>
                    <a:pt x="12984" y="11895"/>
                  </a:lnTo>
                  <a:lnTo>
                    <a:pt x="12977" y="11920"/>
                  </a:lnTo>
                  <a:lnTo>
                    <a:pt x="12966" y="11957"/>
                  </a:lnTo>
                  <a:lnTo>
                    <a:pt x="12934" y="12030"/>
                  </a:lnTo>
                  <a:lnTo>
                    <a:pt x="12919" y="12059"/>
                  </a:lnTo>
                  <a:lnTo>
                    <a:pt x="12902" y="12088"/>
                  </a:lnTo>
                  <a:lnTo>
                    <a:pt x="12880" y="12114"/>
                  </a:lnTo>
                  <a:lnTo>
                    <a:pt x="12859" y="12132"/>
                  </a:lnTo>
                  <a:lnTo>
                    <a:pt x="12834" y="12158"/>
                  </a:lnTo>
                  <a:lnTo>
                    <a:pt x="12809" y="12172"/>
                  </a:lnTo>
                  <a:lnTo>
                    <a:pt x="12780" y="12187"/>
                  </a:lnTo>
                  <a:lnTo>
                    <a:pt x="12752" y="12205"/>
                  </a:lnTo>
                  <a:lnTo>
                    <a:pt x="12691" y="12224"/>
                  </a:lnTo>
                  <a:lnTo>
                    <a:pt x="12626" y="12238"/>
                  </a:lnTo>
                  <a:lnTo>
                    <a:pt x="12562" y="12245"/>
                  </a:lnTo>
                  <a:lnTo>
                    <a:pt x="12498" y="12249"/>
                  </a:lnTo>
                  <a:lnTo>
                    <a:pt x="12434" y="12249"/>
                  </a:lnTo>
                  <a:lnTo>
                    <a:pt x="12373" y="12245"/>
                  </a:lnTo>
                  <a:lnTo>
                    <a:pt x="12269" y="12231"/>
                  </a:lnTo>
                  <a:lnTo>
                    <a:pt x="12198" y="12220"/>
                  </a:lnTo>
                  <a:lnTo>
                    <a:pt x="12173" y="12213"/>
                  </a:lnTo>
                  <a:lnTo>
                    <a:pt x="12173" y="12216"/>
                  </a:lnTo>
                  <a:lnTo>
                    <a:pt x="12169" y="12213"/>
                  </a:lnTo>
                  <a:lnTo>
                    <a:pt x="12162" y="12209"/>
                  </a:lnTo>
                  <a:lnTo>
                    <a:pt x="12162" y="12187"/>
                  </a:lnTo>
                  <a:lnTo>
                    <a:pt x="12169" y="12161"/>
                  </a:lnTo>
                  <a:lnTo>
                    <a:pt x="12176" y="12110"/>
                  </a:lnTo>
                  <a:lnTo>
                    <a:pt x="12191" y="12041"/>
                  </a:lnTo>
                  <a:lnTo>
                    <a:pt x="12212" y="11938"/>
                  </a:lnTo>
                  <a:lnTo>
                    <a:pt x="12244" y="11840"/>
                  </a:lnTo>
                  <a:lnTo>
                    <a:pt x="12266" y="11756"/>
                  </a:lnTo>
                  <a:lnTo>
                    <a:pt x="12301" y="11650"/>
                  </a:lnTo>
                  <a:lnTo>
                    <a:pt x="12323" y="11599"/>
                  </a:lnTo>
                  <a:lnTo>
                    <a:pt x="12330" y="11584"/>
                  </a:lnTo>
                  <a:lnTo>
                    <a:pt x="12348" y="11558"/>
                  </a:lnTo>
                  <a:lnTo>
                    <a:pt x="12376" y="11533"/>
                  </a:lnTo>
                  <a:lnTo>
                    <a:pt x="12409" y="11507"/>
                  </a:lnTo>
                  <a:lnTo>
                    <a:pt x="12451" y="11489"/>
                  </a:lnTo>
                  <a:lnTo>
                    <a:pt x="12501" y="11471"/>
                  </a:lnTo>
                  <a:lnTo>
                    <a:pt x="12551" y="11449"/>
                  </a:lnTo>
                  <a:lnTo>
                    <a:pt x="12609" y="11438"/>
                  </a:lnTo>
                  <a:lnTo>
                    <a:pt x="12666" y="11423"/>
                  </a:lnTo>
                  <a:lnTo>
                    <a:pt x="12787" y="11405"/>
                  </a:lnTo>
                  <a:lnTo>
                    <a:pt x="12902" y="11398"/>
                  </a:lnTo>
                  <a:lnTo>
                    <a:pt x="12952" y="11394"/>
                  </a:lnTo>
                  <a:close/>
                  <a:moveTo>
                    <a:pt x="10441" y="8813"/>
                  </a:moveTo>
                  <a:lnTo>
                    <a:pt x="10495" y="8817"/>
                  </a:lnTo>
                  <a:lnTo>
                    <a:pt x="10545" y="8828"/>
                  </a:lnTo>
                  <a:lnTo>
                    <a:pt x="10595" y="8846"/>
                  </a:lnTo>
                  <a:lnTo>
                    <a:pt x="10642" y="8875"/>
                  </a:lnTo>
                  <a:lnTo>
                    <a:pt x="10685" y="8908"/>
                  </a:lnTo>
                  <a:lnTo>
                    <a:pt x="10728" y="8951"/>
                  </a:lnTo>
                  <a:lnTo>
                    <a:pt x="10771" y="8998"/>
                  </a:lnTo>
                  <a:lnTo>
                    <a:pt x="10807" y="9053"/>
                  </a:lnTo>
                  <a:lnTo>
                    <a:pt x="10843" y="9114"/>
                  </a:lnTo>
                  <a:lnTo>
                    <a:pt x="10878" y="9179"/>
                  </a:lnTo>
                  <a:lnTo>
                    <a:pt x="10911" y="9248"/>
                  </a:lnTo>
                  <a:lnTo>
                    <a:pt x="10947" y="9324"/>
                  </a:lnTo>
                  <a:lnTo>
                    <a:pt x="10972" y="9404"/>
                  </a:lnTo>
                  <a:lnTo>
                    <a:pt x="11000" y="9487"/>
                  </a:lnTo>
                  <a:lnTo>
                    <a:pt x="11029" y="9574"/>
                  </a:lnTo>
                  <a:lnTo>
                    <a:pt x="11076" y="9755"/>
                  </a:lnTo>
                  <a:lnTo>
                    <a:pt x="11115" y="9947"/>
                  </a:lnTo>
                  <a:lnTo>
                    <a:pt x="11154" y="10147"/>
                  </a:lnTo>
                  <a:lnTo>
                    <a:pt x="11183" y="10353"/>
                  </a:lnTo>
                  <a:lnTo>
                    <a:pt x="11212" y="10552"/>
                  </a:lnTo>
                  <a:lnTo>
                    <a:pt x="11230" y="10755"/>
                  </a:lnTo>
                  <a:lnTo>
                    <a:pt x="11251" y="10947"/>
                  </a:lnTo>
                  <a:lnTo>
                    <a:pt x="11266" y="11135"/>
                  </a:lnTo>
                  <a:lnTo>
                    <a:pt x="11258" y="10835"/>
                  </a:lnTo>
                  <a:lnTo>
                    <a:pt x="12126" y="11364"/>
                  </a:lnTo>
                  <a:lnTo>
                    <a:pt x="11954" y="12240"/>
                  </a:lnTo>
                  <a:lnTo>
                    <a:pt x="11284" y="11958"/>
                  </a:lnTo>
                  <a:lnTo>
                    <a:pt x="11251" y="11733"/>
                  </a:lnTo>
                  <a:lnTo>
                    <a:pt x="11198" y="11342"/>
                  </a:lnTo>
                  <a:lnTo>
                    <a:pt x="11122" y="12545"/>
                  </a:lnTo>
                  <a:lnTo>
                    <a:pt x="11119" y="12599"/>
                  </a:lnTo>
                  <a:lnTo>
                    <a:pt x="11115" y="12657"/>
                  </a:lnTo>
                  <a:lnTo>
                    <a:pt x="11119" y="12715"/>
                  </a:lnTo>
                  <a:lnTo>
                    <a:pt x="11133" y="12784"/>
                  </a:lnTo>
                  <a:lnTo>
                    <a:pt x="11151" y="12856"/>
                  </a:lnTo>
                  <a:lnTo>
                    <a:pt x="11176" y="12943"/>
                  </a:lnTo>
                  <a:lnTo>
                    <a:pt x="11219" y="13041"/>
                  </a:lnTo>
                  <a:lnTo>
                    <a:pt x="11273" y="13153"/>
                  </a:lnTo>
                  <a:lnTo>
                    <a:pt x="11122" y="13153"/>
                  </a:lnTo>
                  <a:lnTo>
                    <a:pt x="11223" y="13207"/>
                  </a:lnTo>
                  <a:lnTo>
                    <a:pt x="11348" y="13269"/>
                  </a:lnTo>
                  <a:lnTo>
                    <a:pt x="11628" y="13399"/>
                  </a:lnTo>
                  <a:lnTo>
                    <a:pt x="11864" y="13508"/>
                  </a:lnTo>
                  <a:lnTo>
                    <a:pt x="11961" y="13548"/>
                  </a:lnTo>
                  <a:lnTo>
                    <a:pt x="13568" y="15711"/>
                  </a:lnTo>
                  <a:lnTo>
                    <a:pt x="12664" y="16424"/>
                  </a:lnTo>
                  <a:lnTo>
                    <a:pt x="10936" y="14396"/>
                  </a:lnTo>
                  <a:lnTo>
                    <a:pt x="9760" y="14262"/>
                  </a:lnTo>
                  <a:lnTo>
                    <a:pt x="9760" y="14280"/>
                  </a:lnTo>
                  <a:lnTo>
                    <a:pt x="9760" y="14312"/>
                  </a:lnTo>
                  <a:lnTo>
                    <a:pt x="9752" y="14388"/>
                  </a:lnTo>
                  <a:lnTo>
                    <a:pt x="9735" y="14497"/>
                  </a:lnTo>
                  <a:lnTo>
                    <a:pt x="9706" y="14620"/>
                  </a:lnTo>
                  <a:lnTo>
                    <a:pt x="9634" y="14914"/>
                  </a:lnTo>
                  <a:lnTo>
                    <a:pt x="9548" y="15243"/>
                  </a:lnTo>
                  <a:lnTo>
                    <a:pt x="9458" y="15558"/>
                  </a:lnTo>
                  <a:lnTo>
                    <a:pt x="9383" y="15830"/>
                  </a:lnTo>
                  <a:lnTo>
                    <a:pt x="9308" y="16095"/>
                  </a:lnTo>
                  <a:lnTo>
                    <a:pt x="7250" y="16305"/>
                  </a:lnTo>
                  <a:lnTo>
                    <a:pt x="6963" y="15808"/>
                  </a:lnTo>
                  <a:lnTo>
                    <a:pt x="8168" y="15580"/>
                  </a:lnTo>
                  <a:lnTo>
                    <a:pt x="8164" y="13602"/>
                  </a:lnTo>
                  <a:lnTo>
                    <a:pt x="7877" y="13537"/>
                  </a:lnTo>
                  <a:lnTo>
                    <a:pt x="7859" y="13439"/>
                  </a:lnTo>
                  <a:lnTo>
                    <a:pt x="7841" y="13349"/>
                  </a:lnTo>
                  <a:lnTo>
                    <a:pt x="7827" y="13269"/>
                  </a:lnTo>
                  <a:lnTo>
                    <a:pt x="7813" y="13197"/>
                  </a:lnTo>
                  <a:lnTo>
                    <a:pt x="7802" y="13048"/>
                  </a:lnTo>
                  <a:lnTo>
                    <a:pt x="7795" y="12907"/>
                  </a:lnTo>
                  <a:lnTo>
                    <a:pt x="7788" y="12545"/>
                  </a:lnTo>
                  <a:lnTo>
                    <a:pt x="7777" y="12298"/>
                  </a:lnTo>
                  <a:lnTo>
                    <a:pt x="7752" y="11987"/>
                  </a:lnTo>
                  <a:lnTo>
                    <a:pt x="7719" y="10733"/>
                  </a:lnTo>
                  <a:lnTo>
                    <a:pt x="7623" y="10791"/>
                  </a:lnTo>
                  <a:lnTo>
                    <a:pt x="7397" y="10936"/>
                  </a:lnTo>
                  <a:lnTo>
                    <a:pt x="7253" y="11034"/>
                  </a:lnTo>
                  <a:lnTo>
                    <a:pt x="7106" y="11135"/>
                  </a:lnTo>
                  <a:lnTo>
                    <a:pt x="6963" y="11241"/>
                  </a:lnTo>
                  <a:lnTo>
                    <a:pt x="6837" y="11342"/>
                  </a:lnTo>
                  <a:lnTo>
                    <a:pt x="6816" y="11414"/>
                  </a:lnTo>
                  <a:lnTo>
                    <a:pt x="6801" y="11490"/>
                  </a:lnTo>
                  <a:lnTo>
                    <a:pt x="6794" y="11567"/>
                  </a:lnTo>
                  <a:lnTo>
                    <a:pt x="6787" y="11650"/>
                  </a:lnTo>
                  <a:lnTo>
                    <a:pt x="6787" y="11729"/>
                  </a:lnTo>
                  <a:lnTo>
                    <a:pt x="6791" y="11806"/>
                  </a:lnTo>
                  <a:lnTo>
                    <a:pt x="6794" y="11885"/>
                  </a:lnTo>
                  <a:lnTo>
                    <a:pt x="6801" y="11965"/>
                  </a:lnTo>
                  <a:lnTo>
                    <a:pt x="6819" y="12106"/>
                  </a:lnTo>
                  <a:lnTo>
                    <a:pt x="6834" y="12229"/>
                  </a:lnTo>
                  <a:lnTo>
                    <a:pt x="6848" y="12331"/>
                  </a:lnTo>
                  <a:lnTo>
                    <a:pt x="6848" y="12367"/>
                  </a:lnTo>
                  <a:lnTo>
                    <a:pt x="6837" y="12396"/>
                  </a:lnTo>
                  <a:lnTo>
                    <a:pt x="6576" y="12378"/>
                  </a:lnTo>
                  <a:lnTo>
                    <a:pt x="6464" y="12371"/>
                  </a:lnTo>
                  <a:lnTo>
                    <a:pt x="6411" y="12371"/>
                  </a:lnTo>
                  <a:lnTo>
                    <a:pt x="6364" y="12374"/>
                  </a:lnTo>
                  <a:lnTo>
                    <a:pt x="6314" y="12378"/>
                  </a:lnTo>
                  <a:lnTo>
                    <a:pt x="6264" y="12389"/>
                  </a:lnTo>
                  <a:lnTo>
                    <a:pt x="6213" y="12400"/>
                  </a:lnTo>
                  <a:lnTo>
                    <a:pt x="6163" y="12418"/>
                  </a:lnTo>
                  <a:lnTo>
                    <a:pt x="6117" y="12436"/>
                  </a:lnTo>
                  <a:lnTo>
                    <a:pt x="6063" y="12461"/>
                  </a:lnTo>
                  <a:lnTo>
                    <a:pt x="6005" y="12490"/>
                  </a:lnTo>
                  <a:lnTo>
                    <a:pt x="5948" y="12530"/>
                  </a:lnTo>
                  <a:lnTo>
                    <a:pt x="5937" y="12483"/>
                  </a:lnTo>
                  <a:lnTo>
                    <a:pt x="5919" y="12429"/>
                  </a:lnTo>
                  <a:lnTo>
                    <a:pt x="5909" y="12374"/>
                  </a:lnTo>
                  <a:lnTo>
                    <a:pt x="5901" y="12313"/>
                  </a:lnTo>
                  <a:lnTo>
                    <a:pt x="5887" y="12175"/>
                  </a:lnTo>
                  <a:lnTo>
                    <a:pt x="5880" y="12019"/>
                  </a:lnTo>
                  <a:lnTo>
                    <a:pt x="5880" y="11842"/>
                  </a:lnTo>
                  <a:lnTo>
                    <a:pt x="5884" y="11639"/>
                  </a:lnTo>
                  <a:lnTo>
                    <a:pt x="5891" y="11425"/>
                  </a:lnTo>
                  <a:lnTo>
                    <a:pt x="5905" y="11186"/>
                  </a:lnTo>
                  <a:lnTo>
                    <a:pt x="5970" y="11034"/>
                  </a:lnTo>
                  <a:lnTo>
                    <a:pt x="6027" y="10911"/>
                  </a:lnTo>
                  <a:lnTo>
                    <a:pt x="6056" y="10857"/>
                  </a:lnTo>
                  <a:lnTo>
                    <a:pt x="6084" y="10809"/>
                  </a:lnTo>
                  <a:lnTo>
                    <a:pt x="6145" y="10722"/>
                  </a:lnTo>
                  <a:lnTo>
                    <a:pt x="6210" y="10636"/>
                  </a:lnTo>
                  <a:lnTo>
                    <a:pt x="6289" y="10549"/>
                  </a:lnTo>
                  <a:lnTo>
                    <a:pt x="6382" y="10440"/>
                  </a:lnTo>
                  <a:lnTo>
                    <a:pt x="6493" y="10310"/>
                  </a:lnTo>
                  <a:lnTo>
                    <a:pt x="6672" y="10118"/>
                  </a:lnTo>
                  <a:lnTo>
                    <a:pt x="6830" y="9944"/>
                  </a:lnTo>
                  <a:lnTo>
                    <a:pt x="7096" y="9654"/>
                  </a:lnTo>
                  <a:lnTo>
                    <a:pt x="7207" y="9531"/>
                  </a:lnTo>
                  <a:lnTo>
                    <a:pt x="7311" y="9426"/>
                  </a:lnTo>
                  <a:lnTo>
                    <a:pt x="7415" y="9331"/>
                  </a:lnTo>
                  <a:lnTo>
                    <a:pt x="7508" y="9248"/>
                  </a:lnTo>
                  <a:lnTo>
                    <a:pt x="7558" y="9208"/>
                  </a:lnTo>
                  <a:lnTo>
                    <a:pt x="7608" y="9176"/>
                  </a:lnTo>
                  <a:lnTo>
                    <a:pt x="7662" y="9139"/>
                  </a:lnTo>
                  <a:lnTo>
                    <a:pt x="7716" y="9107"/>
                  </a:lnTo>
                  <a:lnTo>
                    <a:pt x="7770" y="9082"/>
                  </a:lnTo>
                  <a:lnTo>
                    <a:pt x="7827" y="9053"/>
                  </a:lnTo>
                  <a:lnTo>
                    <a:pt x="7888" y="9024"/>
                  </a:lnTo>
                  <a:lnTo>
                    <a:pt x="7952" y="9002"/>
                  </a:lnTo>
                  <a:lnTo>
                    <a:pt x="8089" y="8951"/>
                  </a:lnTo>
                  <a:lnTo>
                    <a:pt x="8243" y="8904"/>
                  </a:lnTo>
                  <a:lnTo>
                    <a:pt x="8422" y="8864"/>
                  </a:lnTo>
                  <a:lnTo>
                    <a:pt x="8627" y="8817"/>
                  </a:lnTo>
                  <a:lnTo>
                    <a:pt x="8705" y="8821"/>
                  </a:lnTo>
                  <a:lnTo>
                    <a:pt x="8849" y="8828"/>
                  </a:lnTo>
                  <a:lnTo>
                    <a:pt x="9075" y="8842"/>
                  </a:lnTo>
                  <a:lnTo>
                    <a:pt x="9846" y="11324"/>
                  </a:lnTo>
                  <a:lnTo>
                    <a:pt x="9770" y="10585"/>
                  </a:lnTo>
                  <a:lnTo>
                    <a:pt x="9735" y="9252"/>
                  </a:lnTo>
                  <a:lnTo>
                    <a:pt x="9684" y="9125"/>
                  </a:lnTo>
                  <a:lnTo>
                    <a:pt x="9785" y="8955"/>
                  </a:lnTo>
                  <a:lnTo>
                    <a:pt x="10003" y="8955"/>
                  </a:lnTo>
                  <a:lnTo>
                    <a:pt x="10097" y="9125"/>
                  </a:lnTo>
                  <a:lnTo>
                    <a:pt x="10054" y="9274"/>
                  </a:lnTo>
                  <a:lnTo>
                    <a:pt x="10319" y="11215"/>
                  </a:lnTo>
                  <a:lnTo>
                    <a:pt x="10280" y="8875"/>
                  </a:lnTo>
                  <a:lnTo>
                    <a:pt x="10358" y="8835"/>
                  </a:lnTo>
                  <a:lnTo>
                    <a:pt x="10380" y="8824"/>
                  </a:lnTo>
                  <a:lnTo>
                    <a:pt x="10384" y="8817"/>
                  </a:lnTo>
                  <a:lnTo>
                    <a:pt x="10441" y="8813"/>
                  </a:lnTo>
                  <a:close/>
                  <a:moveTo>
                    <a:pt x="8412" y="6726"/>
                  </a:moveTo>
                  <a:lnTo>
                    <a:pt x="8398" y="6860"/>
                  </a:lnTo>
                  <a:lnTo>
                    <a:pt x="8391" y="6965"/>
                  </a:lnTo>
                  <a:lnTo>
                    <a:pt x="8394" y="6965"/>
                  </a:lnTo>
                  <a:lnTo>
                    <a:pt x="8398" y="6860"/>
                  </a:lnTo>
                  <a:lnTo>
                    <a:pt x="8405" y="6813"/>
                  </a:lnTo>
                  <a:lnTo>
                    <a:pt x="8412" y="6769"/>
                  </a:lnTo>
                  <a:lnTo>
                    <a:pt x="8412" y="6726"/>
                  </a:lnTo>
                  <a:close/>
                  <a:moveTo>
                    <a:pt x="8574" y="6200"/>
                  </a:moveTo>
                  <a:lnTo>
                    <a:pt x="8567" y="6208"/>
                  </a:lnTo>
                  <a:lnTo>
                    <a:pt x="8542" y="6222"/>
                  </a:lnTo>
                  <a:lnTo>
                    <a:pt x="8527" y="6240"/>
                  </a:lnTo>
                  <a:lnTo>
                    <a:pt x="8509" y="6273"/>
                  </a:lnTo>
                  <a:lnTo>
                    <a:pt x="8545" y="6233"/>
                  </a:lnTo>
                  <a:lnTo>
                    <a:pt x="8567" y="6219"/>
                  </a:lnTo>
                  <a:lnTo>
                    <a:pt x="8585" y="6200"/>
                  </a:lnTo>
                  <a:lnTo>
                    <a:pt x="8574" y="6200"/>
                  </a:lnTo>
                  <a:close/>
                  <a:moveTo>
                    <a:pt x="9381" y="5668"/>
                  </a:moveTo>
                  <a:lnTo>
                    <a:pt x="9478" y="5668"/>
                  </a:lnTo>
                  <a:lnTo>
                    <a:pt x="9572" y="5671"/>
                  </a:lnTo>
                  <a:lnTo>
                    <a:pt x="9665" y="5682"/>
                  </a:lnTo>
                  <a:lnTo>
                    <a:pt x="9752" y="5693"/>
                  </a:lnTo>
                  <a:lnTo>
                    <a:pt x="9838" y="5715"/>
                  </a:lnTo>
                  <a:lnTo>
                    <a:pt x="9921" y="5733"/>
                  </a:lnTo>
                  <a:lnTo>
                    <a:pt x="10000" y="5755"/>
                  </a:lnTo>
                  <a:lnTo>
                    <a:pt x="10076" y="5784"/>
                  </a:lnTo>
                  <a:lnTo>
                    <a:pt x="10152" y="5809"/>
                  </a:lnTo>
                  <a:lnTo>
                    <a:pt x="10216" y="5842"/>
                  </a:lnTo>
                  <a:lnTo>
                    <a:pt x="10281" y="5871"/>
                  </a:lnTo>
                  <a:lnTo>
                    <a:pt x="10342" y="5903"/>
                  </a:lnTo>
                  <a:lnTo>
                    <a:pt x="10447" y="5961"/>
                  </a:lnTo>
                  <a:lnTo>
                    <a:pt x="10541" y="6023"/>
                  </a:lnTo>
                  <a:lnTo>
                    <a:pt x="10613" y="6070"/>
                  </a:lnTo>
                  <a:lnTo>
                    <a:pt x="10667" y="6113"/>
                  </a:lnTo>
                  <a:lnTo>
                    <a:pt x="10713" y="6150"/>
                  </a:lnTo>
                  <a:lnTo>
                    <a:pt x="10713" y="6175"/>
                  </a:lnTo>
                  <a:lnTo>
                    <a:pt x="10713" y="6248"/>
                  </a:lnTo>
                  <a:lnTo>
                    <a:pt x="10706" y="6291"/>
                  </a:lnTo>
                  <a:lnTo>
                    <a:pt x="10695" y="6342"/>
                  </a:lnTo>
                  <a:lnTo>
                    <a:pt x="10681" y="6393"/>
                  </a:lnTo>
                  <a:lnTo>
                    <a:pt x="10663" y="6436"/>
                  </a:lnTo>
                  <a:lnTo>
                    <a:pt x="10652" y="6461"/>
                  </a:lnTo>
                  <a:lnTo>
                    <a:pt x="10634" y="6483"/>
                  </a:lnTo>
                  <a:lnTo>
                    <a:pt x="10620" y="6501"/>
                  </a:lnTo>
                  <a:lnTo>
                    <a:pt x="10602" y="6519"/>
                  </a:lnTo>
                  <a:lnTo>
                    <a:pt x="10577" y="6538"/>
                  </a:lnTo>
                  <a:lnTo>
                    <a:pt x="10555" y="6548"/>
                  </a:lnTo>
                  <a:lnTo>
                    <a:pt x="10530" y="6559"/>
                  </a:lnTo>
                  <a:lnTo>
                    <a:pt x="10497" y="6566"/>
                  </a:lnTo>
                  <a:lnTo>
                    <a:pt x="10469" y="6570"/>
                  </a:lnTo>
                  <a:lnTo>
                    <a:pt x="10433" y="6570"/>
                  </a:lnTo>
                  <a:lnTo>
                    <a:pt x="10397" y="6566"/>
                  </a:lnTo>
                  <a:lnTo>
                    <a:pt x="10353" y="6559"/>
                  </a:lnTo>
                  <a:lnTo>
                    <a:pt x="10306" y="6548"/>
                  </a:lnTo>
                  <a:lnTo>
                    <a:pt x="10256" y="6534"/>
                  </a:lnTo>
                  <a:lnTo>
                    <a:pt x="10202" y="6508"/>
                  </a:lnTo>
                  <a:lnTo>
                    <a:pt x="10152" y="6483"/>
                  </a:lnTo>
                  <a:lnTo>
                    <a:pt x="10119" y="6472"/>
                  </a:lnTo>
                  <a:lnTo>
                    <a:pt x="10065" y="6461"/>
                  </a:lnTo>
                  <a:lnTo>
                    <a:pt x="9928" y="6436"/>
                  </a:lnTo>
                  <a:lnTo>
                    <a:pt x="9788" y="6411"/>
                  </a:lnTo>
                  <a:lnTo>
                    <a:pt x="9734" y="6400"/>
                  </a:lnTo>
                  <a:lnTo>
                    <a:pt x="9701" y="6393"/>
                  </a:lnTo>
                  <a:lnTo>
                    <a:pt x="9979" y="6527"/>
                  </a:lnTo>
                  <a:lnTo>
                    <a:pt x="10108" y="6585"/>
                  </a:lnTo>
                  <a:lnTo>
                    <a:pt x="10170" y="6606"/>
                  </a:lnTo>
                  <a:lnTo>
                    <a:pt x="10231" y="6628"/>
                  </a:lnTo>
                  <a:lnTo>
                    <a:pt x="10288" y="6650"/>
                  </a:lnTo>
                  <a:lnTo>
                    <a:pt x="10342" y="6661"/>
                  </a:lnTo>
                  <a:lnTo>
                    <a:pt x="10397" y="6672"/>
                  </a:lnTo>
                  <a:lnTo>
                    <a:pt x="10443" y="6675"/>
                  </a:lnTo>
                  <a:lnTo>
                    <a:pt x="10490" y="6672"/>
                  </a:lnTo>
                  <a:lnTo>
                    <a:pt x="10533" y="6661"/>
                  </a:lnTo>
                  <a:lnTo>
                    <a:pt x="10573" y="6646"/>
                  </a:lnTo>
                  <a:lnTo>
                    <a:pt x="10609" y="6621"/>
                  </a:lnTo>
                  <a:lnTo>
                    <a:pt x="10620" y="6715"/>
                  </a:lnTo>
                  <a:lnTo>
                    <a:pt x="10623" y="6802"/>
                  </a:lnTo>
                  <a:lnTo>
                    <a:pt x="10620" y="6882"/>
                  </a:lnTo>
                  <a:lnTo>
                    <a:pt x="10616" y="6962"/>
                  </a:lnTo>
                  <a:lnTo>
                    <a:pt x="10631" y="6951"/>
                  </a:lnTo>
                  <a:lnTo>
                    <a:pt x="10638" y="6943"/>
                  </a:lnTo>
                  <a:lnTo>
                    <a:pt x="10649" y="6940"/>
                  </a:lnTo>
                  <a:lnTo>
                    <a:pt x="10652" y="6943"/>
                  </a:lnTo>
                  <a:lnTo>
                    <a:pt x="10656" y="6951"/>
                  </a:lnTo>
                  <a:lnTo>
                    <a:pt x="10659" y="6976"/>
                  </a:lnTo>
                  <a:lnTo>
                    <a:pt x="10663" y="7012"/>
                  </a:lnTo>
                  <a:lnTo>
                    <a:pt x="10663" y="7059"/>
                  </a:lnTo>
                  <a:lnTo>
                    <a:pt x="10652" y="7175"/>
                  </a:lnTo>
                  <a:lnTo>
                    <a:pt x="10638" y="7309"/>
                  </a:lnTo>
                  <a:lnTo>
                    <a:pt x="10620" y="7436"/>
                  </a:lnTo>
                  <a:lnTo>
                    <a:pt x="10602" y="7545"/>
                  </a:lnTo>
                  <a:lnTo>
                    <a:pt x="10587" y="7610"/>
                  </a:lnTo>
                  <a:lnTo>
                    <a:pt x="10577" y="7621"/>
                  </a:lnTo>
                  <a:lnTo>
                    <a:pt x="10573" y="7617"/>
                  </a:lnTo>
                  <a:lnTo>
                    <a:pt x="10566" y="7690"/>
                  </a:lnTo>
                  <a:lnTo>
                    <a:pt x="10555" y="7759"/>
                  </a:lnTo>
                  <a:lnTo>
                    <a:pt x="10541" y="7824"/>
                  </a:lnTo>
                  <a:lnTo>
                    <a:pt x="10526" y="7889"/>
                  </a:lnTo>
                  <a:lnTo>
                    <a:pt x="10505" y="7951"/>
                  </a:lnTo>
                  <a:lnTo>
                    <a:pt x="10483" y="8013"/>
                  </a:lnTo>
                  <a:lnTo>
                    <a:pt x="10461" y="8070"/>
                  </a:lnTo>
                  <a:lnTo>
                    <a:pt x="10433" y="8129"/>
                  </a:lnTo>
                  <a:lnTo>
                    <a:pt x="10407" y="8186"/>
                  </a:lnTo>
                  <a:lnTo>
                    <a:pt x="10379" y="8237"/>
                  </a:lnTo>
                  <a:lnTo>
                    <a:pt x="10350" y="8288"/>
                  </a:lnTo>
                  <a:lnTo>
                    <a:pt x="10314" y="8339"/>
                  </a:lnTo>
                  <a:lnTo>
                    <a:pt x="10281" y="8386"/>
                  </a:lnTo>
                  <a:lnTo>
                    <a:pt x="10245" y="8433"/>
                  </a:lnTo>
                  <a:lnTo>
                    <a:pt x="10173" y="8513"/>
                  </a:lnTo>
                  <a:lnTo>
                    <a:pt x="10098" y="8589"/>
                  </a:lnTo>
                  <a:lnTo>
                    <a:pt x="10015" y="8654"/>
                  </a:lnTo>
                  <a:lnTo>
                    <a:pt x="9936" y="8712"/>
                  </a:lnTo>
                  <a:lnTo>
                    <a:pt x="9853" y="8759"/>
                  </a:lnTo>
                  <a:lnTo>
                    <a:pt x="9766" y="8795"/>
                  </a:lnTo>
                  <a:lnTo>
                    <a:pt x="9730" y="8810"/>
                  </a:lnTo>
                  <a:lnTo>
                    <a:pt x="9687" y="8824"/>
                  </a:lnTo>
                  <a:lnTo>
                    <a:pt x="9644" y="8832"/>
                  </a:lnTo>
                  <a:lnTo>
                    <a:pt x="9608" y="8839"/>
                  </a:lnTo>
                  <a:lnTo>
                    <a:pt x="9568" y="8842"/>
                  </a:lnTo>
                  <a:lnTo>
                    <a:pt x="9529" y="8842"/>
                  </a:lnTo>
                  <a:lnTo>
                    <a:pt x="9500" y="8842"/>
                  </a:lnTo>
                  <a:lnTo>
                    <a:pt x="9464" y="8839"/>
                  </a:lnTo>
                  <a:lnTo>
                    <a:pt x="9431" y="8832"/>
                  </a:lnTo>
                  <a:lnTo>
                    <a:pt x="9395" y="8821"/>
                  </a:lnTo>
                  <a:lnTo>
                    <a:pt x="9323" y="8792"/>
                  </a:lnTo>
                  <a:lnTo>
                    <a:pt x="9248" y="8755"/>
                  </a:lnTo>
                  <a:lnTo>
                    <a:pt x="9168" y="8705"/>
                  </a:lnTo>
                  <a:lnTo>
                    <a:pt x="9089" y="8650"/>
                  </a:lnTo>
                  <a:lnTo>
                    <a:pt x="9010" y="8582"/>
                  </a:lnTo>
                  <a:lnTo>
                    <a:pt x="8931" y="8509"/>
                  </a:lnTo>
                  <a:lnTo>
                    <a:pt x="8852" y="8422"/>
                  </a:lnTo>
                  <a:lnTo>
                    <a:pt x="8780" y="8335"/>
                  </a:lnTo>
                  <a:lnTo>
                    <a:pt x="8707" y="8237"/>
                  </a:lnTo>
                  <a:lnTo>
                    <a:pt x="8643" y="8136"/>
                  </a:lnTo>
                  <a:lnTo>
                    <a:pt x="8581" y="8023"/>
                  </a:lnTo>
                  <a:lnTo>
                    <a:pt x="8527" y="7907"/>
                  </a:lnTo>
                  <a:lnTo>
                    <a:pt x="8506" y="7849"/>
                  </a:lnTo>
                  <a:lnTo>
                    <a:pt x="8481" y="7788"/>
                  </a:lnTo>
                  <a:lnTo>
                    <a:pt x="8463" y="7726"/>
                  </a:lnTo>
                  <a:lnTo>
                    <a:pt x="8445" y="7665"/>
                  </a:lnTo>
                  <a:lnTo>
                    <a:pt x="8434" y="7704"/>
                  </a:lnTo>
                  <a:lnTo>
                    <a:pt x="8416" y="7737"/>
                  </a:lnTo>
                  <a:lnTo>
                    <a:pt x="8398" y="7759"/>
                  </a:lnTo>
                  <a:lnTo>
                    <a:pt x="8391" y="7762"/>
                  </a:lnTo>
                  <a:lnTo>
                    <a:pt x="8383" y="7766"/>
                  </a:lnTo>
                  <a:lnTo>
                    <a:pt x="8373" y="7762"/>
                  </a:lnTo>
                  <a:lnTo>
                    <a:pt x="8362" y="7759"/>
                  </a:lnTo>
                  <a:lnTo>
                    <a:pt x="8351" y="7744"/>
                  </a:lnTo>
                  <a:lnTo>
                    <a:pt x="8344" y="7730"/>
                  </a:lnTo>
                  <a:lnTo>
                    <a:pt x="8326" y="7697"/>
                  </a:lnTo>
                  <a:lnTo>
                    <a:pt x="8315" y="7646"/>
                  </a:lnTo>
                  <a:lnTo>
                    <a:pt x="8301" y="7588"/>
                  </a:lnTo>
                  <a:lnTo>
                    <a:pt x="8290" y="7520"/>
                  </a:lnTo>
                  <a:lnTo>
                    <a:pt x="8286" y="7444"/>
                  </a:lnTo>
                  <a:lnTo>
                    <a:pt x="8283" y="7360"/>
                  </a:lnTo>
                  <a:lnTo>
                    <a:pt x="8286" y="7288"/>
                  </a:lnTo>
                  <a:lnTo>
                    <a:pt x="8290" y="7219"/>
                  </a:lnTo>
                  <a:lnTo>
                    <a:pt x="8297" y="7157"/>
                  </a:lnTo>
                  <a:lnTo>
                    <a:pt x="8311" y="7099"/>
                  </a:lnTo>
                  <a:lnTo>
                    <a:pt x="8322" y="7052"/>
                  </a:lnTo>
                  <a:lnTo>
                    <a:pt x="8333" y="7012"/>
                  </a:lnTo>
                  <a:lnTo>
                    <a:pt x="8351" y="6983"/>
                  </a:lnTo>
                  <a:lnTo>
                    <a:pt x="8358" y="6972"/>
                  </a:lnTo>
                  <a:lnTo>
                    <a:pt x="8369" y="6969"/>
                  </a:lnTo>
                  <a:lnTo>
                    <a:pt x="8340" y="6936"/>
                  </a:lnTo>
                  <a:lnTo>
                    <a:pt x="8319" y="6907"/>
                  </a:lnTo>
                  <a:lnTo>
                    <a:pt x="8297" y="6871"/>
                  </a:lnTo>
                  <a:lnTo>
                    <a:pt x="8283" y="6835"/>
                  </a:lnTo>
                  <a:lnTo>
                    <a:pt x="8268" y="6798"/>
                  </a:lnTo>
                  <a:lnTo>
                    <a:pt x="8261" y="6755"/>
                  </a:lnTo>
                  <a:lnTo>
                    <a:pt x="8254" y="6719"/>
                  </a:lnTo>
                  <a:lnTo>
                    <a:pt x="8250" y="6675"/>
                  </a:lnTo>
                  <a:lnTo>
                    <a:pt x="8247" y="6639"/>
                  </a:lnTo>
                  <a:lnTo>
                    <a:pt x="8247" y="6592"/>
                  </a:lnTo>
                  <a:lnTo>
                    <a:pt x="8254" y="6505"/>
                  </a:lnTo>
                  <a:lnTo>
                    <a:pt x="8268" y="6421"/>
                  </a:lnTo>
                  <a:lnTo>
                    <a:pt x="8286" y="6338"/>
                  </a:lnTo>
                  <a:lnTo>
                    <a:pt x="8315" y="6255"/>
                  </a:lnTo>
                  <a:lnTo>
                    <a:pt x="8344" y="6179"/>
                  </a:lnTo>
                  <a:lnTo>
                    <a:pt x="8376" y="6106"/>
                  </a:lnTo>
                  <a:lnTo>
                    <a:pt x="8409" y="6045"/>
                  </a:lnTo>
                  <a:lnTo>
                    <a:pt x="8441" y="5990"/>
                  </a:lnTo>
                  <a:lnTo>
                    <a:pt x="8470" y="5947"/>
                  </a:lnTo>
                  <a:lnTo>
                    <a:pt x="8499" y="5914"/>
                  </a:lnTo>
                  <a:lnTo>
                    <a:pt x="8520" y="5900"/>
                  </a:lnTo>
                  <a:lnTo>
                    <a:pt x="8635" y="5842"/>
                  </a:lnTo>
                  <a:lnTo>
                    <a:pt x="8747" y="5795"/>
                  </a:lnTo>
                  <a:lnTo>
                    <a:pt x="8855" y="5755"/>
                  </a:lnTo>
                  <a:lnTo>
                    <a:pt x="8967" y="5726"/>
                  </a:lnTo>
                  <a:lnTo>
                    <a:pt x="9075" y="5700"/>
                  </a:lnTo>
                  <a:lnTo>
                    <a:pt x="9179" y="5682"/>
                  </a:lnTo>
                  <a:lnTo>
                    <a:pt x="9280" y="5671"/>
                  </a:lnTo>
                  <a:lnTo>
                    <a:pt x="9381" y="5668"/>
                  </a:lnTo>
                  <a:close/>
                  <a:moveTo>
                    <a:pt x="9424" y="4708"/>
                  </a:moveTo>
                  <a:lnTo>
                    <a:pt x="9241" y="4711"/>
                  </a:lnTo>
                  <a:lnTo>
                    <a:pt x="9058" y="4719"/>
                  </a:lnTo>
                  <a:lnTo>
                    <a:pt x="8879" y="4733"/>
                  </a:lnTo>
                  <a:lnTo>
                    <a:pt x="8700" y="4748"/>
                  </a:lnTo>
                  <a:lnTo>
                    <a:pt x="8524" y="4766"/>
                  </a:lnTo>
                  <a:lnTo>
                    <a:pt x="8348" y="4795"/>
                  </a:lnTo>
                  <a:lnTo>
                    <a:pt x="8172" y="4820"/>
                  </a:lnTo>
                  <a:lnTo>
                    <a:pt x="7997" y="4856"/>
                  </a:lnTo>
                  <a:lnTo>
                    <a:pt x="7828" y="4893"/>
                  </a:lnTo>
                  <a:lnTo>
                    <a:pt x="7659" y="4936"/>
                  </a:lnTo>
                  <a:lnTo>
                    <a:pt x="7491" y="4983"/>
                  </a:lnTo>
                  <a:lnTo>
                    <a:pt x="7322" y="5030"/>
                  </a:lnTo>
                  <a:lnTo>
                    <a:pt x="7157" y="5085"/>
                  </a:lnTo>
                  <a:lnTo>
                    <a:pt x="6996" y="5143"/>
                  </a:lnTo>
                  <a:lnTo>
                    <a:pt x="6830" y="5204"/>
                  </a:lnTo>
                  <a:lnTo>
                    <a:pt x="6673" y="5270"/>
                  </a:lnTo>
                  <a:lnTo>
                    <a:pt x="6515" y="5346"/>
                  </a:lnTo>
                  <a:lnTo>
                    <a:pt x="6361" y="5418"/>
                  </a:lnTo>
                  <a:lnTo>
                    <a:pt x="6206" y="5494"/>
                  </a:lnTo>
                  <a:lnTo>
                    <a:pt x="6056" y="5574"/>
                  </a:lnTo>
                  <a:lnTo>
                    <a:pt x="5905" y="5657"/>
                  </a:lnTo>
                  <a:lnTo>
                    <a:pt x="5761" y="5744"/>
                  </a:lnTo>
                  <a:lnTo>
                    <a:pt x="5618" y="5835"/>
                  </a:lnTo>
                  <a:lnTo>
                    <a:pt x="5474" y="5933"/>
                  </a:lnTo>
                  <a:lnTo>
                    <a:pt x="5334" y="6031"/>
                  </a:lnTo>
                  <a:lnTo>
                    <a:pt x="5198" y="6129"/>
                  </a:lnTo>
                  <a:lnTo>
                    <a:pt x="5058" y="6234"/>
                  </a:lnTo>
                  <a:lnTo>
                    <a:pt x="4929" y="6342"/>
                  </a:lnTo>
                  <a:lnTo>
                    <a:pt x="4800" y="6451"/>
                  </a:lnTo>
                  <a:lnTo>
                    <a:pt x="4671" y="6567"/>
                  </a:lnTo>
                  <a:lnTo>
                    <a:pt x="4549" y="6683"/>
                  </a:lnTo>
                  <a:lnTo>
                    <a:pt x="4427" y="6803"/>
                  </a:lnTo>
                  <a:lnTo>
                    <a:pt x="4308" y="6926"/>
                  </a:lnTo>
                  <a:lnTo>
                    <a:pt x="4194" y="7053"/>
                  </a:lnTo>
                  <a:lnTo>
                    <a:pt x="4079" y="7180"/>
                  </a:lnTo>
                  <a:lnTo>
                    <a:pt x="3971" y="7310"/>
                  </a:lnTo>
                  <a:lnTo>
                    <a:pt x="3863" y="7448"/>
                  </a:lnTo>
                  <a:lnTo>
                    <a:pt x="3759" y="7582"/>
                  </a:lnTo>
                  <a:lnTo>
                    <a:pt x="3663" y="7720"/>
                  </a:lnTo>
                  <a:lnTo>
                    <a:pt x="3562" y="7861"/>
                  </a:lnTo>
                  <a:lnTo>
                    <a:pt x="3469" y="8006"/>
                  </a:lnTo>
                  <a:lnTo>
                    <a:pt x="3379" y="8151"/>
                  </a:lnTo>
                  <a:lnTo>
                    <a:pt x="3293" y="8300"/>
                  </a:lnTo>
                  <a:lnTo>
                    <a:pt x="3207" y="8452"/>
                  </a:lnTo>
                  <a:lnTo>
                    <a:pt x="3128" y="8601"/>
                  </a:lnTo>
                  <a:lnTo>
                    <a:pt x="3053" y="8760"/>
                  </a:lnTo>
                  <a:lnTo>
                    <a:pt x="2977" y="8912"/>
                  </a:lnTo>
                  <a:lnTo>
                    <a:pt x="2909" y="9076"/>
                  </a:lnTo>
                  <a:lnTo>
                    <a:pt x="2845" y="9235"/>
                  </a:lnTo>
                  <a:lnTo>
                    <a:pt x="2784" y="9398"/>
                  </a:lnTo>
                  <a:lnTo>
                    <a:pt x="2726" y="9565"/>
                  </a:lnTo>
                  <a:lnTo>
                    <a:pt x="2672" y="9728"/>
                  </a:lnTo>
                  <a:lnTo>
                    <a:pt x="2626" y="9899"/>
                  </a:lnTo>
                  <a:lnTo>
                    <a:pt x="2579" y="10069"/>
                  </a:lnTo>
                  <a:lnTo>
                    <a:pt x="2536" y="10243"/>
                  </a:lnTo>
                  <a:lnTo>
                    <a:pt x="2500" y="10417"/>
                  </a:lnTo>
                  <a:lnTo>
                    <a:pt x="2464" y="10587"/>
                  </a:lnTo>
                  <a:lnTo>
                    <a:pt x="2439" y="10765"/>
                  </a:lnTo>
                  <a:lnTo>
                    <a:pt x="2410" y="10942"/>
                  </a:lnTo>
                  <a:lnTo>
                    <a:pt x="2392" y="11124"/>
                  </a:lnTo>
                  <a:lnTo>
                    <a:pt x="2378" y="11301"/>
                  </a:lnTo>
                  <a:lnTo>
                    <a:pt x="2364" y="11486"/>
                  </a:lnTo>
                  <a:lnTo>
                    <a:pt x="2357" y="11667"/>
                  </a:lnTo>
                  <a:lnTo>
                    <a:pt x="2353" y="11852"/>
                  </a:lnTo>
                  <a:lnTo>
                    <a:pt x="2357" y="12037"/>
                  </a:lnTo>
                  <a:lnTo>
                    <a:pt x="2364" y="12218"/>
                  </a:lnTo>
                  <a:lnTo>
                    <a:pt x="2378" y="12400"/>
                  </a:lnTo>
                  <a:lnTo>
                    <a:pt x="2392" y="12581"/>
                  </a:lnTo>
                  <a:lnTo>
                    <a:pt x="2410" y="12758"/>
                  </a:lnTo>
                  <a:lnTo>
                    <a:pt x="2439" y="12936"/>
                  </a:lnTo>
                  <a:lnTo>
                    <a:pt x="2464" y="13114"/>
                  </a:lnTo>
                  <a:lnTo>
                    <a:pt x="2500" y="13288"/>
                  </a:lnTo>
                  <a:lnTo>
                    <a:pt x="2536" y="13462"/>
                  </a:lnTo>
                  <a:lnTo>
                    <a:pt x="2579" y="13636"/>
                  </a:lnTo>
                  <a:lnTo>
                    <a:pt x="2626" y="13802"/>
                  </a:lnTo>
                  <a:lnTo>
                    <a:pt x="2672" y="13973"/>
                  </a:lnTo>
                  <a:lnTo>
                    <a:pt x="2726" y="14140"/>
                  </a:lnTo>
                  <a:lnTo>
                    <a:pt x="2784" y="14303"/>
                  </a:lnTo>
                  <a:lnTo>
                    <a:pt x="2845" y="14466"/>
                  </a:lnTo>
                  <a:lnTo>
                    <a:pt x="2909" y="14629"/>
                  </a:lnTo>
                  <a:lnTo>
                    <a:pt x="2977" y="14785"/>
                  </a:lnTo>
                  <a:lnTo>
                    <a:pt x="3053" y="14944"/>
                  </a:lnTo>
                  <a:lnTo>
                    <a:pt x="3128" y="15097"/>
                  </a:lnTo>
                  <a:lnTo>
                    <a:pt x="3207" y="15252"/>
                  </a:lnTo>
                  <a:lnTo>
                    <a:pt x="3293" y="15401"/>
                  </a:lnTo>
                  <a:lnTo>
                    <a:pt x="3379" y="15553"/>
                  </a:lnTo>
                  <a:lnTo>
                    <a:pt x="3469" y="15698"/>
                  </a:lnTo>
                  <a:lnTo>
                    <a:pt x="3562" y="15840"/>
                  </a:lnTo>
                  <a:lnTo>
                    <a:pt x="3663" y="15985"/>
                  </a:lnTo>
                  <a:lnTo>
                    <a:pt x="3759" y="16122"/>
                  </a:lnTo>
                  <a:lnTo>
                    <a:pt x="3863" y="16256"/>
                  </a:lnTo>
                  <a:lnTo>
                    <a:pt x="3971" y="16391"/>
                  </a:lnTo>
                  <a:lnTo>
                    <a:pt x="4079" y="16521"/>
                  </a:lnTo>
                  <a:lnTo>
                    <a:pt x="4194" y="16648"/>
                  </a:lnTo>
                  <a:lnTo>
                    <a:pt x="4308" y="16775"/>
                  </a:lnTo>
                  <a:lnTo>
                    <a:pt x="4427" y="16898"/>
                  </a:lnTo>
                  <a:lnTo>
                    <a:pt x="4549" y="17018"/>
                  </a:lnTo>
                  <a:lnTo>
                    <a:pt x="4671" y="17134"/>
                  </a:lnTo>
                  <a:lnTo>
                    <a:pt x="4800" y="17250"/>
                  </a:lnTo>
                  <a:lnTo>
                    <a:pt x="4929" y="17358"/>
                  </a:lnTo>
                  <a:lnTo>
                    <a:pt x="5058" y="17467"/>
                  </a:lnTo>
                  <a:lnTo>
                    <a:pt x="5198" y="17569"/>
                  </a:lnTo>
                  <a:lnTo>
                    <a:pt x="5334" y="17674"/>
                  </a:lnTo>
                  <a:lnTo>
                    <a:pt x="5474" y="17768"/>
                  </a:lnTo>
                  <a:lnTo>
                    <a:pt x="5618" y="17866"/>
                  </a:lnTo>
                  <a:lnTo>
                    <a:pt x="5761" y="17953"/>
                  </a:lnTo>
                  <a:lnTo>
                    <a:pt x="5905" y="18044"/>
                  </a:lnTo>
                  <a:lnTo>
                    <a:pt x="6056" y="18127"/>
                  </a:lnTo>
                  <a:lnTo>
                    <a:pt x="6206" y="18210"/>
                  </a:lnTo>
                  <a:lnTo>
                    <a:pt x="6361" y="18286"/>
                  </a:lnTo>
                  <a:lnTo>
                    <a:pt x="6515" y="18359"/>
                  </a:lnTo>
                  <a:lnTo>
                    <a:pt x="6673" y="18428"/>
                  </a:lnTo>
                  <a:lnTo>
                    <a:pt x="6830" y="18493"/>
                  </a:lnTo>
                  <a:lnTo>
                    <a:pt x="6996" y="18558"/>
                  </a:lnTo>
                  <a:lnTo>
                    <a:pt x="7157" y="18616"/>
                  </a:lnTo>
                  <a:lnTo>
                    <a:pt x="7322" y="18671"/>
                  </a:lnTo>
                  <a:lnTo>
                    <a:pt x="7491" y="18721"/>
                  </a:lnTo>
                  <a:lnTo>
                    <a:pt x="7659" y="18769"/>
                  </a:lnTo>
                  <a:lnTo>
                    <a:pt x="7828" y="18808"/>
                  </a:lnTo>
                  <a:lnTo>
                    <a:pt x="7997" y="18848"/>
                  </a:lnTo>
                  <a:lnTo>
                    <a:pt x="8172" y="18877"/>
                  </a:lnTo>
                  <a:lnTo>
                    <a:pt x="8348" y="18910"/>
                  </a:lnTo>
                  <a:lnTo>
                    <a:pt x="8524" y="18932"/>
                  </a:lnTo>
                  <a:lnTo>
                    <a:pt x="8700" y="18957"/>
                  </a:lnTo>
                  <a:lnTo>
                    <a:pt x="8879" y="18971"/>
                  </a:lnTo>
                  <a:lnTo>
                    <a:pt x="9058" y="18982"/>
                  </a:lnTo>
                  <a:lnTo>
                    <a:pt x="9241" y="18990"/>
                  </a:lnTo>
                  <a:lnTo>
                    <a:pt x="9424" y="18990"/>
                  </a:lnTo>
                  <a:lnTo>
                    <a:pt x="9604" y="18990"/>
                  </a:lnTo>
                  <a:lnTo>
                    <a:pt x="9787" y="18982"/>
                  </a:lnTo>
                  <a:lnTo>
                    <a:pt x="9966" y="18971"/>
                  </a:lnTo>
                  <a:lnTo>
                    <a:pt x="10142" y="18957"/>
                  </a:lnTo>
                  <a:lnTo>
                    <a:pt x="10318" y="18932"/>
                  </a:lnTo>
                  <a:lnTo>
                    <a:pt x="10497" y="18910"/>
                  </a:lnTo>
                  <a:lnTo>
                    <a:pt x="10669" y="18877"/>
                  </a:lnTo>
                  <a:lnTo>
                    <a:pt x="10845" y="18848"/>
                  </a:lnTo>
                  <a:lnTo>
                    <a:pt x="11017" y="18808"/>
                  </a:lnTo>
                  <a:lnTo>
                    <a:pt x="11182" y="18769"/>
                  </a:lnTo>
                  <a:lnTo>
                    <a:pt x="11355" y="18721"/>
                  </a:lnTo>
                  <a:lnTo>
                    <a:pt x="11520" y="18671"/>
                  </a:lnTo>
                  <a:lnTo>
                    <a:pt x="11688" y="18616"/>
                  </a:lnTo>
                  <a:lnTo>
                    <a:pt x="11850" y="18558"/>
                  </a:lnTo>
                  <a:lnTo>
                    <a:pt x="12011" y="18493"/>
                  </a:lnTo>
                  <a:lnTo>
                    <a:pt x="12173" y="18428"/>
                  </a:lnTo>
                  <a:lnTo>
                    <a:pt x="12327" y="18359"/>
                  </a:lnTo>
                  <a:lnTo>
                    <a:pt x="12485" y="18286"/>
                  </a:lnTo>
                  <a:lnTo>
                    <a:pt x="12635" y="18210"/>
                  </a:lnTo>
                  <a:lnTo>
                    <a:pt x="12790" y="18127"/>
                  </a:lnTo>
                  <a:lnTo>
                    <a:pt x="12937" y="18044"/>
                  </a:lnTo>
                  <a:lnTo>
                    <a:pt x="13080" y="17953"/>
                  </a:lnTo>
                  <a:lnTo>
                    <a:pt x="13227" y="17866"/>
                  </a:lnTo>
                  <a:lnTo>
                    <a:pt x="13371" y="17768"/>
                  </a:lnTo>
                  <a:lnTo>
                    <a:pt x="13507" y="17674"/>
                  </a:lnTo>
                  <a:lnTo>
                    <a:pt x="13647" y="17569"/>
                  </a:lnTo>
                  <a:lnTo>
                    <a:pt x="13783" y="17467"/>
                  </a:lnTo>
                  <a:lnTo>
                    <a:pt x="13913" y="17358"/>
                  </a:lnTo>
                  <a:lnTo>
                    <a:pt x="14042" y="17250"/>
                  </a:lnTo>
                  <a:lnTo>
                    <a:pt x="14171" y="17134"/>
                  </a:lnTo>
                  <a:lnTo>
                    <a:pt x="14293" y="17018"/>
                  </a:lnTo>
                  <a:lnTo>
                    <a:pt x="14415" y="16898"/>
                  </a:lnTo>
                  <a:lnTo>
                    <a:pt x="14533" y="16775"/>
                  </a:lnTo>
                  <a:lnTo>
                    <a:pt x="14652" y="16648"/>
                  </a:lnTo>
                  <a:lnTo>
                    <a:pt x="14763" y="16521"/>
                  </a:lnTo>
                  <a:lnTo>
                    <a:pt x="14874" y="16391"/>
                  </a:lnTo>
                  <a:lnTo>
                    <a:pt x="14978" y="16256"/>
                  </a:lnTo>
                  <a:lnTo>
                    <a:pt x="15082" y="16122"/>
                  </a:lnTo>
                  <a:lnTo>
                    <a:pt x="15183" y="15985"/>
                  </a:lnTo>
                  <a:lnTo>
                    <a:pt x="15280" y="15840"/>
                  </a:lnTo>
                  <a:lnTo>
                    <a:pt x="15373" y="15698"/>
                  </a:lnTo>
                  <a:lnTo>
                    <a:pt x="15463" y="15553"/>
                  </a:lnTo>
                  <a:lnTo>
                    <a:pt x="15552" y="15401"/>
                  </a:lnTo>
                  <a:lnTo>
                    <a:pt x="15635" y="15252"/>
                  </a:lnTo>
                  <a:lnTo>
                    <a:pt x="15714" y="15097"/>
                  </a:lnTo>
                  <a:lnTo>
                    <a:pt x="15793" y="14944"/>
                  </a:lnTo>
                  <a:lnTo>
                    <a:pt x="15864" y="14785"/>
                  </a:lnTo>
                  <a:lnTo>
                    <a:pt x="15933" y="14629"/>
                  </a:lnTo>
                  <a:lnTo>
                    <a:pt x="15997" y="14466"/>
                  </a:lnTo>
                  <a:lnTo>
                    <a:pt x="16058" y="14303"/>
                  </a:lnTo>
                  <a:lnTo>
                    <a:pt x="16115" y="14140"/>
                  </a:lnTo>
                  <a:lnTo>
                    <a:pt x="16169" y="13973"/>
                  </a:lnTo>
                  <a:lnTo>
                    <a:pt x="16223" y="13802"/>
                  </a:lnTo>
                  <a:lnTo>
                    <a:pt x="16266" y="13636"/>
                  </a:lnTo>
                  <a:lnTo>
                    <a:pt x="16306" y="13462"/>
                  </a:lnTo>
                  <a:lnTo>
                    <a:pt x="16345" y="13288"/>
                  </a:lnTo>
                  <a:lnTo>
                    <a:pt x="16377" y="13114"/>
                  </a:lnTo>
                  <a:lnTo>
                    <a:pt x="16410" y="12936"/>
                  </a:lnTo>
                  <a:lnTo>
                    <a:pt x="16431" y="12758"/>
                  </a:lnTo>
                  <a:lnTo>
                    <a:pt x="16449" y="12581"/>
                  </a:lnTo>
                  <a:lnTo>
                    <a:pt x="16471" y="12400"/>
                  </a:lnTo>
                  <a:lnTo>
                    <a:pt x="16481" y="12218"/>
                  </a:lnTo>
                  <a:lnTo>
                    <a:pt x="16485" y="12037"/>
                  </a:lnTo>
                  <a:lnTo>
                    <a:pt x="16489" y="11852"/>
                  </a:lnTo>
                  <a:lnTo>
                    <a:pt x="16485" y="11667"/>
                  </a:lnTo>
                  <a:lnTo>
                    <a:pt x="16481" y="11486"/>
                  </a:lnTo>
                  <a:lnTo>
                    <a:pt x="16471" y="11301"/>
                  </a:lnTo>
                  <a:lnTo>
                    <a:pt x="16449" y="11124"/>
                  </a:lnTo>
                  <a:lnTo>
                    <a:pt x="16431" y="10942"/>
                  </a:lnTo>
                  <a:lnTo>
                    <a:pt x="16410" y="10765"/>
                  </a:lnTo>
                  <a:lnTo>
                    <a:pt x="16377" y="10587"/>
                  </a:lnTo>
                  <a:lnTo>
                    <a:pt x="16345" y="10417"/>
                  </a:lnTo>
                  <a:lnTo>
                    <a:pt x="16306" y="10243"/>
                  </a:lnTo>
                  <a:lnTo>
                    <a:pt x="16266" y="10069"/>
                  </a:lnTo>
                  <a:lnTo>
                    <a:pt x="16223" y="9899"/>
                  </a:lnTo>
                  <a:lnTo>
                    <a:pt x="16169" y="9728"/>
                  </a:lnTo>
                  <a:lnTo>
                    <a:pt x="16115" y="9565"/>
                  </a:lnTo>
                  <a:lnTo>
                    <a:pt x="16058" y="9398"/>
                  </a:lnTo>
                  <a:lnTo>
                    <a:pt x="15997" y="9235"/>
                  </a:lnTo>
                  <a:lnTo>
                    <a:pt x="15933" y="9076"/>
                  </a:lnTo>
                  <a:lnTo>
                    <a:pt x="15864" y="8912"/>
                  </a:lnTo>
                  <a:lnTo>
                    <a:pt x="15793" y="8760"/>
                  </a:lnTo>
                  <a:lnTo>
                    <a:pt x="15714" y="8601"/>
                  </a:lnTo>
                  <a:lnTo>
                    <a:pt x="15635" y="8452"/>
                  </a:lnTo>
                  <a:lnTo>
                    <a:pt x="15552" y="8300"/>
                  </a:lnTo>
                  <a:lnTo>
                    <a:pt x="15463" y="8151"/>
                  </a:lnTo>
                  <a:lnTo>
                    <a:pt x="15373" y="8006"/>
                  </a:lnTo>
                  <a:lnTo>
                    <a:pt x="15280" y="7861"/>
                  </a:lnTo>
                  <a:lnTo>
                    <a:pt x="15183" y="7720"/>
                  </a:lnTo>
                  <a:lnTo>
                    <a:pt x="15082" y="7582"/>
                  </a:lnTo>
                  <a:lnTo>
                    <a:pt x="14978" y="7448"/>
                  </a:lnTo>
                  <a:lnTo>
                    <a:pt x="14874" y="7310"/>
                  </a:lnTo>
                  <a:lnTo>
                    <a:pt x="14763" y="7180"/>
                  </a:lnTo>
                  <a:lnTo>
                    <a:pt x="14652" y="7053"/>
                  </a:lnTo>
                  <a:lnTo>
                    <a:pt x="14533" y="6926"/>
                  </a:lnTo>
                  <a:lnTo>
                    <a:pt x="14415" y="6803"/>
                  </a:lnTo>
                  <a:lnTo>
                    <a:pt x="14293" y="6683"/>
                  </a:lnTo>
                  <a:lnTo>
                    <a:pt x="14171" y="6567"/>
                  </a:lnTo>
                  <a:lnTo>
                    <a:pt x="14042" y="6451"/>
                  </a:lnTo>
                  <a:lnTo>
                    <a:pt x="13913" y="6342"/>
                  </a:lnTo>
                  <a:lnTo>
                    <a:pt x="13783" y="6234"/>
                  </a:lnTo>
                  <a:lnTo>
                    <a:pt x="13647" y="6129"/>
                  </a:lnTo>
                  <a:lnTo>
                    <a:pt x="13507" y="6031"/>
                  </a:lnTo>
                  <a:lnTo>
                    <a:pt x="13371" y="5933"/>
                  </a:lnTo>
                  <a:lnTo>
                    <a:pt x="13227" y="5835"/>
                  </a:lnTo>
                  <a:lnTo>
                    <a:pt x="13080" y="5744"/>
                  </a:lnTo>
                  <a:lnTo>
                    <a:pt x="12937" y="5657"/>
                  </a:lnTo>
                  <a:lnTo>
                    <a:pt x="12790" y="5574"/>
                  </a:lnTo>
                  <a:lnTo>
                    <a:pt x="12635" y="5494"/>
                  </a:lnTo>
                  <a:lnTo>
                    <a:pt x="12485" y="5418"/>
                  </a:lnTo>
                  <a:lnTo>
                    <a:pt x="12327" y="5346"/>
                  </a:lnTo>
                  <a:lnTo>
                    <a:pt x="12173" y="5270"/>
                  </a:lnTo>
                  <a:lnTo>
                    <a:pt x="12011" y="5204"/>
                  </a:lnTo>
                  <a:lnTo>
                    <a:pt x="11850" y="5143"/>
                  </a:lnTo>
                  <a:lnTo>
                    <a:pt x="11688" y="5085"/>
                  </a:lnTo>
                  <a:lnTo>
                    <a:pt x="11520" y="5030"/>
                  </a:lnTo>
                  <a:lnTo>
                    <a:pt x="11355" y="4983"/>
                  </a:lnTo>
                  <a:lnTo>
                    <a:pt x="11182" y="4936"/>
                  </a:lnTo>
                  <a:lnTo>
                    <a:pt x="11017" y="4893"/>
                  </a:lnTo>
                  <a:lnTo>
                    <a:pt x="10845" y="4856"/>
                  </a:lnTo>
                  <a:lnTo>
                    <a:pt x="10669" y="4820"/>
                  </a:lnTo>
                  <a:lnTo>
                    <a:pt x="10497" y="4795"/>
                  </a:lnTo>
                  <a:lnTo>
                    <a:pt x="10318" y="4766"/>
                  </a:lnTo>
                  <a:lnTo>
                    <a:pt x="10142" y="4748"/>
                  </a:lnTo>
                  <a:lnTo>
                    <a:pt x="9966" y="4733"/>
                  </a:lnTo>
                  <a:lnTo>
                    <a:pt x="9787" y="4719"/>
                  </a:lnTo>
                  <a:lnTo>
                    <a:pt x="9604" y="4711"/>
                  </a:lnTo>
                  <a:lnTo>
                    <a:pt x="9424" y="4708"/>
                  </a:lnTo>
                  <a:close/>
                  <a:moveTo>
                    <a:pt x="7261" y="2565"/>
                  </a:moveTo>
                  <a:lnTo>
                    <a:pt x="7796" y="3573"/>
                  </a:lnTo>
                  <a:lnTo>
                    <a:pt x="7993" y="3537"/>
                  </a:lnTo>
                  <a:lnTo>
                    <a:pt x="8194" y="3504"/>
                  </a:lnTo>
                  <a:lnTo>
                    <a:pt x="8395" y="3475"/>
                  </a:lnTo>
                  <a:lnTo>
                    <a:pt x="8596" y="3453"/>
                  </a:lnTo>
                  <a:lnTo>
                    <a:pt x="8804" y="3435"/>
                  </a:lnTo>
                  <a:lnTo>
                    <a:pt x="9008" y="3421"/>
                  </a:lnTo>
                  <a:lnTo>
                    <a:pt x="9213" y="3414"/>
                  </a:lnTo>
                  <a:lnTo>
                    <a:pt x="9424" y="3410"/>
                  </a:lnTo>
                  <a:lnTo>
                    <a:pt x="9575" y="3414"/>
                  </a:lnTo>
                  <a:lnTo>
                    <a:pt x="9729" y="3417"/>
                  </a:lnTo>
                  <a:lnTo>
                    <a:pt x="9880" y="3428"/>
                  </a:lnTo>
                  <a:lnTo>
                    <a:pt x="10034" y="3435"/>
                  </a:lnTo>
                  <a:lnTo>
                    <a:pt x="10185" y="3450"/>
                  </a:lnTo>
                  <a:lnTo>
                    <a:pt x="10336" y="3464"/>
                  </a:lnTo>
                  <a:lnTo>
                    <a:pt x="10483" y="3479"/>
                  </a:lnTo>
                  <a:lnTo>
                    <a:pt x="10630" y="3504"/>
                  </a:lnTo>
                  <a:lnTo>
                    <a:pt x="10781" y="3526"/>
                  </a:lnTo>
                  <a:lnTo>
                    <a:pt x="10928" y="3551"/>
                  </a:lnTo>
                  <a:lnTo>
                    <a:pt x="11075" y="3580"/>
                  </a:lnTo>
                  <a:lnTo>
                    <a:pt x="11218" y="3609"/>
                  </a:lnTo>
                  <a:lnTo>
                    <a:pt x="11362" y="3646"/>
                  </a:lnTo>
                  <a:lnTo>
                    <a:pt x="11505" y="3682"/>
                  </a:lnTo>
                  <a:lnTo>
                    <a:pt x="11649" y="3718"/>
                  </a:lnTo>
                  <a:lnTo>
                    <a:pt x="11789" y="3762"/>
                  </a:lnTo>
                  <a:lnTo>
                    <a:pt x="12381" y="2783"/>
                  </a:lnTo>
                  <a:lnTo>
                    <a:pt x="14558" y="3809"/>
                  </a:lnTo>
                  <a:lnTo>
                    <a:pt x="14185" y="4929"/>
                  </a:lnTo>
                  <a:lnTo>
                    <a:pt x="14390" y="5074"/>
                  </a:lnTo>
                  <a:lnTo>
                    <a:pt x="14587" y="5230"/>
                  </a:lnTo>
                  <a:lnTo>
                    <a:pt x="14781" y="5386"/>
                  </a:lnTo>
                  <a:lnTo>
                    <a:pt x="14967" y="5552"/>
                  </a:lnTo>
                  <a:lnTo>
                    <a:pt x="15150" y="5723"/>
                  </a:lnTo>
                  <a:lnTo>
                    <a:pt x="15330" y="5893"/>
                  </a:lnTo>
                  <a:lnTo>
                    <a:pt x="15502" y="6074"/>
                  </a:lnTo>
                  <a:lnTo>
                    <a:pt x="15671" y="6259"/>
                  </a:lnTo>
                  <a:lnTo>
                    <a:pt x="15832" y="6451"/>
                  </a:lnTo>
                  <a:lnTo>
                    <a:pt x="15990" y="6651"/>
                  </a:lnTo>
                  <a:lnTo>
                    <a:pt x="16141" y="6850"/>
                  </a:lnTo>
                  <a:lnTo>
                    <a:pt x="16288" y="7053"/>
                  </a:lnTo>
                  <a:lnTo>
                    <a:pt x="16428" y="7263"/>
                  </a:lnTo>
                  <a:lnTo>
                    <a:pt x="16557" y="7477"/>
                  </a:lnTo>
                  <a:lnTo>
                    <a:pt x="16686" y="7695"/>
                  </a:lnTo>
                  <a:lnTo>
                    <a:pt x="16804" y="7916"/>
                  </a:lnTo>
                  <a:lnTo>
                    <a:pt x="18021" y="7618"/>
                  </a:lnTo>
                  <a:lnTo>
                    <a:pt x="18846" y="9899"/>
                  </a:lnTo>
                  <a:lnTo>
                    <a:pt x="17662" y="10497"/>
                  </a:lnTo>
                  <a:lnTo>
                    <a:pt x="17690" y="10663"/>
                  </a:lnTo>
                  <a:lnTo>
                    <a:pt x="17712" y="10826"/>
                  </a:lnTo>
                  <a:lnTo>
                    <a:pt x="17730" y="10997"/>
                  </a:lnTo>
                  <a:lnTo>
                    <a:pt x="17748" y="11167"/>
                  </a:lnTo>
                  <a:lnTo>
                    <a:pt x="17759" y="11334"/>
                  </a:lnTo>
                  <a:lnTo>
                    <a:pt x="17766" y="11504"/>
                  </a:lnTo>
                  <a:lnTo>
                    <a:pt x="17773" y="11678"/>
                  </a:lnTo>
                  <a:lnTo>
                    <a:pt x="17773" y="11852"/>
                  </a:lnTo>
                  <a:lnTo>
                    <a:pt x="17773" y="12012"/>
                  </a:lnTo>
                  <a:lnTo>
                    <a:pt x="17769" y="12171"/>
                  </a:lnTo>
                  <a:lnTo>
                    <a:pt x="17762" y="12327"/>
                  </a:lnTo>
                  <a:lnTo>
                    <a:pt x="17751" y="12490"/>
                  </a:lnTo>
                  <a:lnTo>
                    <a:pt x="17734" y="12650"/>
                  </a:lnTo>
                  <a:lnTo>
                    <a:pt x="17719" y="12802"/>
                  </a:lnTo>
                  <a:lnTo>
                    <a:pt x="17701" y="12961"/>
                  </a:lnTo>
                  <a:lnTo>
                    <a:pt x="17683" y="13114"/>
                  </a:lnTo>
                  <a:lnTo>
                    <a:pt x="17655" y="13270"/>
                  </a:lnTo>
                  <a:lnTo>
                    <a:pt x="17629" y="13422"/>
                  </a:lnTo>
                  <a:lnTo>
                    <a:pt x="17597" y="13574"/>
                  </a:lnTo>
                  <a:lnTo>
                    <a:pt x="17565" y="13726"/>
                  </a:lnTo>
                  <a:lnTo>
                    <a:pt x="17529" y="13879"/>
                  </a:lnTo>
                  <a:lnTo>
                    <a:pt x="17490" y="14024"/>
                  </a:lnTo>
                  <a:lnTo>
                    <a:pt x="17454" y="14172"/>
                  </a:lnTo>
                  <a:lnTo>
                    <a:pt x="17407" y="14321"/>
                  </a:lnTo>
                  <a:lnTo>
                    <a:pt x="18623" y="15071"/>
                  </a:lnTo>
                  <a:lnTo>
                    <a:pt x="17612" y="17268"/>
                  </a:lnTo>
                  <a:lnTo>
                    <a:pt x="16187" y="16789"/>
                  </a:lnTo>
                  <a:lnTo>
                    <a:pt x="16051" y="16978"/>
                  </a:lnTo>
                  <a:lnTo>
                    <a:pt x="15911" y="17159"/>
                  </a:lnTo>
                  <a:lnTo>
                    <a:pt x="15760" y="17333"/>
                  </a:lnTo>
                  <a:lnTo>
                    <a:pt x="15613" y="17507"/>
                  </a:lnTo>
                  <a:lnTo>
                    <a:pt x="15455" y="17677"/>
                  </a:lnTo>
                  <a:lnTo>
                    <a:pt x="15297" y="17844"/>
                  </a:lnTo>
                  <a:lnTo>
                    <a:pt x="15132" y="18000"/>
                  </a:lnTo>
                  <a:lnTo>
                    <a:pt x="14960" y="18160"/>
                  </a:lnTo>
                  <a:lnTo>
                    <a:pt x="14788" y="18308"/>
                  </a:lnTo>
                  <a:lnTo>
                    <a:pt x="14609" y="18457"/>
                  </a:lnTo>
                  <a:lnTo>
                    <a:pt x="14429" y="18598"/>
                  </a:lnTo>
                  <a:lnTo>
                    <a:pt x="14243" y="18732"/>
                  </a:lnTo>
                  <a:lnTo>
                    <a:pt x="14056" y="18866"/>
                  </a:lnTo>
                  <a:lnTo>
                    <a:pt x="13862" y="18990"/>
                  </a:lnTo>
                  <a:lnTo>
                    <a:pt x="13669" y="19113"/>
                  </a:lnTo>
                  <a:lnTo>
                    <a:pt x="13471" y="19229"/>
                  </a:lnTo>
                  <a:lnTo>
                    <a:pt x="13837" y="20769"/>
                  </a:lnTo>
                  <a:lnTo>
                    <a:pt x="11581" y="21600"/>
                  </a:lnTo>
                  <a:lnTo>
                    <a:pt x="10867" y="20160"/>
                  </a:lnTo>
                  <a:lnTo>
                    <a:pt x="10691" y="20189"/>
                  </a:lnTo>
                  <a:lnTo>
                    <a:pt x="10511" y="20215"/>
                  </a:lnTo>
                  <a:lnTo>
                    <a:pt x="10336" y="20237"/>
                  </a:lnTo>
                  <a:lnTo>
                    <a:pt x="10156" y="20258"/>
                  </a:lnTo>
                  <a:lnTo>
                    <a:pt x="9973" y="20269"/>
                  </a:lnTo>
                  <a:lnTo>
                    <a:pt x="9790" y="20280"/>
                  </a:lnTo>
                  <a:lnTo>
                    <a:pt x="9607" y="20287"/>
                  </a:lnTo>
                  <a:lnTo>
                    <a:pt x="9424" y="20287"/>
                  </a:lnTo>
                  <a:lnTo>
                    <a:pt x="9152" y="20284"/>
                  </a:lnTo>
                  <a:lnTo>
                    <a:pt x="8883" y="20273"/>
                  </a:lnTo>
                  <a:lnTo>
                    <a:pt x="8621" y="20251"/>
                  </a:lnTo>
                  <a:lnTo>
                    <a:pt x="8355" y="20222"/>
                  </a:lnTo>
                  <a:lnTo>
                    <a:pt x="8093" y="20186"/>
                  </a:lnTo>
                  <a:lnTo>
                    <a:pt x="7835" y="20139"/>
                  </a:lnTo>
                  <a:lnTo>
                    <a:pt x="7580" y="20084"/>
                  </a:lnTo>
                  <a:lnTo>
                    <a:pt x="7326" y="20023"/>
                  </a:lnTo>
                  <a:lnTo>
                    <a:pt x="6461" y="21378"/>
                  </a:lnTo>
                  <a:lnTo>
                    <a:pt x="4287" y="20356"/>
                  </a:lnTo>
                  <a:lnTo>
                    <a:pt x="4742" y="18837"/>
                  </a:lnTo>
                  <a:lnTo>
                    <a:pt x="4559" y="18710"/>
                  </a:lnTo>
                  <a:lnTo>
                    <a:pt x="4376" y="18569"/>
                  </a:lnTo>
                  <a:lnTo>
                    <a:pt x="4201" y="18431"/>
                  </a:lnTo>
                  <a:lnTo>
                    <a:pt x="4028" y="18290"/>
                  </a:lnTo>
                  <a:lnTo>
                    <a:pt x="3860" y="18138"/>
                  </a:lnTo>
                  <a:lnTo>
                    <a:pt x="3691" y="17986"/>
                  </a:lnTo>
                  <a:lnTo>
                    <a:pt x="3530" y="17826"/>
                  </a:lnTo>
                  <a:lnTo>
                    <a:pt x="3376" y="17667"/>
                  </a:lnTo>
                  <a:lnTo>
                    <a:pt x="3221" y="17496"/>
                  </a:lnTo>
                  <a:lnTo>
                    <a:pt x="3074" y="17326"/>
                  </a:lnTo>
                  <a:lnTo>
                    <a:pt x="2931" y="17155"/>
                  </a:lnTo>
                  <a:lnTo>
                    <a:pt x="2787" y="16974"/>
                  </a:lnTo>
                  <a:lnTo>
                    <a:pt x="2654" y="16793"/>
                  </a:lnTo>
                  <a:lnTo>
                    <a:pt x="2525" y="16608"/>
                  </a:lnTo>
                  <a:lnTo>
                    <a:pt x="2400" y="16416"/>
                  </a:lnTo>
                  <a:lnTo>
                    <a:pt x="2281" y="16220"/>
                  </a:lnTo>
                  <a:lnTo>
                    <a:pt x="825" y="16543"/>
                  </a:lnTo>
                  <a:lnTo>
                    <a:pt x="0" y="14266"/>
                  </a:lnTo>
                  <a:lnTo>
                    <a:pt x="1248" y="13592"/>
                  </a:lnTo>
                  <a:lnTo>
                    <a:pt x="1205" y="13378"/>
                  </a:lnTo>
                  <a:lnTo>
                    <a:pt x="1173" y="13164"/>
                  </a:lnTo>
                  <a:lnTo>
                    <a:pt x="1140" y="12951"/>
                  </a:lnTo>
                  <a:lnTo>
                    <a:pt x="1115" y="12733"/>
                  </a:lnTo>
                  <a:lnTo>
                    <a:pt x="1097" y="12512"/>
                  </a:lnTo>
                  <a:lnTo>
                    <a:pt x="1079" y="12294"/>
                  </a:lnTo>
                  <a:lnTo>
                    <a:pt x="1072" y="12073"/>
                  </a:lnTo>
                  <a:lnTo>
                    <a:pt x="1069" y="11852"/>
                  </a:lnTo>
                  <a:lnTo>
                    <a:pt x="1072" y="11591"/>
                  </a:lnTo>
                  <a:lnTo>
                    <a:pt x="1083" y="11327"/>
                  </a:lnTo>
                  <a:lnTo>
                    <a:pt x="1108" y="11066"/>
                  </a:lnTo>
                  <a:lnTo>
                    <a:pt x="1133" y="10812"/>
                  </a:lnTo>
                  <a:lnTo>
                    <a:pt x="1169" y="10555"/>
                  </a:lnTo>
                  <a:lnTo>
                    <a:pt x="1212" y="10304"/>
                  </a:lnTo>
                  <a:lnTo>
                    <a:pt x="1262" y="10054"/>
                  </a:lnTo>
                  <a:lnTo>
                    <a:pt x="1320" y="9808"/>
                  </a:lnTo>
                  <a:lnTo>
                    <a:pt x="218" y="9094"/>
                  </a:lnTo>
                  <a:lnTo>
                    <a:pt x="1234" y="6897"/>
                  </a:lnTo>
                  <a:lnTo>
                    <a:pt x="2421" y="7256"/>
                  </a:lnTo>
                  <a:lnTo>
                    <a:pt x="2561" y="7049"/>
                  </a:lnTo>
                  <a:lnTo>
                    <a:pt x="2701" y="6850"/>
                  </a:lnTo>
                  <a:lnTo>
                    <a:pt x="2852" y="6651"/>
                  </a:lnTo>
                  <a:lnTo>
                    <a:pt x="3006" y="6458"/>
                  </a:lnTo>
                  <a:lnTo>
                    <a:pt x="3164" y="6266"/>
                  </a:lnTo>
                  <a:lnTo>
                    <a:pt x="3332" y="6089"/>
                  </a:lnTo>
                  <a:lnTo>
                    <a:pt x="3501" y="5908"/>
                  </a:lnTo>
                  <a:lnTo>
                    <a:pt x="3680" y="5734"/>
                  </a:lnTo>
                  <a:lnTo>
                    <a:pt x="3860" y="5563"/>
                  </a:lnTo>
                  <a:lnTo>
                    <a:pt x="4046" y="5400"/>
                  </a:lnTo>
                  <a:lnTo>
                    <a:pt x="4237" y="5244"/>
                  </a:lnTo>
                  <a:lnTo>
                    <a:pt x="4430" y="5092"/>
                  </a:lnTo>
                  <a:lnTo>
                    <a:pt x="4628" y="4947"/>
                  </a:lnTo>
                  <a:lnTo>
                    <a:pt x="4836" y="4806"/>
                  </a:lnTo>
                  <a:lnTo>
                    <a:pt x="5040" y="4671"/>
                  </a:lnTo>
                  <a:lnTo>
                    <a:pt x="5255" y="4545"/>
                  </a:lnTo>
                  <a:lnTo>
                    <a:pt x="5008" y="3395"/>
                  </a:lnTo>
                  <a:lnTo>
                    <a:pt x="7261" y="2565"/>
                  </a:lnTo>
                  <a:close/>
                  <a:moveTo>
                    <a:pt x="18193" y="1703"/>
                  </a:moveTo>
                  <a:lnTo>
                    <a:pt x="18086" y="1706"/>
                  </a:lnTo>
                  <a:lnTo>
                    <a:pt x="17975" y="1717"/>
                  </a:lnTo>
                  <a:lnTo>
                    <a:pt x="17871" y="1735"/>
                  </a:lnTo>
                  <a:lnTo>
                    <a:pt x="17767" y="1761"/>
                  </a:lnTo>
                  <a:lnTo>
                    <a:pt x="17664" y="1793"/>
                  </a:lnTo>
                  <a:lnTo>
                    <a:pt x="17563" y="1833"/>
                  </a:lnTo>
                  <a:lnTo>
                    <a:pt x="17463" y="1880"/>
                  </a:lnTo>
                  <a:lnTo>
                    <a:pt x="17367" y="1931"/>
                  </a:lnTo>
                  <a:lnTo>
                    <a:pt x="17295" y="1975"/>
                  </a:lnTo>
                  <a:lnTo>
                    <a:pt x="17227" y="2025"/>
                  </a:lnTo>
                  <a:lnTo>
                    <a:pt x="17163" y="2076"/>
                  </a:lnTo>
                  <a:lnTo>
                    <a:pt x="17102" y="2130"/>
                  </a:lnTo>
                  <a:lnTo>
                    <a:pt x="17041" y="2188"/>
                  </a:lnTo>
                  <a:lnTo>
                    <a:pt x="16987" y="2246"/>
                  </a:lnTo>
                  <a:lnTo>
                    <a:pt x="16934" y="2308"/>
                  </a:lnTo>
                  <a:lnTo>
                    <a:pt x="16887" y="2373"/>
                  </a:lnTo>
                  <a:lnTo>
                    <a:pt x="16841" y="2439"/>
                  </a:lnTo>
                  <a:lnTo>
                    <a:pt x="16798" y="2504"/>
                  </a:lnTo>
                  <a:lnTo>
                    <a:pt x="16762" y="2573"/>
                  </a:lnTo>
                  <a:lnTo>
                    <a:pt x="16723" y="2645"/>
                  </a:lnTo>
                  <a:lnTo>
                    <a:pt x="16690" y="2718"/>
                  </a:lnTo>
                  <a:lnTo>
                    <a:pt x="16665" y="2790"/>
                  </a:lnTo>
                  <a:lnTo>
                    <a:pt x="16640" y="2866"/>
                  </a:lnTo>
                  <a:lnTo>
                    <a:pt x="16615" y="2942"/>
                  </a:lnTo>
                  <a:lnTo>
                    <a:pt x="16601" y="3018"/>
                  </a:lnTo>
                  <a:lnTo>
                    <a:pt x="16587" y="3098"/>
                  </a:lnTo>
                  <a:lnTo>
                    <a:pt x="16572" y="3178"/>
                  </a:lnTo>
                  <a:lnTo>
                    <a:pt x="16565" y="3258"/>
                  </a:lnTo>
                  <a:lnTo>
                    <a:pt x="16565" y="3334"/>
                  </a:lnTo>
                  <a:lnTo>
                    <a:pt x="16565" y="3413"/>
                  </a:lnTo>
                  <a:lnTo>
                    <a:pt x="16569" y="3497"/>
                  </a:lnTo>
                  <a:lnTo>
                    <a:pt x="16580" y="3577"/>
                  </a:lnTo>
                  <a:lnTo>
                    <a:pt x="16594" y="3653"/>
                  </a:lnTo>
                  <a:lnTo>
                    <a:pt x="16608" y="3736"/>
                  </a:lnTo>
                  <a:lnTo>
                    <a:pt x="16626" y="3812"/>
                  </a:lnTo>
                  <a:lnTo>
                    <a:pt x="16655" y="3892"/>
                  </a:lnTo>
                  <a:lnTo>
                    <a:pt x="16680" y="3968"/>
                  </a:lnTo>
                  <a:lnTo>
                    <a:pt x="16715" y="4048"/>
                  </a:lnTo>
                  <a:lnTo>
                    <a:pt x="16748" y="4120"/>
                  </a:lnTo>
                  <a:lnTo>
                    <a:pt x="16791" y="4196"/>
                  </a:lnTo>
                  <a:lnTo>
                    <a:pt x="16848" y="4287"/>
                  </a:lnTo>
                  <a:lnTo>
                    <a:pt x="16912" y="4374"/>
                  </a:lnTo>
                  <a:lnTo>
                    <a:pt x="16980" y="4457"/>
                  </a:lnTo>
                  <a:lnTo>
                    <a:pt x="17052" y="4537"/>
                  </a:lnTo>
                  <a:lnTo>
                    <a:pt x="17134" y="4606"/>
                  </a:lnTo>
                  <a:lnTo>
                    <a:pt x="17213" y="4675"/>
                  </a:lnTo>
                  <a:lnTo>
                    <a:pt x="17299" y="4736"/>
                  </a:lnTo>
                  <a:lnTo>
                    <a:pt x="17388" y="4791"/>
                  </a:lnTo>
                  <a:lnTo>
                    <a:pt x="17481" y="4838"/>
                  </a:lnTo>
                  <a:lnTo>
                    <a:pt x="17578" y="4885"/>
                  </a:lnTo>
                  <a:lnTo>
                    <a:pt x="17678" y="4921"/>
                  </a:lnTo>
                  <a:lnTo>
                    <a:pt x="17778" y="4950"/>
                  </a:lnTo>
                  <a:lnTo>
                    <a:pt x="17882" y="4979"/>
                  </a:lnTo>
                  <a:lnTo>
                    <a:pt x="17986" y="4994"/>
                  </a:lnTo>
                  <a:lnTo>
                    <a:pt x="18089" y="5004"/>
                  </a:lnTo>
                  <a:lnTo>
                    <a:pt x="18200" y="5008"/>
                  </a:lnTo>
                  <a:lnTo>
                    <a:pt x="18308" y="5004"/>
                  </a:lnTo>
                  <a:lnTo>
                    <a:pt x="18415" y="4994"/>
                  </a:lnTo>
                  <a:lnTo>
                    <a:pt x="18519" y="4975"/>
                  </a:lnTo>
                  <a:lnTo>
                    <a:pt x="18626" y="4950"/>
                  </a:lnTo>
                  <a:lnTo>
                    <a:pt x="18730" y="4917"/>
                  </a:lnTo>
                  <a:lnTo>
                    <a:pt x="18830" y="4878"/>
                  </a:lnTo>
                  <a:lnTo>
                    <a:pt x="18930" y="4830"/>
                  </a:lnTo>
                  <a:lnTo>
                    <a:pt x="19027" y="4776"/>
                  </a:lnTo>
                  <a:lnTo>
                    <a:pt x="19095" y="4736"/>
                  </a:lnTo>
                  <a:lnTo>
                    <a:pt x="19163" y="4689"/>
                  </a:lnTo>
                  <a:lnTo>
                    <a:pt x="19227" y="4638"/>
                  </a:lnTo>
                  <a:lnTo>
                    <a:pt x="19288" y="4584"/>
                  </a:lnTo>
                  <a:lnTo>
                    <a:pt x="19345" y="4533"/>
                  </a:lnTo>
                  <a:lnTo>
                    <a:pt x="19399" y="4475"/>
                  </a:lnTo>
                  <a:lnTo>
                    <a:pt x="19453" y="4414"/>
                  </a:lnTo>
                  <a:lnTo>
                    <a:pt x="19499" y="4352"/>
                  </a:lnTo>
                  <a:lnTo>
                    <a:pt x="19546" y="4287"/>
                  </a:lnTo>
                  <a:lnTo>
                    <a:pt x="19592" y="4214"/>
                  </a:lnTo>
                  <a:lnTo>
                    <a:pt x="19632" y="4146"/>
                  </a:lnTo>
                  <a:lnTo>
                    <a:pt x="19667" y="4077"/>
                  </a:lnTo>
                  <a:lnTo>
                    <a:pt x="19700" y="4001"/>
                  </a:lnTo>
                  <a:lnTo>
                    <a:pt x="19728" y="3928"/>
                  </a:lnTo>
                  <a:lnTo>
                    <a:pt x="19757" y="3848"/>
                  </a:lnTo>
                  <a:lnTo>
                    <a:pt x="19778" y="3769"/>
                  </a:lnTo>
                  <a:lnTo>
                    <a:pt x="19796" y="3689"/>
                  </a:lnTo>
                  <a:lnTo>
                    <a:pt x="19807" y="3609"/>
                  </a:lnTo>
                  <a:lnTo>
                    <a:pt x="19821" y="3526"/>
                  </a:lnTo>
                  <a:lnTo>
                    <a:pt x="19828" y="3446"/>
                  </a:lnTo>
                  <a:lnTo>
                    <a:pt x="19828" y="3366"/>
                  </a:lnTo>
                  <a:lnTo>
                    <a:pt x="19828" y="3283"/>
                  </a:lnTo>
                  <a:lnTo>
                    <a:pt x="19825" y="3207"/>
                  </a:lnTo>
                  <a:lnTo>
                    <a:pt x="19810" y="3127"/>
                  </a:lnTo>
                  <a:lnTo>
                    <a:pt x="19800" y="3044"/>
                  </a:lnTo>
                  <a:lnTo>
                    <a:pt x="19782" y="2968"/>
                  </a:lnTo>
                  <a:lnTo>
                    <a:pt x="19764" y="2892"/>
                  </a:lnTo>
                  <a:lnTo>
                    <a:pt x="19739" y="2815"/>
                  </a:lnTo>
                  <a:lnTo>
                    <a:pt x="19710" y="2736"/>
                  </a:lnTo>
                  <a:lnTo>
                    <a:pt x="19678" y="2663"/>
                  </a:lnTo>
                  <a:lnTo>
                    <a:pt x="19642" y="2591"/>
                  </a:lnTo>
                  <a:lnTo>
                    <a:pt x="19603" y="2518"/>
                  </a:lnTo>
                  <a:lnTo>
                    <a:pt x="19546" y="2424"/>
                  </a:lnTo>
                  <a:lnTo>
                    <a:pt x="19481" y="2337"/>
                  </a:lnTo>
                  <a:lnTo>
                    <a:pt x="19413" y="2257"/>
                  </a:lnTo>
                  <a:lnTo>
                    <a:pt x="19342" y="2178"/>
                  </a:lnTo>
                  <a:lnTo>
                    <a:pt x="19259" y="2105"/>
                  </a:lnTo>
                  <a:lnTo>
                    <a:pt x="19181" y="2040"/>
                  </a:lnTo>
                  <a:lnTo>
                    <a:pt x="19095" y="1978"/>
                  </a:lnTo>
                  <a:lnTo>
                    <a:pt x="19002" y="1920"/>
                  </a:lnTo>
                  <a:lnTo>
                    <a:pt x="18912" y="1870"/>
                  </a:lnTo>
                  <a:lnTo>
                    <a:pt x="18816" y="1830"/>
                  </a:lnTo>
                  <a:lnTo>
                    <a:pt x="18719" y="1790"/>
                  </a:lnTo>
                  <a:lnTo>
                    <a:pt x="18615" y="1761"/>
                  </a:lnTo>
                  <a:lnTo>
                    <a:pt x="18512" y="1735"/>
                  </a:lnTo>
                  <a:lnTo>
                    <a:pt x="18404" y="1717"/>
                  </a:lnTo>
                  <a:lnTo>
                    <a:pt x="18301" y="1706"/>
                  </a:lnTo>
                  <a:lnTo>
                    <a:pt x="18193" y="1703"/>
                  </a:lnTo>
                  <a:close/>
                  <a:moveTo>
                    <a:pt x="18666" y="0"/>
                  </a:moveTo>
                  <a:lnTo>
                    <a:pt x="19481" y="217"/>
                  </a:lnTo>
                  <a:lnTo>
                    <a:pt x="19388" y="913"/>
                  </a:lnTo>
                  <a:lnTo>
                    <a:pt x="19342" y="1082"/>
                  </a:lnTo>
                  <a:lnTo>
                    <a:pt x="19285" y="1050"/>
                  </a:lnTo>
                  <a:lnTo>
                    <a:pt x="19268" y="1044"/>
                  </a:lnTo>
                  <a:lnTo>
                    <a:pt x="19267" y="1043"/>
                  </a:lnTo>
                  <a:lnTo>
                    <a:pt x="19184" y="1011"/>
                  </a:lnTo>
                  <a:lnTo>
                    <a:pt x="19268" y="1044"/>
                  </a:lnTo>
                  <a:lnTo>
                    <a:pt x="19342" y="1083"/>
                  </a:lnTo>
                  <a:lnTo>
                    <a:pt x="19342" y="1082"/>
                  </a:lnTo>
                  <a:lnTo>
                    <a:pt x="19378" y="1101"/>
                  </a:lnTo>
                  <a:lnTo>
                    <a:pt x="19456" y="1145"/>
                  </a:lnTo>
                  <a:lnTo>
                    <a:pt x="19581" y="1221"/>
                  </a:lnTo>
                  <a:lnTo>
                    <a:pt x="19642" y="1261"/>
                  </a:lnTo>
                  <a:lnTo>
                    <a:pt x="19703" y="1304"/>
                  </a:lnTo>
                  <a:lnTo>
                    <a:pt x="19707" y="1308"/>
                  </a:lnTo>
                  <a:lnTo>
                    <a:pt x="19764" y="1351"/>
                  </a:lnTo>
                  <a:lnTo>
                    <a:pt x="19821" y="1398"/>
                  </a:lnTo>
                  <a:lnTo>
                    <a:pt x="19925" y="1496"/>
                  </a:lnTo>
                  <a:lnTo>
                    <a:pt x="19989" y="1558"/>
                  </a:lnTo>
                  <a:lnTo>
                    <a:pt x="20068" y="1645"/>
                  </a:lnTo>
                  <a:lnTo>
                    <a:pt x="20115" y="1699"/>
                  </a:lnTo>
                  <a:lnTo>
                    <a:pt x="20115" y="1699"/>
                  </a:lnTo>
                  <a:lnTo>
                    <a:pt x="20140" y="1728"/>
                  </a:lnTo>
                  <a:lnTo>
                    <a:pt x="20115" y="1699"/>
                  </a:lnTo>
                  <a:lnTo>
                    <a:pt x="20279" y="1601"/>
                  </a:lnTo>
                  <a:lnTo>
                    <a:pt x="20923" y="1311"/>
                  </a:lnTo>
                  <a:lnTo>
                    <a:pt x="21349" y="2047"/>
                  </a:lnTo>
                  <a:lnTo>
                    <a:pt x="20798" y="2471"/>
                  </a:lnTo>
                  <a:lnTo>
                    <a:pt x="20601" y="2587"/>
                  </a:lnTo>
                  <a:lnTo>
                    <a:pt x="20637" y="2707"/>
                  </a:lnTo>
                  <a:lnTo>
                    <a:pt x="20662" y="2823"/>
                  </a:lnTo>
                  <a:lnTo>
                    <a:pt x="20687" y="2942"/>
                  </a:lnTo>
                  <a:lnTo>
                    <a:pt x="20701" y="3062"/>
                  </a:lnTo>
                  <a:lnTo>
                    <a:pt x="20712" y="3182"/>
                  </a:lnTo>
                  <a:lnTo>
                    <a:pt x="20719" y="3301"/>
                  </a:lnTo>
                  <a:lnTo>
                    <a:pt x="20719" y="3421"/>
                  </a:lnTo>
                  <a:lnTo>
                    <a:pt x="20712" y="3537"/>
                  </a:lnTo>
                  <a:lnTo>
                    <a:pt x="20945" y="3598"/>
                  </a:lnTo>
                  <a:lnTo>
                    <a:pt x="21600" y="3856"/>
                  </a:lnTo>
                  <a:lnTo>
                    <a:pt x="21388" y="4682"/>
                  </a:lnTo>
                  <a:lnTo>
                    <a:pt x="20701" y="4584"/>
                  </a:lnTo>
                  <a:lnTo>
                    <a:pt x="20444" y="4515"/>
                  </a:lnTo>
                  <a:lnTo>
                    <a:pt x="20390" y="4620"/>
                  </a:lnTo>
                  <a:lnTo>
                    <a:pt x="20329" y="4722"/>
                  </a:lnTo>
                  <a:lnTo>
                    <a:pt x="20268" y="4816"/>
                  </a:lnTo>
                  <a:lnTo>
                    <a:pt x="20200" y="4910"/>
                  </a:lnTo>
                  <a:lnTo>
                    <a:pt x="20129" y="5001"/>
                  </a:lnTo>
                  <a:lnTo>
                    <a:pt x="20050" y="5091"/>
                  </a:lnTo>
                  <a:lnTo>
                    <a:pt x="19971" y="5175"/>
                  </a:lnTo>
                  <a:lnTo>
                    <a:pt x="19886" y="5255"/>
                  </a:lnTo>
                  <a:lnTo>
                    <a:pt x="20022" y="5490"/>
                  </a:lnTo>
                  <a:lnTo>
                    <a:pt x="20308" y="6135"/>
                  </a:lnTo>
                  <a:lnTo>
                    <a:pt x="19581" y="6574"/>
                  </a:lnTo>
                  <a:lnTo>
                    <a:pt x="19163" y="6012"/>
                  </a:lnTo>
                  <a:lnTo>
                    <a:pt x="19023" y="5773"/>
                  </a:lnTo>
                  <a:lnTo>
                    <a:pt x="19070" y="5751"/>
                  </a:lnTo>
                  <a:lnTo>
                    <a:pt x="19116" y="5733"/>
                  </a:lnTo>
                  <a:lnTo>
                    <a:pt x="19009" y="5773"/>
                  </a:lnTo>
                  <a:lnTo>
                    <a:pt x="18905" y="5805"/>
                  </a:lnTo>
                  <a:lnTo>
                    <a:pt x="18819" y="5834"/>
                  </a:lnTo>
                  <a:lnTo>
                    <a:pt x="18676" y="5867"/>
                  </a:lnTo>
                  <a:lnTo>
                    <a:pt x="18605" y="5878"/>
                  </a:lnTo>
                  <a:lnTo>
                    <a:pt x="18526" y="5889"/>
                  </a:lnTo>
                  <a:lnTo>
                    <a:pt x="18512" y="5889"/>
                  </a:lnTo>
                  <a:lnTo>
                    <a:pt x="18372" y="5907"/>
                  </a:lnTo>
                  <a:lnTo>
                    <a:pt x="18236" y="5911"/>
                  </a:lnTo>
                  <a:lnTo>
                    <a:pt x="18200" y="5914"/>
                  </a:lnTo>
                  <a:lnTo>
                    <a:pt x="18143" y="5911"/>
                  </a:lnTo>
                  <a:lnTo>
                    <a:pt x="18093" y="5909"/>
                  </a:lnTo>
                  <a:lnTo>
                    <a:pt x="18021" y="5903"/>
                  </a:lnTo>
                  <a:lnTo>
                    <a:pt x="17932" y="5896"/>
                  </a:lnTo>
                  <a:lnTo>
                    <a:pt x="18036" y="5907"/>
                  </a:lnTo>
                  <a:lnTo>
                    <a:pt x="18093" y="5909"/>
                  </a:lnTo>
                  <a:lnTo>
                    <a:pt x="18114" y="5911"/>
                  </a:lnTo>
                  <a:lnTo>
                    <a:pt x="18018" y="6280"/>
                  </a:lnTo>
                  <a:lnTo>
                    <a:pt x="17800" y="6827"/>
                  </a:lnTo>
                  <a:lnTo>
                    <a:pt x="16980" y="6614"/>
                  </a:lnTo>
                  <a:lnTo>
                    <a:pt x="17041" y="6048"/>
                  </a:lnTo>
                  <a:lnTo>
                    <a:pt x="17138" y="5675"/>
                  </a:lnTo>
                  <a:lnTo>
                    <a:pt x="17206" y="5708"/>
                  </a:lnTo>
                  <a:lnTo>
                    <a:pt x="17109" y="5660"/>
                  </a:lnTo>
                  <a:lnTo>
                    <a:pt x="17012" y="5610"/>
                  </a:lnTo>
                  <a:lnTo>
                    <a:pt x="16937" y="5570"/>
                  </a:lnTo>
                  <a:lnTo>
                    <a:pt x="16812" y="5494"/>
                  </a:lnTo>
                  <a:lnTo>
                    <a:pt x="16751" y="5450"/>
                  </a:lnTo>
                  <a:lnTo>
                    <a:pt x="16690" y="5410"/>
                  </a:lnTo>
                  <a:lnTo>
                    <a:pt x="16683" y="5407"/>
                  </a:lnTo>
                  <a:lnTo>
                    <a:pt x="16626" y="5360"/>
                  </a:lnTo>
                  <a:lnTo>
                    <a:pt x="16572" y="5312"/>
                  </a:lnTo>
                  <a:lnTo>
                    <a:pt x="16465" y="5215"/>
                  </a:lnTo>
                  <a:lnTo>
                    <a:pt x="16404" y="5153"/>
                  </a:lnTo>
                  <a:lnTo>
                    <a:pt x="16348" y="5094"/>
                  </a:lnTo>
                  <a:lnTo>
                    <a:pt x="16311" y="5052"/>
                  </a:lnTo>
                  <a:lnTo>
                    <a:pt x="16254" y="4983"/>
                  </a:lnTo>
                  <a:lnTo>
                    <a:pt x="16325" y="5070"/>
                  </a:lnTo>
                  <a:lnTo>
                    <a:pt x="16348" y="5094"/>
                  </a:lnTo>
                  <a:lnTo>
                    <a:pt x="16368" y="5117"/>
                  </a:lnTo>
                  <a:lnTo>
                    <a:pt x="16079" y="5291"/>
                  </a:lnTo>
                  <a:lnTo>
                    <a:pt x="15542" y="5515"/>
                  </a:lnTo>
                  <a:lnTo>
                    <a:pt x="15116" y="4783"/>
                  </a:lnTo>
                  <a:lnTo>
                    <a:pt x="15553" y="4425"/>
                  </a:lnTo>
                  <a:lnTo>
                    <a:pt x="15835" y="4254"/>
                  </a:lnTo>
                  <a:lnTo>
                    <a:pt x="15796" y="4135"/>
                  </a:lnTo>
                  <a:lnTo>
                    <a:pt x="15760" y="4011"/>
                  </a:lnTo>
                  <a:lnTo>
                    <a:pt x="15732" y="3888"/>
                  </a:lnTo>
                  <a:lnTo>
                    <a:pt x="15706" y="3765"/>
                  </a:lnTo>
                  <a:lnTo>
                    <a:pt x="15689" y="3642"/>
                  </a:lnTo>
                  <a:lnTo>
                    <a:pt x="15681" y="3519"/>
                  </a:lnTo>
                  <a:lnTo>
                    <a:pt x="15674" y="3392"/>
                  </a:lnTo>
                  <a:lnTo>
                    <a:pt x="15678" y="3268"/>
                  </a:lnTo>
                  <a:lnTo>
                    <a:pt x="15399" y="3200"/>
                  </a:lnTo>
                  <a:lnTo>
                    <a:pt x="14858" y="2971"/>
                  </a:lnTo>
                  <a:lnTo>
                    <a:pt x="15073" y="2149"/>
                  </a:lnTo>
                  <a:lnTo>
                    <a:pt x="15631" y="2210"/>
                  </a:lnTo>
                  <a:lnTo>
                    <a:pt x="15907" y="2283"/>
                  </a:lnTo>
                  <a:lnTo>
                    <a:pt x="15961" y="2167"/>
                  </a:lnTo>
                  <a:lnTo>
                    <a:pt x="16021" y="2054"/>
                  </a:lnTo>
                  <a:lnTo>
                    <a:pt x="16093" y="1949"/>
                  </a:lnTo>
                  <a:lnTo>
                    <a:pt x="16164" y="1841"/>
                  </a:lnTo>
                  <a:lnTo>
                    <a:pt x="16243" y="1739"/>
                  </a:lnTo>
                  <a:lnTo>
                    <a:pt x="16325" y="1641"/>
                  </a:lnTo>
                  <a:lnTo>
                    <a:pt x="16415" y="1543"/>
                  </a:lnTo>
                  <a:lnTo>
                    <a:pt x="16508" y="1456"/>
                  </a:lnTo>
                  <a:lnTo>
                    <a:pt x="16379" y="1235"/>
                  </a:lnTo>
                  <a:lnTo>
                    <a:pt x="16157" y="688"/>
                  </a:lnTo>
                  <a:lnTo>
                    <a:pt x="16884" y="253"/>
                  </a:lnTo>
                  <a:lnTo>
                    <a:pt x="17231" y="703"/>
                  </a:lnTo>
                  <a:lnTo>
                    <a:pt x="17374" y="938"/>
                  </a:lnTo>
                  <a:lnTo>
                    <a:pt x="17324" y="960"/>
                  </a:lnTo>
                  <a:lnTo>
                    <a:pt x="17277" y="978"/>
                  </a:lnTo>
                  <a:lnTo>
                    <a:pt x="17385" y="938"/>
                  </a:lnTo>
                  <a:lnTo>
                    <a:pt x="17488" y="906"/>
                  </a:lnTo>
                  <a:lnTo>
                    <a:pt x="17574" y="877"/>
                  </a:lnTo>
                  <a:lnTo>
                    <a:pt x="17717" y="848"/>
                  </a:lnTo>
                  <a:lnTo>
                    <a:pt x="17789" y="833"/>
                  </a:lnTo>
                  <a:lnTo>
                    <a:pt x="17864" y="819"/>
                  </a:lnTo>
                  <a:lnTo>
                    <a:pt x="17882" y="819"/>
                  </a:lnTo>
                  <a:lnTo>
                    <a:pt x="18018" y="804"/>
                  </a:lnTo>
                  <a:lnTo>
                    <a:pt x="18157" y="800"/>
                  </a:lnTo>
                  <a:lnTo>
                    <a:pt x="18193" y="800"/>
                  </a:lnTo>
                  <a:lnTo>
                    <a:pt x="18247" y="800"/>
                  </a:lnTo>
                  <a:lnTo>
                    <a:pt x="18358" y="808"/>
                  </a:lnTo>
                  <a:lnTo>
                    <a:pt x="18462" y="815"/>
                  </a:lnTo>
                  <a:lnTo>
                    <a:pt x="18379" y="808"/>
                  </a:lnTo>
                  <a:lnTo>
                    <a:pt x="18415" y="663"/>
                  </a:lnTo>
                  <a:lnTo>
                    <a:pt x="18666" y="0"/>
                  </a:lnTo>
                  <a:close/>
                </a:path>
              </a:pathLst>
            </a:custGeom>
            <a:solidFill>
              <a:srgbClr val="FFFFFF"/>
            </a:solidFill>
            <a:ln w="9525" cmpd="sng" cap="flat">
              <a:noFill/>
              <a:prstDash val="solid"/>
              <a:round/>
            </a:ln>
          </p:spPr>
          <p:txBody>
            <a:bodyPr rtlCol="0" anchor="ctr"/>
            <a:lstStyle/>
            <a:p>
              <a:pPr algn="ctr"/>
            </a:p>
          </p:txBody>
        </p:sp>
      </p:grpSp>
      <p:sp>
        <p:nvSpPr>
          <p:cNvPr id="538" name="矩形"/>
          <p:cNvSpPr>
            <a:spLocks/>
          </p:cNvSpPr>
          <p:nvPr/>
        </p:nvSpPr>
        <p:spPr>
          <a:xfrm rot="0">
            <a:off x="116204" y="1141094"/>
            <a:ext cx="11953875" cy="810948"/>
          </a:xfrm>
          <a:prstGeom prst="rect"/>
          <a:solidFill>
            <a:srgbClr val="0070C0"/>
          </a:solidFill>
          <a:ln w="12700" cmpd="sng" cap="flat">
            <a:solidFill>
              <a:srgbClr val="41719C"/>
            </a:solidFill>
            <a:prstDash val="solid"/>
            <a:miter/>
          </a:ln>
        </p:spPr>
        <p:txBody>
          <a:bodyPr vert="horz" wrap="square" lIns="91440" tIns="45720" rIns="91440" bIns="45720" anchor="ctr" anchorCtr="0">
            <a:prstTxWarp prst="textNoShape"/>
          </a:bodyPr>
          <a:lstStyle/>
          <a:p>
            <a:pPr marL="0" indent="0" algn="just">
              <a:lnSpc>
                <a:spcPct val="100000"/>
              </a:lnSpc>
              <a:spcBef>
                <a:spcPts val="0"/>
              </a:spcBef>
              <a:spcAft>
                <a:spcPts val="0"/>
              </a:spcAft>
              <a:buNone/>
            </a:pPr>
            <a:r>
              <a:rPr lang="zh-CN" altLang="en-US" sz="1800" b="1" i="0" u="none" strike="noStrike" kern="1200" cap="none" spc="0" baseline="0">
                <a:solidFill>
                  <a:srgbClr val="FFFFFF"/>
                </a:solidFill>
                <a:latin typeface="Calibri" pitchFamily="0" charset="0"/>
                <a:ea typeface="微软雅黑" pitchFamily="0" charset="0"/>
                <a:cs typeface="Calibri" pitchFamily="0" charset="0"/>
              </a:rPr>
              <a:t>施工单位在向建设单位提交工程竣工验收报告时，应当出具</a:t>
            </a:r>
            <a:r>
              <a:rPr lang="zh-CN" altLang="en-US" sz="1800" b="1" i="0" u="none" strike="noStrike" kern="1200" cap="none" spc="0" baseline="0">
                <a:solidFill>
                  <a:srgbClr val="FFC000"/>
                </a:solidFill>
                <a:latin typeface="Calibri" pitchFamily="0" charset="0"/>
                <a:ea typeface="微软雅黑" pitchFamily="0" charset="0"/>
                <a:cs typeface="Calibri" pitchFamily="0" charset="0"/>
              </a:rPr>
              <a:t>工程质量保修书</a:t>
            </a:r>
            <a:r>
              <a:rPr lang="zh-CN" altLang="en-US" sz="1800" b="1" i="0" u="none" strike="noStrike" kern="1200" cap="none" spc="0" baseline="0">
                <a:solidFill>
                  <a:srgbClr val="FFFFFF"/>
                </a:solidFill>
                <a:latin typeface="Calibri" pitchFamily="0" charset="0"/>
                <a:ea typeface="微软雅黑" pitchFamily="0" charset="0"/>
                <a:cs typeface="Calibri" pitchFamily="0" charset="0"/>
              </a:rPr>
              <a:t>。质量保修书中应当明确地质灾害治理工程的</a:t>
            </a:r>
            <a:r>
              <a:rPr lang="zh-CN" altLang="en-US" sz="1800" b="1" i="0" u="none" strike="noStrike" kern="1200" cap="none" spc="0" baseline="0">
                <a:solidFill>
                  <a:srgbClr val="FF0000"/>
                </a:solidFill>
                <a:latin typeface="Calibri" pitchFamily="0" charset="0"/>
                <a:ea typeface="微软雅黑" pitchFamily="0" charset="0"/>
                <a:cs typeface="Calibri" pitchFamily="0" charset="0"/>
              </a:rPr>
              <a:t>保修范围</a:t>
            </a:r>
            <a:r>
              <a:rPr lang="zh-CN" altLang="en-US" sz="1800" b="1" i="0" u="none" strike="noStrike" kern="1200" cap="none" spc="0" baseline="0">
                <a:solidFill>
                  <a:srgbClr val="FFFFFF"/>
                </a:solidFill>
                <a:latin typeface="Calibri" pitchFamily="0" charset="0"/>
                <a:ea typeface="微软雅黑" pitchFamily="0" charset="0"/>
                <a:cs typeface="Calibri" pitchFamily="0" charset="0"/>
              </a:rPr>
              <a:t>、</a:t>
            </a:r>
            <a:r>
              <a:rPr lang="zh-CN" altLang="en-US" sz="1800" b="1" i="0" u="none" strike="noStrike" kern="1200" cap="none" spc="0" baseline="0">
                <a:solidFill>
                  <a:srgbClr val="FF0000"/>
                </a:solidFill>
                <a:latin typeface="Calibri" pitchFamily="0" charset="0"/>
                <a:ea typeface="微软雅黑" pitchFamily="0" charset="0"/>
                <a:cs typeface="Calibri" pitchFamily="0" charset="0"/>
              </a:rPr>
              <a:t>保修期限</a:t>
            </a:r>
            <a:r>
              <a:rPr lang="zh-CN" altLang="en-US" sz="1800" b="1" i="0" u="none" strike="noStrike" kern="1200" cap="none" spc="0" baseline="0">
                <a:solidFill>
                  <a:srgbClr val="FFFFFF"/>
                </a:solidFill>
                <a:latin typeface="Calibri" pitchFamily="0" charset="0"/>
                <a:ea typeface="微软雅黑" pitchFamily="0" charset="0"/>
                <a:cs typeface="Calibri" pitchFamily="0" charset="0"/>
              </a:rPr>
              <a:t>和</a:t>
            </a:r>
            <a:r>
              <a:rPr lang="zh-CN" altLang="en-US" sz="1800" b="1" i="0" u="none" strike="noStrike" kern="1200" cap="none" spc="0" baseline="0">
                <a:solidFill>
                  <a:srgbClr val="FF0000"/>
                </a:solidFill>
                <a:latin typeface="Calibri" pitchFamily="0" charset="0"/>
                <a:ea typeface="微软雅黑" pitchFamily="0" charset="0"/>
                <a:cs typeface="Calibri" pitchFamily="0" charset="0"/>
              </a:rPr>
              <a:t>保修责任</a:t>
            </a:r>
            <a:r>
              <a:rPr lang="zh-CN" altLang="en-US" sz="1800" b="1" i="0" u="none" strike="noStrike" kern="1200" cap="none" spc="0" baseline="0">
                <a:solidFill>
                  <a:srgbClr val="FFFFFF"/>
                </a:solidFill>
                <a:latin typeface="Calibri" pitchFamily="0" charset="0"/>
                <a:ea typeface="微软雅黑" pitchFamily="0" charset="0"/>
                <a:cs typeface="Calibri" pitchFamily="0" charset="0"/>
              </a:rPr>
              <a:t>等，保修期限以施工合同约定为准，自竣工验收通过之日起计算。国家对保修期限有明确规定的，施工合同约定的保修期限不得低于国家规定。</a:t>
            </a:r>
            <a:endParaRPr lang="zh-CN" altLang="en-US" sz="1800" b="1" i="0" u="none" strike="noStrike" kern="1200" cap="none" spc="0" baseline="0">
              <a:solidFill>
                <a:srgbClr val="FFFFFF"/>
              </a:solidFill>
              <a:latin typeface="Calibri" pitchFamily="0" charset="0"/>
              <a:ea typeface="微软雅黑" pitchFamily="0" charset="0"/>
              <a:cs typeface="Calibri" pitchFamily="0" charset="0"/>
            </a:endParaRPr>
          </a:p>
        </p:txBody>
      </p:sp>
      <p:grpSp>
        <p:nvGrpSpPr>
          <p:cNvPr id="544" name="组合"/>
          <p:cNvGrpSpPr>
            <a:grpSpLocks/>
          </p:cNvGrpSpPr>
          <p:nvPr/>
        </p:nvGrpSpPr>
        <p:grpSpPr>
          <a:xfrm>
            <a:off x="1016448" y="3544817"/>
            <a:ext cx="10688321" cy="1379200"/>
            <a:chOff x="1016448" y="3544817"/>
            <a:chExt cx="10688321" cy="1379200"/>
          </a:xfrm>
        </p:grpSpPr>
        <p:sp>
          <p:nvSpPr>
            <p:cNvPr id="539" name="矩形"/>
            <p:cNvSpPr>
              <a:spLocks/>
            </p:cNvSpPr>
            <p:nvPr/>
          </p:nvSpPr>
          <p:spPr>
            <a:xfrm rot="0">
              <a:off x="1170985" y="3864852"/>
              <a:ext cx="807224" cy="701030"/>
            </a:xfrm>
            <a:prstGeom prst="rect"/>
            <a:solidFill>
              <a:srgbClr val="8ED5F4"/>
            </a:solidFill>
            <a:ln w="12700" cmpd="sng" cap="flat">
              <a:noFill/>
              <a:prstDash val="solid"/>
              <a:round/>
            </a:ln>
          </p:spPr>
          <p:txBody>
            <a:bodyPr rtlCol="0" anchor="ctr"/>
            <a:lstStyle/>
            <a:p>
              <a:pPr algn="ctr"/>
            </a:p>
          </p:txBody>
        </p:sp>
        <p:sp>
          <p:nvSpPr>
            <p:cNvPr id="540" name="曲线"/>
            <p:cNvSpPr>
              <a:spLocks/>
            </p:cNvSpPr>
            <p:nvPr/>
          </p:nvSpPr>
          <p:spPr>
            <a:xfrm rot="0">
              <a:off x="1016448" y="3730742"/>
              <a:ext cx="1116296" cy="967726"/>
            </a:xfrm>
            <a:custGeom>
              <a:gdLst>
                <a:gd name="T1" fmla="*/ 0 w 21600"/>
                <a:gd name="T2" fmla="*/ 0 h 21600"/>
                <a:gd name="T3" fmla="*/ 21600 w 21600"/>
                <a:gd name="T4" fmla="*/ 21600 h 21600"/>
              </a:gdLst>
              <a:rect l="T1" t="T2" r="T3" b="T4"/>
              <a:pathLst>
                <a:path w="21600" h="21600">
                  <a:moveTo>
                    <a:pt x="21194" y="12769"/>
                  </a:moveTo>
                  <a:lnTo>
                    <a:pt x="21600" y="12769"/>
                  </a:lnTo>
                  <a:lnTo>
                    <a:pt x="21600" y="21600"/>
                  </a:lnTo>
                  <a:lnTo>
                    <a:pt x="12837" y="21600"/>
                  </a:lnTo>
                  <a:lnTo>
                    <a:pt x="12837" y="21194"/>
                  </a:lnTo>
                  <a:lnTo>
                    <a:pt x="21194" y="21194"/>
                  </a:lnTo>
                  <a:close/>
                  <a:moveTo>
                    <a:pt x="0" y="12769"/>
                  </a:moveTo>
                  <a:lnTo>
                    <a:pt x="405" y="12769"/>
                  </a:lnTo>
                  <a:lnTo>
                    <a:pt x="405" y="21194"/>
                  </a:lnTo>
                  <a:lnTo>
                    <a:pt x="8762" y="21194"/>
                  </a:lnTo>
                  <a:lnTo>
                    <a:pt x="8762" y="21600"/>
                  </a:lnTo>
                  <a:lnTo>
                    <a:pt x="0" y="21600"/>
                  </a:lnTo>
                  <a:close/>
                  <a:moveTo>
                    <a:pt x="12837" y="0"/>
                  </a:moveTo>
                  <a:lnTo>
                    <a:pt x="21600" y="0"/>
                  </a:lnTo>
                  <a:lnTo>
                    <a:pt x="21600" y="8830"/>
                  </a:lnTo>
                  <a:lnTo>
                    <a:pt x="21194" y="8830"/>
                  </a:lnTo>
                  <a:lnTo>
                    <a:pt x="21194" y="405"/>
                  </a:lnTo>
                  <a:lnTo>
                    <a:pt x="12837" y="405"/>
                  </a:lnTo>
                  <a:close/>
                  <a:moveTo>
                    <a:pt x="0" y="0"/>
                  </a:moveTo>
                  <a:lnTo>
                    <a:pt x="8762" y="0"/>
                  </a:lnTo>
                  <a:lnTo>
                    <a:pt x="8762" y="405"/>
                  </a:lnTo>
                  <a:lnTo>
                    <a:pt x="405" y="405"/>
                  </a:lnTo>
                  <a:lnTo>
                    <a:pt x="405" y="8830"/>
                  </a:lnTo>
                  <a:lnTo>
                    <a:pt x="0" y="8830"/>
                  </a:lnTo>
                  <a:close/>
                </a:path>
              </a:pathLst>
            </a:custGeom>
            <a:solidFill>
              <a:srgbClr val="8ED5F4"/>
            </a:solidFill>
            <a:ln w="12700" cmpd="sng" cap="flat">
              <a:noFill/>
              <a:prstDash val="solid"/>
              <a:round/>
            </a:ln>
          </p:spPr>
          <p:txBody>
            <a:bodyPr rtlCol="0" anchor="ctr"/>
            <a:lstStyle/>
            <a:p>
              <a:pPr algn="ctr"/>
            </a:p>
          </p:txBody>
        </p:sp>
        <p:sp>
          <p:nvSpPr>
            <p:cNvPr id="541" name="矩形"/>
            <p:cNvSpPr>
              <a:spLocks/>
            </p:cNvSpPr>
            <p:nvPr/>
          </p:nvSpPr>
          <p:spPr>
            <a:xfrm rot="0">
              <a:off x="2343642" y="3544817"/>
              <a:ext cx="6483247" cy="473957"/>
            </a:xfrm>
            <a:prstGeom prst="rect"/>
            <a:noFill/>
            <a:ln w="9525" cmpd="sng" cap="flat">
              <a:noFill/>
              <a:prstDash val="solid"/>
              <a:miter/>
            </a:ln>
          </p:spPr>
          <p:txBody>
            <a:bodyPr vert="horz" wrap="square" lIns="0" tIns="0" rIns="0" bIns="0" anchor="b" anchorCtr="0">
              <a:prstTxWarp prst="textNoShape"/>
            </a:bodyPr>
            <a:lstStyle/>
            <a:p>
              <a:pPr marL="0" indent="0" algn="l">
                <a:lnSpc>
                  <a:spcPct val="100000"/>
                </a:lnSpc>
                <a:spcBef>
                  <a:spcPts val="0"/>
                </a:spcBef>
                <a:spcAft>
                  <a:spcPts val="0"/>
                </a:spcAft>
                <a:buNone/>
              </a:pPr>
              <a:r>
                <a:rPr lang="zh-CN" altLang="en-US" sz="1800" b="1" i="0" u="none" strike="noStrike" kern="1200" cap="none" spc="0" baseline="0">
                  <a:solidFill>
                    <a:srgbClr val="3CB6EC"/>
                  </a:solidFill>
                  <a:latin typeface="Calibri" pitchFamily="0" charset="0"/>
                  <a:ea typeface="微软雅黑" pitchFamily="0" charset="0"/>
                  <a:cs typeface="Calibri" pitchFamily="0" charset="0"/>
                </a:rPr>
                <a:t>加强后续管护</a:t>
              </a:r>
              <a:endParaRPr lang="zh-CN" altLang="en-US" sz="1800" b="1" i="0" u="none" strike="noStrike" kern="1200" cap="none" spc="0" baseline="0">
                <a:solidFill>
                  <a:srgbClr val="3CB6EC"/>
                </a:solidFill>
                <a:latin typeface="Calibri" pitchFamily="0" charset="0"/>
                <a:ea typeface="微软雅黑" pitchFamily="0" charset="0"/>
                <a:cs typeface="Calibri" pitchFamily="0" charset="0"/>
              </a:endParaRPr>
            </a:p>
          </p:txBody>
        </p:sp>
        <p:sp>
          <p:nvSpPr>
            <p:cNvPr id="542" name="矩形"/>
            <p:cNvSpPr>
              <a:spLocks/>
            </p:cNvSpPr>
            <p:nvPr/>
          </p:nvSpPr>
          <p:spPr>
            <a:xfrm rot="0">
              <a:off x="2343642" y="4072114"/>
              <a:ext cx="9361128" cy="851904"/>
            </a:xfrm>
            <a:prstGeom prst="rect"/>
            <a:noFill/>
            <a:ln w="9525" cmpd="sng" cap="flat">
              <a:noFill/>
              <a:prstDash val="solid"/>
              <a:miter/>
            </a:ln>
          </p:spPr>
          <p:txBody>
            <a:bodyPr vert="horz" wrap="square" lIns="0" tIns="0" rIns="0" bIns="0" anchor="t" anchorCtr="0">
              <a:prstTxWarp prst="textNoShape"/>
            </a:bodyPr>
            <a:lstStyle/>
            <a:p>
              <a:pPr marL="0" indent="0" algn="l">
                <a:lnSpc>
                  <a:spcPct val="120000"/>
                </a:lnSpc>
                <a:spcBef>
                  <a:spcPts val="0"/>
                </a:spcBef>
                <a:spcAft>
                  <a:spcPts val="0"/>
                </a:spcAft>
                <a:buNone/>
              </a:pPr>
              <a:r>
                <a:rPr lang="zh-CN" altLang="en-US" sz="1800" b="1" i="0" u="none" strike="noStrike" kern="1200" cap="none" spc="0" baseline="0">
                  <a:solidFill>
                    <a:schemeClr val="tx1"/>
                  </a:solidFill>
                  <a:latin typeface="Calibri" pitchFamily="0" charset="0"/>
                  <a:ea typeface="微软雅黑" pitchFamily="0" charset="0"/>
                  <a:cs typeface="Calibri" pitchFamily="0" charset="0"/>
                </a:rPr>
                <a:t>市、县级自然资源主管部门应在项目治理区内</a:t>
              </a:r>
              <a:r>
                <a:rPr lang="zh-CN" altLang="en-US" sz="1800" b="1" i="0" u="none" strike="noStrike" kern="1200" cap="none" spc="0" baseline="0">
                  <a:solidFill>
                    <a:srgbClr val="0000FF"/>
                  </a:solidFill>
                  <a:latin typeface="Calibri" pitchFamily="0" charset="0"/>
                  <a:ea typeface="微软雅黑" pitchFamily="0" charset="0"/>
                  <a:cs typeface="Calibri" pitchFamily="0" charset="0"/>
                </a:rPr>
                <a:t>设置标牌</a:t>
              </a:r>
              <a:r>
                <a:rPr lang="zh-CN" altLang="en-US" sz="1800" b="1" i="0" u="none" strike="noStrike" kern="1200" cap="none" spc="0" baseline="0">
                  <a:solidFill>
                    <a:schemeClr val="tx1"/>
                  </a:solidFill>
                  <a:latin typeface="Calibri" pitchFamily="0" charset="0"/>
                  <a:ea typeface="微软雅黑" pitchFamily="0" charset="0"/>
                  <a:cs typeface="Calibri" pitchFamily="0" charset="0"/>
                </a:rPr>
                <a:t>，载明项目勘查、设计、施工、监理、管护等</a:t>
              </a:r>
              <a:r>
                <a:rPr lang="zh-CN" altLang="en-US" sz="1800" b="1" i="0" u="none" strike="noStrike" kern="1200" cap="none" spc="0" baseline="0">
                  <a:solidFill>
                    <a:srgbClr val="0000FF"/>
                  </a:solidFill>
                  <a:latin typeface="Calibri" pitchFamily="0" charset="0"/>
                  <a:ea typeface="微软雅黑" pitchFamily="0" charset="0"/>
                  <a:cs typeface="Calibri" pitchFamily="0" charset="0"/>
                </a:rPr>
                <a:t>单位相关信息</a:t>
              </a:r>
              <a:r>
                <a:rPr lang="zh-CN" altLang="en-US" sz="1800" b="1" i="0" u="none" strike="noStrike" kern="1200" cap="none" spc="0" baseline="0">
                  <a:solidFill>
                    <a:schemeClr val="tx1"/>
                  </a:solidFill>
                  <a:latin typeface="Calibri" pitchFamily="0" charset="0"/>
                  <a:ea typeface="微软雅黑" pitchFamily="0" charset="0"/>
                  <a:cs typeface="Calibri" pitchFamily="0" charset="0"/>
                </a:rPr>
                <a:t>，加强项目运行管护监督，督促管护单位履行好工程运行管护责任。在</a:t>
              </a:r>
              <a:r>
                <a:rPr lang="zh-CN" altLang="en-US" sz="1800" b="1" i="0" u="sng" strike="noStrike" kern="1200" cap="none" spc="0" baseline="0">
                  <a:solidFill>
                    <a:srgbClr val="00B050"/>
                  </a:solidFill>
                  <a:latin typeface="Calibri" pitchFamily="0" charset="0"/>
                  <a:ea typeface="微软雅黑" pitchFamily="0" charset="0"/>
                  <a:cs typeface="Calibri" pitchFamily="0" charset="0"/>
                </a:rPr>
                <a:t>保修期限内</a:t>
              </a:r>
              <a:r>
                <a:rPr lang="zh-CN" altLang="en-US" sz="1800" b="1" i="0" u="none" strike="noStrike" kern="1200" cap="none" spc="0" baseline="0">
                  <a:solidFill>
                    <a:schemeClr val="tx1"/>
                  </a:solidFill>
                  <a:latin typeface="Calibri" pitchFamily="0" charset="0"/>
                  <a:ea typeface="微软雅黑" pitchFamily="0" charset="0"/>
                  <a:cs typeface="Calibri" pitchFamily="0" charset="0"/>
                </a:rPr>
                <a:t>发生质量问题的项目，由项目</a:t>
              </a:r>
              <a:r>
                <a:rPr lang="zh-CN" altLang="en-US" sz="1800" b="1" i="0" u="sng" strike="noStrike" kern="1200" cap="none" spc="0" baseline="0">
                  <a:solidFill>
                    <a:srgbClr val="00B050"/>
                  </a:solidFill>
                  <a:latin typeface="Calibri" pitchFamily="0" charset="0"/>
                  <a:ea typeface="微软雅黑" pitchFamily="0" charset="0"/>
                  <a:cs typeface="Calibri" pitchFamily="0" charset="0"/>
                </a:rPr>
                <a:t>施工单位</a:t>
              </a:r>
              <a:r>
                <a:rPr lang="zh-CN" altLang="en-US" sz="1800" b="1" i="0" u="none" strike="noStrike" kern="1200" cap="none" spc="0" baseline="0">
                  <a:solidFill>
                    <a:schemeClr val="tx1"/>
                  </a:solidFill>
                  <a:latin typeface="Calibri" pitchFamily="0" charset="0"/>
                  <a:ea typeface="微软雅黑" pitchFamily="0" charset="0"/>
                  <a:cs typeface="Calibri" pitchFamily="0" charset="0"/>
                </a:rPr>
                <a:t>进行维修，所需维修费用由相关责任方按照国家和省有关规定承担；</a:t>
              </a:r>
              <a:r>
                <a:rPr lang="zh-CN" altLang="en-US" sz="1800" b="1" i="0" u="sng" strike="noStrike" kern="1200" cap="none" spc="0" baseline="0">
                  <a:solidFill>
                    <a:srgbClr val="0000FF"/>
                  </a:solidFill>
                  <a:latin typeface="Calibri" pitchFamily="0" charset="0"/>
                  <a:ea typeface="微软雅黑" pitchFamily="0" charset="0"/>
                  <a:cs typeface="Calibri" pitchFamily="0" charset="0"/>
                </a:rPr>
                <a:t>超出保修期限</a:t>
              </a:r>
              <a:r>
                <a:rPr lang="zh-CN" altLang="en-US" sz="1800" b="1" i="0" u="none" strike="noStrike" kern="1200" cap="none" spc="0" baseline="0">
                  <a:solidFill>
                    <a:schemeClr val="tx1"/>
                  </a:solidFill>
                  <a:latin typeface="Calibri" pitchFamily="0" charset="0"/>
                  <a:ea typeface="微软雅黑" pitchFamily="0" charset="0"/>
                  <a:cs typeface="Calibri" pitchFamily="0" charset="0"/>
                </a:rPr>
                <a:t>后，项目管护费用由</a:t>
              </a:r>
              <a:r>
                <a:rPr lang="zh-CN" altLang="en-US" sz="1800" b="1" i="0" u="sng" strike="noStrike" kern="1200" cap="none" spc="0" baseline="0">
                  <a:solidFill>
                    <a:srgbClr val="0000FF"/>
                  </a:solidFill>
                  <a:latin typeface="Calibri" pitchFamily="0" charset="0"/>
                  <a:ea typeface="微软雅黑" pitchFamily="0" charset="0"/>
                  <a:cs typeface="Calibri" pitchFamily="0" charset="0"/>
                </a:rPr>
                <a:t>管护单位</a:t>
              </a:r>
              <a:r>
                <a:rPr lang="zh-CN" altLang="en-US" sz="1800" b="1" i="0" u="none" strike="noStrike" kern="1200" cap="none" spc="0" baseline="0">
                  <a:solidFill>
                    <a:schemeClr val="tx1"/>
                  </a:solidFill>
                  <a:latin typeface="Calibri" pitchFamily="0" charset="0"/>
                  <a:ea typeface="微软雅黑" pitchFamily="0" charset="0"/>
                  <a:cs typeface="Calibri" pitchFamily="0" charset="0"/>
                </a:rPr>
                <a:t>承担。</a:t>
              </a:r>
              <a:endParaRPr lang="zh-CN" altLang="en-US" sz="1800" b="1" i="0" u="none" strike="noStrike" kern="1200" cap="none" spc="0" baseline="0">
                <a:solidFill>
                  <a:schemeClr val="tx1"/>
                </a:solidFill>
                <a:latin typeface="Calibri" pitchFamily="0" charset="0"/>
                <a:ea typeface="微软雅黑" pitchFamily="0" charset="0"/>
                <a:cs typeface="Calibri" pitchFamily="0" charset="0"/>
              </a:endParaRPr>
            </a:p>
          </p:txBody>
        </p:sp>
        <p:sp>
          <p:nvSpPr>
            <p:cNvPr id="543" name="曲线"/>
            <p:cNvSpPr>
              <a:spLocks noChangeAspect="1"/>
            </p:cNvSpPr>
            <p:nvPr/>
          </p:nvSpPr>
          <p:spPr>
            <a:xfrm rot="0">
              <a:off x="1340066" y="4020298"/>
              <a:ext cx="456336" cy="382519"/>
            </a:xfrm>
            <a:custGeom>
              <a:gdLst>
                <a:gd name="T1" fmla="*/ 0 w 21600"/>
                <a:gd name="T2" fmla="*/ 0 h 21600"/>
                <a:gd name="T3" fmla="*/ 21600 w 21600"/>
                <a:gd name="T4" fmla="*/ 21600 h 21600"/>
              </a:gdLst>
              <a:rect l="T1" t="T2" r="T3" b="T4"/>
              <a:pathLst>
                <a:path w="21600" h="21600">
                  <a:moveTo>
                    <a:pt x="4642" y="12023"/>
                  </a:moveTo>
                  <a:lnTo>
                    <a:pt x="7932" y="12023"/>
                  </a:lnTo>
                  <a:lnTo>
                    <a:pt x="7985" y="12025"/>
                  </a:lnTo>
                  <a:lnTo>
                    <a:pt x="8038" y="12033"/>
                  </a:lnTo>
                  <a:lnTo>
                    <a:pt x="8087" y="12046"/>
                  </a:lnTo>
                  <a:lnTo>
                    <a:pt x="8134" y="12063"/>
                  </a:lnTo>
                  <a:lnTo>
                    <a:pt x="8181" y="12085"/>
                  </a:lnTo>
                  <a:lnTo>
                    <a:pt x="8223" y="12112"/>
                  </a:lnTo>
                  <a:lnTo>
                    <a:pt x="8266" y="12144"/>
                  </a:lnTo>
                  <a:lnTo>
                    <a:pt x="8302" y="12176"/>
                  </a:lnTo>
                  <a:lnTo>
                    <a:pt x="8336" y="12215"/>
                  </a:lnTo>
                  <a:lnTo>
                    <a:pt x="8368" y="12255"/>
                  </a:lnTo>
                  <a:lnTo>
                    <a:pt x="8394" y="12298"/>
                  </a:lnTo>
                  <a:lnTo>
                    <a:pt x="8415" y="12345"/>
                  </a:lnTo>
                  <a:lnTo>
                    <a:pt x="8432" y="12394"/>
                  </a:lnTo>
                  <a:lnTo>
                    <a:pt x="8447" y="12445"/>
                  </a:lnTo>
                  <a:lnTo>
                    <a:pt x="8453" y="12494"/>
                  </a:lnTo>
                  <a:lnTo>
                    <a:pt x="8458" y="12548"/>
                  </a:lnTo>
                  <a:lnTo>
                    <a:pt x="8458" y="17088"/>
                  </a:lnTo>
                  <a:lnTo>
                    <a:pt x="8453" y="17143"/>
                  </a:lnTo>
                  <a:lnTo>
                    <a:pt x="8447" y="17194"/>
                  </a:lnTo>
                  <a:lnTo>
                    <a:pt x="8432" y="17245"/>
                  </a:lnTo>
                  <a:lnTo>
                    <a:pt x="8415" y="17294"/>
                  </a:lnTo>
                  <a:lnTo>
                    <a:pt x="8394" y="17339"/>
                  </a:lnTo>
                  <a:lnTo>
                    <a:pt x="8368" y="17384"/>
                  </a:lnTo>
                  <a:lnTo>
                    <a:pt x="8336" y="17425"/>
                  </a:lnTo>
                  <a:lnTo>
                    <a:pt x="8302" y="17461"/>
                  </a:lnTo>
                  <a:lnTo>
                    <a:pt x="8266" y="17495"/>
                  </a:lnTo>
                  <a:lnTo>
                    <a:pt x="8223" y="17527"/>
                  </a:lnTo>
                  <a:lnTo>
                    <a:pt x="8181" y="17550"/>
                  </a:lnTo>
                  <a:lnTo>
                    <a:pt x="8134" y="17576"/>
                  </a:lnTo>
                  <a:lnTo>
                    <a:pt x="8087" y="17591"/>
                  </a:lnTo>
                  <a:lnTo>
                    <a:pt x="8038" y="17604"/>
                  </a:lnTo>
                  <a:lnTo>
                    <a:pt x="7985" y="17615"/>
                  </a:lnTo>
                  <a:lnTo>
                    <a:pt x="7932" y="17617"/>
                  </a:lnTo>
                  <a:lnTo>
                    <a:pt x="4642" y="17617"/>
                  </a:lnTo>
                  <a:lnTo>
                    <a:pt x="4589" y="17615"/>
                  </a:lnTo>
                  <a:lnTo>
                    <a:pt x="4536" y="17604"/>
                  </a:lnTo>
                  <a:lnTo>
                    <a:pt x="4485" y="17591"/>
                  </a:lnTo>
                  <a:lnTo>
                    <a:pt x="4440" y="17576"/>
                  </a:lnTo>
                  <a:lnTo>
                    <a:pt x="4393" y="17550"/>
                  </a:lnTo>
                  <a:lnTo>
                    <a:pt x="4351" y="17527"/>
                  </a:lnTo>
                  <a:lnTo>
                    <a:pt x="4308" y="17495"/>
                  </a:lnTo>
                  <a:lnTo>
                    <a:pt x="4270" y="17461"/>
                  </a:lnTo>
                  <a:lnTo>
                    <a:pt x="4236" y="17425"/>
                  </a:lnTo>
                  <a:lnTo>
                    <a:pt x="4206" y="17384"/>
                  </a:lnTo>
                  <a:lnTo>
                    <a:pt x="4180" y="17339"/>
                  </a:lnTo>
                  <a:lnTo>
                    <a:pt x="4159" y="17294"/>
                  </a:lnTo>
                  <a:lnTo>
                    <a:pt x="4142" y="17245"/>
                  </a:lnTo>
                  <a:lnTo>
                    <a:pt x="4127" y="17194"/>
                  </a:lnTo>
                  <a:lnTo>
                    <a:pt x="4121" y="17143"/>
                  </a:lnTo>
                  <a:lnTo>
                    <a:pt x="4117" y="17088"/>
                  </a:lnTo>
                  <a:lnTo>
                    <a:pt x="4117" y="12548"/>
                  </a:lnTo>
                  <a:lnTo>
                    <a:pt x="4121" y="12494"/>
                  </a:lnTo>
                  <a:lnTo>
                    <a:pt x="4127" y="12445"/>
                  </a:lnTo>
                  <a:lnTo>
                    <a:pt x="4142" y="12394"/>
                  </a:lnTo>
                  <a:lnTo>
                    <a:pt x="4159" y="12345"/>
                  </a:lnTo>
                  <a:lnTo>
                    <a:pt x="4180" y="12298"/>
                  </a:lnTo>
                  <a:lnTo>
                    <a:pt x="4206" y="12255"/>
                  </a:lnTo>
                  <a:lnTo>
                    <a:pt x="4236" y="12215"/>
                  </a:lnTo>
                  <a:lnTo>
                    <a:pt x="4270" y="12176"/>
                  </a:lnTo>
                  <a:lnTo>
                    <a:pt x="4308" y="12144"/>
                  </a:lnTo>
                  <a:lnTo>
                    <a:pt x="4351" y="12112"/>
                  </a:lnTo>
                  <a:lnTo>
                    <a:pt x="4393" y="12085"/>
                  </a:lnTo>
                  <a:lnTo>
                    <a:pt x="4440" y="12063"/>
                  </a:lnTo>
                  <a:lnTo>
                    <a:pt x="4485" y="12046"/>
                  </a:lnTo>
                  <a:lnTo>
                    <a:pt x="4536" y="12033"/>
                  </a:lnTo>
                  <a:lnTo>
                    <a:pt x="4589" y="12025"/>
                  </a:lnTo>
                  <a:lnTo>
                    <a:pt x="4642" y="12023"/>
                  </a:lnTo>
                  <a:close/>
                  <a:moveTo>
                    <a:pt x="10984" y="8487"/>
                  </a:moveTo>
                  <a:lnTo>
                    <a:pt x="14270" y="8487"/>
                  </a:lnTo>
                  <a:lnTo>
                    <a:pt x="14325" y="8489"/>
                  </a:lnTo>
                  <a:lnTo>
                    <a:pt x="14376" y="8496"/>
                  </a:lnTo>
                  <a:lnTo>
                    <a:pt x="14427" y="8509"/>
                  </a:lnTo>
                  <a:lnTo>
                    <a:pt x="14476" y="8528"/>
                  </a:lnTo>
                  <a:lnTo>
                    <a:pt x="14521" y="8549"/>
                  </a:lnTo>
                  <a:lnTo>
                    <a:pt x="14565" y="8577"/>
                  </a:lnTo>
                  <a:lnTo>
                    <a:pt x="14606" y="8607"/>
                  </a:lnTo>
                  <a:lnTo>
                    <a:pt x="14642" y="8639"/>
                  </a:lnTo>
                  <a:lnTo>
                    <a:pt x="14676" y="8679"/>
                  </a:lnTo>
                  <a:lnTo>
                    <a:pt x="14708" y="8718"/>
                  </a:lnTo>
                  <a:lnTo>
                    <a:pt x="14731" y="8760"/>
                  </a:lnTo>
                  <a:lnTo>
                    <a:pt x="14755" y="8807"/>
                  </a:lnTo>
                  <a:lnTo>
                    <a:pt x="14772" y="8856"/>
                  </a:lnTo>
                  <a:lnTo>
                    <a:pt x="14785" y="8908"/>
                  </a:lnTo>
                  <a:lnTo>
                    <a:pt x="14795" y="8961"/>
                  </a:lnTo>
                  <a:lnTo>
                    <a:pt x="14797" y="9014"/>
                  </a:lnTo>
                  <a:lnTo>
                    <a:pt x="14797" y="17088"/>
                  </a:lnTo>
                  <a:lnTo>
                    <a:pt x="14795" y="17143"/>
                  </a:lnTo>
                  <a:lnTo>
                    <a:pt x="14785" y="17194"/>
                  </a:lnTo>
                  <a:lnTo>
                    <a:pt x="14772" y="17245"/>
                  </a:lnTo>
                  <a:lnTo>
                    <a:pt x="14755" y="17295"/>
                  </a:lnTo>
                  <a:lnTo>
                    <a:pt x="14731" y="17339"/>
                  </a:lnTo>
                  <a:lnTo>
                    <a:pt x="14708" y="17384"/>
                  </a:lnTo>
                  <a:lnTo>
                    <a:pt x="14676" y="17425"/>
                  </a:lnTo>
                  <a:lnTo>
                    <a:pt x="14642" y="17461"/>
                  </a:lnTo>
                  <a:lnTo>
                    <a:pt x="14606" y="17495"/>
                  </a:lnTo>
                  <a:lnTo>
                    <a:pt x="14565" y="17527"/>
                  </a:lnTo>
                  <a:lnTo>
                    <a:pt x="14521" y="17550"/>
                  </a:lnTo>
                  <a:lnTo>
                    <a:pt x="14476" y="17576"/>
                  </a:lnTo>
                  <a:lnTo>
                    <a:pt x="14427" y="17591"/>
                  </a:lnTo>
                  <a:lnTo>
                    <a:pt x="14376" y="17604"/>
                  </a:lnTo>
                  <a:lnTo>
                    <a:pt x="14325" y="17614"/>
                  </a:lnTo>
                  <a:lnTo>
                    <a:pt x="14270" y="17617"/>
                  </a:lnTo>
                  <a:lnTo>
                    <a:pt x="10984" y="17617"/>
                  </a:lnTo>
                  <a:lnTo>
                    <a:pt x="10931" y="17614"/>
                  </a:lnTo>
                  <a:lnTo>
                    <a:pt x="10878" y="17604"/>
                  </a:lnTo>
                  <a:lnTo>
                    <a:pt x="10826" y="17591"/>
                  </a:lnTo>
                  <a:lnTo>
                    <a:pt x="10780" y="17576"/>
                  </a:lnTo>
                  <a:lnTo>
                    <a:pt x="10733" y="17550"/>
                  </a:lnTo>
                  <a:lnTo>
                    <a:pt x="10690" y="17527"/>
                  </a:lnTo>
                  <a:lnTo>
                    <a:pt x="10650" y="17495"/>
                  </a:lnTo>
                  <a:lnTo>
                    <a:pt x="10612" y="17461"/>
                  </a:lnTo>
                  <a:lnTo>
                    <a:pt x="10578" y="17425"/>
                  </a:lnTo>
                  <a:lnTo>
                    <a:pt x="10550" y="17384"/>
                  </a:lnTo>
                  <a:lnTo>
                    <a:pt x="10522" y="17339"/>
                  </a:lnTo>
                  <a:lnTo>
                    <a:pt x="10499" y="17295"/>
                  </a:lnTo>
                  <a:lnTo>
                    <a:pt x="10482" y="17245"/>
                  </a:lnTo>
                  <a:lnTo>
                    <a:pt x="10469" y="17194"/>
                  </a:lnTo>
                  <a:lnTo>
                    <a:pt x="10461" y="17143"/>
                  </a:lnTo>
                  <a:lnTo>
                    <a:pt x="10456" y="17088"/>
                  </a:lnTo>
                  <a:lnTo>
                    <a:pt x="10456" y="9014"/>
                  </a:lnTo>
                  <a:lnTo>
                    <a:pt x="10461" y="8961"/>
                  </a:lnTo>
                  <a:lnTo>
                    <a:pt x="10469" y="8908"/>
                  </a:lnTo>
                  <a:lnTo>
                    <a:pt x="10482" y="8856"/>
                  </a:lnTo>
                  <a:lnTo>
                    <a:pt x="10499" y="8807"/>
                  </a:lnTo>
                  <a:lnTo>
                    <a:pt x="10522" y="8760"/>
                  </a:lnTo>
                  <a:lnTo>
                    <a:pt x="10550" y="8718"/>
                  </a:lnTo>
                  <a:lnTo>
                    <a:pt x="10578" y="8679"/>
                  </a:lnTo>
                  <a:lnTo>
                    <a:pt x="10612" y="8639"/>
                  </a:lnTo>
                  <a:lnTo>
                    <a:pt x="10650" y="8607"/>
                  </a:lnTo>
                  <a:lnTo>
                    <a:pt x="10690" y="8577"/>
                  </a:lnTo>
                  <a:lnTo>
                    <a:pt x="10733" y="8549"/>
                  </a:lnTo>
                  <a:lnTo>
                    <a:pt x="10780" y="8528"/>
                  </a:lnTo>
                  <a:lnTo>
                    <a:pt x="10826" y="8509"/>
                  </a:lnTo>
                  <a:lnTo>
                    <a:pt x="10878" y="8496"/>
                  </a:lnTo>
                  <a:lnTo>
                    <a:pt x="10931" y="8489"/>
                  </a:lnTo>
                  <a:lnTo>
                    <a:pt x="10984" y="8487"/>
                  </a:lnTo>
                  <a:close/>
                  <a:moveTo>
                    <a:pt x="17307" y="4236"/>
                  </a:moveTo>
                  <a:lnTo>
                    <a:pt x="20596" y="4236"/>
                  </a:lnTo>
                  <a:lnTo>
                    <a:pt x="20650" y="4238"/>
                  </a:lnTo>
                  <a:lnTo>
                    <a:pt x="20703" y="4247"/>
                  </a:lnTo>
                  <a:lnTo>
                    <a:pt x="20754" y="4262"/>
                  </a:lnTo>
                  <a:lnTo>
                    <a:pt x="20803" y="4279"/>
                  </a:lnTo>
                  <a:lnTo>
                    <a:pt x="20848" y="4300"/>
                  </a:lnTo>
                  <a:lnTo>
                    <a:pt x="20890" y="4326"/>
                  </a:lnTo>
                  <a:lnTo>
                    <a:pt x="20931" y="4355"/>
                  </a:lnTo>
                  <a:lnTo>
                    <a:pt x="20969" y="4389"/>
                  </a:lnTo>
                  <a:lnTo>
                    <a:pt x="21003" y="4428"/>
                  </a:lnTo>
                  <a:lnTo>
                    <a:pt x="21033" y="4468"/>
                  </a:lnTo>
                  <a:lnTo>
                    <a:pt x="21058" y="4511"/>
                  </a:lnTo>
                  <a:lnTo>
                    <a:pt x="21082" y="4556"/>
                  </a:lnTo>
                  <a:lnTo>
                    <a:pt x="21101" y="4605"/>
                  </a:lnTo>
                  <a:lnTo>
                    <a:pt x="21112" y="4656"/>
                  </a:lnTo>
                  <a:lnTo>
                    <a:pt x="21120" y="4709"/>
                  </a:lnTo>
                  <a:lnTo>
                    <a:pt x="21122" y="4763"/>
                  </a:lnTo>
                  <a:lnTo>
                    <a:pt x="21122" y="17088"/>
                  </a:lnTo>
                  <a:lnTo>
                    <a:pt x="21120" y="17143"/>
                  </a:lnTo>
                  <a:lnTo>
                    <a:pt x="21112" y="17194"/>
                  </a:lnTo>
                  <a:lnTo>
                    <a:pt x="21101" y="17246"/>
                  </a:lnTo>
                  <a:lnTo>
                    <a:pt x="21082" y="17295"/>
                  </a:lnTo>
                  <a:lnTo>
                    <a:pt x="21058" y="17339"/>
                  </a:lnTo>
                  <a:lnTo>
                    <a:pt x="21033" y="17384"/>
                  </a:lnTo>
                  <a:lnTo>
                    <a:pt x="21003" y="17425"/>
                  </a:lnTo>
                  <a:lnTo>
                    <a:pt x="20969" y="17461"/>
                  </a:lnTo>
                  <a:lnTo>
                    <a:pt x="20931" y="17495"/>
                  </a:lnTo>
                  <a:lnTo>
                    <a:pt x="20890" y="17527"/>
                  </a:lnTo>
                  <a:lnTo>
                    <a:pt x="20848" y="17551"/>
                  </a:lnTo>
                  <a:lnTo>
                    <a:pt x="20803" y="17576"/>
                  </a:lnTo>
                  <a:lnTo>
                    <a:pt x="20754" y="17591"/>
                  </a:lnTo>
                  <a:lnTo>
                    <a:pt x="20703" y="17604"/>
                  </a:lnTo>
                  <a:lnTo>
                    <a:pt x="20650" y="17615"/>
                  </a:lnTo>
                  <a:lnTo>
                    <a:pt x="20596" y="17617"/>
                  </a:lnTo>
                  <a:lnTo>
                    <a:pt x="17307" y="17617"/>
                  </a:lnTo>
                  <a:lnTo>
                    <a:pt x="17254" y="17615"/>
                  </a:lnTo>
                  <a:lnTo>
                    <a:pt x="17203" y="17604"/>
                  </a:lnTo>
                  <a:lnTo>
                    <a:pt x="17152" y="17591"/>
                  </a:lnTo>
                  <a:lnTo>
                    <a:pt x="17103" y="17576"/>
                  </a:lnTo>
                  <a:lnTo>
                    <a:pt x="17056" y="17551"/>
                  </a:lnTo>
                  <a:lnTo>
                    <a:pt x="17013" y="17527"/>
                  </a:lnTo>
                  <a:lnTo>
                    <a:pt x="16973" y="17495"/>
                  </a:lnTo>
                  <a:lnTo>
                    <a:pt x="16937" y="17461"/>
                  </a:lnTo>
                  <a:lnTo>
                    <a:pt x="16903" y="17425"/>
                  </a:lnTo>
                  <a:lnTo>
                    <a:pt x="16871" y="17384"/>
                  </a:lnTo>
                  <a:lnTo>
                    <a:pt x="16843" y="17339"/>
                  </a:lnTo>
                  <a:lnTo>
                    <a:pt x="16822" y="17295"/>
                  </a:lnTo>
                  <a:lnTo>
                    <a:pt x="16805" y="17246"/>
                  </a:lnTo>
                  <a:lnTo>
                    <a:pt x="16790" y="17194"/>
                  </a:lnTo>
                  <a:lnTo>
                    <a:pt x="16783" y="17143"/>
                  </a:lnTo>
                  <a:lnTo>
                    <a:pt x="16781" y="17088"/>
                  </a:lnTo>
                  <a:lnTo>
                    <a:pt x="16781" y="4763"/>
                  </a:lnTo>
                  <a:lnTo>
                    <a:pt x="16783" y="4709"/>
                  </a:lnTo>
                  <a:lnTo>
                    <a:pt x="16790" y="4656"/>
                  </a:lnTo>
                  <a:lnTo>
                    <a:pt x="16805" y="4605"/>
                  </a:lnTo>
                  <a:lnTo>
                    <a:pt x="16822" y="4556"/>
                  </a:lnTo>
                  <a:lnTo>
                    <a:pt x="16843" y="4511"/>
                  </a:lnTo>
                  <a:lnTo>
                    <a:pt x="16871" y="4468"/>
                  </a:lnTo>
                  <a:lnTo>
                    <a:pt x="16903" y="4428"/>
                  </a:lnTo>
                  <a:lnTo>
                    <a:pt x="16937" y="4389"/>
                  </a:lnTo>
                  <a:lnTo>
                    <a:pt x="16973" y="4355"/>
                  </a:lnTo>
                  <a:lnTo>
                    <a:pt x="17013" y="4326"/>
                  </a:lnTo>
                  <a:lnTo>
                    <a:pt x="17056" y="4300"/>
                  </a:lnTo>
                  <a:lnTo>
                    <a:pt x="17103" y="4279"/>
                  </a:lnTo>
                  <a:lnTo>
                    <a:pt x="17152" y="4262"/>
                  </a:lnTo>
                  <a:lnTo>
                    <a:pt x="17203" y="4247"/>
                  </a:lnTo>
                  <a:lnTo>
                    <a:pt x="17254" y="4238"/>
                  </a:lnTo>
                  <a:lnTo>
                    <a:pt x="17307" y="4236"/>
                  </a:lnTo>
                  <a:close/>
                  <a:moveTo>
                    <a:pt x="13707" y="358"/>
                  </a:moveTo>
                  <a:lnTo>
                    <a:pt x="13735" y="358"/>
                  </a:lnTo>
                  <a:lnTo>
                    <a:pt x="13764" y="358"/>
                  </a:lnTo>
                  <a:lnTo>
                    <a:pt x="13794" y="360"/>
                  </a:lnTo>
                  <a:lnTo>
                    <a:pt x="13822" y="362"/>
                  </a:lnTo>
                  <a:lnTo>
                    <a:pt x="13850" y="368"/>
                  </a:lnTo>
                  <a:lnTo>
                    <a:pt x="13879" y="377"/>
                  </a:lnTo>
                  <a:lnTo>
                    <a:pt x="13905" y="383"/>
                  </a:lnTo>
                  <a:lnTo>
                    <a:pt x="13933" y="396"/>
                  </a:lnTo>
                  <a:lnTo>
                    <a:pt x="13960" y="407"/>
                  </a:lnTo>
                  <a:lnTo>
                    <a:pt x="13986" y="419"/>
                  </a:lnTo>
                  <a:lnTo>
                    <a:pt x="14011" y="436"/>
                  </a:lnTo>
                  <a:lnTo>
                    <a:pt x="14037" y="454"/>
                  </a:lnTo>
                  <a:lnTo>
                    <a:pt x="14058" y="471"/>
                  </a:lnTo>
                  <a:lnTo>
                    <a:pt x="14079" y="490"/>
                  </a:lnTo>
                  <a:lnTo>
                    <a:pt x="14101" y="511"/>
                  </a:lnTo>
                  <a:lnTo>
                    <a:pt x="14120" y="530"/>
                  </a:lnTo>
                  <a:lnTo>
                    <a:pt x="14139" y="556"/>
                  </a:lnTo>
                  <a:lnTo>
                    <a:pt x="14156" y="577"/>
                  </a:lnTo>
                  <a:lnTo>
                    <a:pt x="14171" y="605"/>
                  </a:lnTo>
                  <a:lnTo>
                    <a:pt x="14186" y="628"/>
                  </a:lnTo>
                  <a:lnTo>
                    <a:pt x="14199" y="654"/>
                  </a:lnTo>
                  <a:lnTo>
                    <a:pt x="14207" y="682"/>
                  </a:lnTo>
                  <a:lnTo>
                    <a:pt x="14218" y="707"/>
                  </a:lnTo>
                  <a:lnTo>
                    <a:pt x="14226" y="737"/>
                  </a:lnTo>
                  <a:lnTo>
                    <a:pt x="14233" y="767"/>
                  </a:lnTo>
                  <a:lnTo>
                    <a:pt x="14237" y="795"/>
                  </a:lnTo>
                  <a:lnTo>
                    <a:pt x="14239" y="825"/>
                  </a:lnTo>
                  <a:lnTo>
                    <a:pt x="14499" y="4586"/>
                  </a:lnTo>
                  <a:lnTo>
                    <a:pt x="14499" y="4635"/>
                  </a:lnTo>
                  <a:lnTo>
                    <a:pt x="14493" y="4686"/>
                  </a:lnTo>
                  <a:lnTo>
                    <a:pt x="14486" y="4735"/>
                  </a:lnTo>
                  <a:lnTo>
                    <a:pt x="14471" y="4784"/>
                  </a:lnTo>
                  <a:lnTo>
                    <a:pt x="14452" y="4829"/>
                  </a:lnTo>
                  <a:lnTo>
                    <a:pt x="14431" y="4872"/>
                  </a:lnTo>
                  <a:lnTo>
                    <a:pt x="14403" y="4912"/>
                  </a:lnTo>
                  <a:lnTo>
                    <a:pt x="14375" y="4951"/>
                  </a:lnTo>
                  <a:lnTo>
                    <a:pt x="14341" y="4985"/>
                  </a:lnTo>
                  <a:lnTo>
                    <a:pt x="14305" y="5017"/>
                  </a:lnTo>
                  <a:lnTo>
                    <a:pt x="14267" y="5047"/>
                  </a:lnTo>
                  <a:lnTo>
                    <a:pt x="14222" y="5070"/>
                  </a:lnTo>
                  <a:lnTo>
                    <a:pt x="14180" y="5089"/>
                  </a:lnTo>
                  <a:lnTo>
                    <a:pt x="14131" y="5104"/>
                  </a:lnTo>
                  <a:lnTo>
                    <a:pt x="14082" y="5117"/>
                  </a:lnTo>
                  <a:lnTo>
                    <a:pt x="14030" y="5121"/>
                  </a:lnTo>
                  <a:lnTo>
                    <a:pt x="13984" y="5123"/>
                  </a:lnTo>
                  <a:lnTo>
                    <a:pt x="13935" y="5119"/>
                  </a:lnTo>
                  <a:lnTo>
                    <a:pt x="13888" y="5111"/>
                  </a:lnTo>
                  <a:lnTo>
                    <a:pt x="13845" y="5100"/>
                  </a:lnTo>
                  <a:lnTo>
                    <a:pt x="13809" y="5087"/>
                  </a:lnTo>
                  <a:lnTo>
                    <a:pt x="13775" y="5072"/>
                  </a:lnTo>
                  <a:lnTo>
                    <a:pt x="13743" y="5053"/>
                  </a:lnTo>
                  <a:lnTo>
                    <a:pt x="13711" y="5034"/>
                  </a:lnTo>
                  <a:lnTo>
                    <a:pt x="13681" y="5013"/>
                  </a:lnTo>
                  <a:lnTo>
                    <a:pt x="13654" y="4987"/>
                  </a:lnTo>
                  <a:lnTo>
                    <a:pt x="13628" y="4961"/>
                  </a:lnTo>
                  <a:lnTo>
                    <a:pt x="13605" y="4934"/>
                  </a:lnTo>
                  <a:lnTo>
                    <a:pt x="13581" y="4906"/>
                  </a:lnTo>
                  <a:lnTo>
                    <a:pt x="13562" y="4874"/>
                  </a:lnTo>
                  <a:lnTo>
                    <a:pt x="13545" y="4840"/>
                  </a:lnTo>
                  <a:lnTo>
                    <a:pt x="13530" y="4806"/>
                  </a:lnTo>
                  <a:lnTo>
                    <a:pt x="13517" y="4769"/>
                  </a:lnTo>
                  <a:lnTo>
                    <a:pt x="13509" y="4733"/>
                  </a:lnTo>
                  <a:lnTo>
                    <a:pt x="13500" y="4695"/>
                  </a:lnTo>
                  <a:lnTo>
                    <a:pt x="13496" y="4654"/>
                  </a:lnTo>
                  <a:lnTo>
                    <a:pt x="13341" y="2412"/>
                  </a:lnTo>
                  <a:lnTo>
                    <a:pt x="13198" y="2632"/>
                  </a:lnTo>
                  <a:lnTo>
                    <a:pt x="13121" y="2749"/>
                  </a:lnTo>
                  <a:lnTo>
                    <a:pt x="13038" y="2864"/>
                  </a:lnTo>
                  <a:lnTo>
                    <a:pt x="12953" y="2984"/>
                  </a:lnTo>
                  <a:lnTo>
                    <a:pt x="12864" y="3107"/>
                  </a:lnTo>
                  <a:lnTo>
                    <a:pt x="12772" y="3231"/>
                  </a:lnTo>
                  <a:lnTo>
                    <a:pt x="12674" y="3357"/>
                  </a:lnTo>
                  <a:lnTo>
                    <a:pt x="12576" y="3485"/>
                  </a:lnTo>
                  <a:lnTo>
                    <a:pt x="12472" y="3615"/>
                  </a:lnTo>
                  <a:lnTo>
                    <a:pt x="12363" y="3745"/>
                  </a:lnTo>
                  <a:lnTo>
                    <a:pt x="12250" y="3880"/>
                  </a:lnTo>
                  <a:lnTo>
                    <a:pt x="12135" y="4010"/>
                  </a:lnTo>
                  <a:lnTo>
                    <a:pt x="12016" y="4146"/>
                  </a:lnTo>
                  <a:lnTo>
                    <a:pt x="11893" y="4279"/>
                  </a:lnTo>
                  <a:lnTo>
                    <a:pt x="11765" y="4415"/>
                  </a:lnTo>
                  <a:lnTo>
                    <a:pt x="11590" y="4594"/>
                  </a:lnTo>
                  <a:lnTo>
                    <a:pt x="11411" y="4769"/>
                  </a:lnTo>
                  <a:lnTo>
                    <a:pt x="11232" y="4942"/>
                  </a:lnTo>
                  <a:lnTo>
                    <a:pt x="11047" y="5108"/>
                  </a:lnTo>
                  <a:lnTo>
                    <a:pt x="10864" y="5271"/>
                  </a:lnTo>
                  <a:lnTo>
                    <a:pt x="10675" y="5429"/>
                  </a:lnTo>
                  <a:lnTo>
                    <a:pt x="10483" y="5584"/>
                  </a:lnTo>
                  <a:lnTo>
                    <a:pt x="10289" y="5736"/>
                  </a:lnTo>
                  <a:lnTo>
                    <a:pt x="10093" y="5881"/>
                  </a:lnTo>
                  <a:lnTo>
                    <a:pt x="9895" y="6024"/>
                  </a:lnTo>
                  <a:lnTo>
                    <a:pt x="9693" y="6158"/>
                  </a:lnTo>
                  <a:lnTo>
                    <a:pt x="9491" y="6293"/>
                  </a:lnTo>
                  <a:lnTo>
                    <a:pt x="9284" y="6421"/>
                  </a:lnTo>
                  <a:lnTo>
                    <a:pt x="9078" y="6544"/>
                  </a:lnTo>
                  <a:lnTo>
                    <a:pt x="8869" y="6666"/>
                  </a:lnTo>
                  <a:lnTo>
                    <a:pt x="8654" y="6781"/>
                  </a:lnTo>
                  <a:lnTo>
                    <a:pt x="8522" y="6851"/>
                  </a:lnTo>
                  <a:lnTo>
                    <a:pt x="8386" y="6918"/>
                  </a:lnTo>
                  <a:lnTo>
                    <a:pt x="8251" y="6986"/>
                  </a:lnTo>
                  <a:lnTo>
                    <a:pt x="8115" y="7050"/>
                  </a:lnTo>
                  <a:lnTo>
                    <a:pt x="7977" y="7112"/>
                  </a:lnTo>
                  <a:lnTo>
                    <a:pt x="7838" y="7174"/>
                  </a:lnTo>
                  <a:lnTo>
                    <a:pt x="7700" y="7233"/>
                  </a:lnTo>
                  <a:lnTo>
                    <a:pt x="7559" y="7289"/>
                  </a:lnTo>
                  <a:lnTo>
                    <a:pt x="7419" y="7346"/>
                  </a:lnTo>
                  <a:lnTo>
                    <a:pt x="7278" y="7400"/>
                  </a:lnTo>
                  <a:lnTo>
                    <a:pt x="7136" y="7453"/>
                  </a:lnTo>
                  <a:lnTo>
                    <a:pt x="6993" y="7502"/>
                  </a:lnTo>
                  <a:lnTo>
                    <a:pt x="6850" y="7549"/>
                  </a:lnTo>
                  <a:lnTo>
                    <a:pt x="6705" y="7598"/>
                  </a:lnTo>
                  <a:lnTo>
                    <a:pt x="6563" y="7641"/>
                  </a:lnTo>
                  <a:lnTo>
                    <a:pt x="6414" y="7686"/>
                  </a:lnTo>
                  <a:lnTo>
                    <a:pt x="6269" y="7726"/>
                  </a:lnTo>
                  <a:lnTo>
                    <a:pt x="6122" y="7765"/>
                  </a:lnTo>
                  <a:lnTo>
                    <a:pt x="5973" y="7803"/>
                  </a:lnTo>
                  <a:lnTo>
                    <a:pt x="5826" y="7837"/>
                  </a:lnTo>
                  <a:lnTo>
                    <a:pt x="5677" y="7871"/>
                  </a:lnTo>
                  <a:lnTo>
                    <a:pt x="5526" y="7905"/>
                  </a:lnTo>
                  <a:lnTo>
                    <a:pt x="5377" y="7935"/>
                  </a:lnTo>
                  <a:lnTo>
                    <a:pt x="5223" y="7963"/>
                  </a:lnTo>
                  <a:lnTo>
                    <a:pt x="5070" y="7991"/>
                  </a:lnTo>
                  <a:lnTo>
                    <a:pt x="4919" y="8014"/>
                  </a:lnTo>
                  <a:lnTo>
                    <a:pt x="4766" y="8040"/>
                  </a:lnTo>
                  <a:lnTo>
                    <a:pt x="4612" y="8061"/>
                  </a:lnTo>
                  <a:lnTo>
                    <a:pt x="4457" y="8080"/>
                  </a:lnTo>
                  <a:lnTo>
                    <a:pt x="4303" y="8097"/>
                  </a:lnTo>
                  <a:lnTo>
                    <a:pt x="4146" y="8112"/>
                  </a:lnTo>
                  <a:lnTo>
                    <a:pt x="3990" y="8127"/>
                  </a:lnTo>
                  <a:lnTo>
                    <a:pt x="3939" y="8129"/>
                  </a:lnTo>
                  <a:lnTo>
                    <a:pt x="3890" y="8125"/>
                  </a:lnTo>
                  <a:lnTo>
                    <a:pt x="3844" y="8117"/>
                  </a:lnTo>
                  <a:lnTo>
                    <a:pt x="3797" y="8104"/>
                  </a:lnTo>
                  <a:lnTo>
                    <a:pt x="3761" y="8093"/>
                  </a:lnTo>
                  <a:lnTo>
                    <a:pt x="3726" y="8078"/>
                  </a:lnTo>
                  <a:lnTo>
                    <a:pt x="3694" y="8061"/>
                  </a:lnTo>
                  <a:lnTo>
                    <a:pt x="3663" y="8042"/>
                  </a:lnTo>
                  <a:lnTo>
                    <a:pt x="3635" y="8021"/>
                  </a:lnTo>
                  <a:lnTo>
                    <a:pt x="3607" y="7995"/>
                  </a:lnTo>
                  <a:lnTo>
                    <a:pt x="3582" y="7969"/>
                  </a:lnTo>
                  <a:lnTo>
                    <a:pt x="3556" y="7942"/>
                  </a:lnTo>
                  <a:lnTo>
                    <a:pt x="3535" y="7914"/>
                  </a:lnTo>
                  <a:lnTo>
                    <a:pt x="3516" y="7882"/>
                  </a:lnTo>
                  <a:lnTo>
                    <a:pt x="3499" y="7850"/>
                  </a:lnTo>
                  <a:lnTo>
                    <a:pt x="3482" y="7816"/>
                  </a:lnTo>
                  <a:lnTo>
                    <a:pt x="3469" y="7779"/>
                  </a:lnTo>
                  <a:lnTo>
                    <a:pt x="3460" y="7743"/>
                  </a:lnTo>
                  <a:lnTo>
                    <a:pt x="3454" y="7705"/>
                  </a:lnTo>
                  <a:lnTo>
                    <a:pt x="3447" y="7666"/>
                  </a:lnTo>
                  <a:lnTo>
                    <a:pt x="3445" y="7615"/>
                  </a:lnTo>
                  <a:lnTo>
                    <a:pt x="3450" y="7564"/>
                  </a:lnTo>
                  <a:lnTo>
                    <a:pt x="3458" y="7515"/>
                  </a:lnTo>
                  <a:lnTo>
                    <a:pt x="3469" y="7470"/>
                  </a:lnTo>
                  <a:lnTo>
                    <a:pt x="3490" y="7423"/>
                  </a:lnTo>
                  <a:lnTo>
                    <a:pt x="3511" y="7378"/>
                  </a:lnTo>
                  <a:lnTo>
                    <a:pt x="3535" y="7338"/>
                  </a:lnTo>
                  <a:lnTo>
                    <a:pt x="3565" y="7299"/>
                  </a:lnTo>
                  <a:lnTo>
                    <a:pt x="3599" y="7265"/>
                  </a:lnTo>
                  <a:lnTo>
                    <a:pt x="3635" y="7231"/>
                  </a:lnTo>
                  <a:lnTo>
                    <a:pt x="3673" y="7206"/>
                  </a:lnTo>
                  <a:lnTo>
                    <a:pt x="3714" y="7178"/>
                  </a:lnTo>
                  <a:lnTo>
                    <a:pt x="3761" y="7159"/>
                  </a:lnTo>
                  <a:lnTo>
                    <a:pt x="3807" y="7142"/>
                  </a:lnTo>
                  <a:lnTo>
                    <a:pt x="3854" y="7129"/>
                  </a:lnTo>
                  <a:lnTo>
                    <a:pt x="3905" y="7125"/>
                  </a:lnTo>
                  <a:lnTo>
                    <a:pt x="4050" y="7110"/>
                  </a:lnTo>
                  <a:lnTo>
                    <a:pt x="4191" y="7095"/>
                  </a:lnTo>
                  <a:lnTo>
                    <a:pt x="4333" y="7082"/>
                  </a:lnTo>
                  <a:lnTo>
                    <a:pt x="4474" y="7065"/>
                  </a:lnTo>
                  <a:lnTo>
                    <a:pt x="4614" y="7046"/>
                  </a:lnTo>
                  <a:lnTo>
                    <a:pt x="4755" y="7022"/>
                  </a:lnTo>
                  <a:lnTo>
                    <a:pt x="4895" y="7001"/>
                  </a:lnTo>
                  <a:lnTo>
                    <a:pt x="5034" y="6977"/>
                  </a:lnTo>
                  <a:lnTo>
                    <a:pt x="5172" y="6950"/>
                  </a:lnTo>
                  <a:lnTo>
                    <a:pt x="5311" y="6924"/>
                  </a:lnTo>
                  <a:lnTo>
                    <a:pt x="5447" y="6894"/>
                  </a:lnTo>
                  <a:lnTo>
                    <a:pt x="5583" y="6862"/>
                  </a:lnTo>
                  <a:lnTo>
                    <a:pt x="5720" y="6828"/>
                  </a:lnTo>
                  <a:lnTo>
                    <a:pt x="5854" y="6794"/>
                  </a:lnTo>
                  <a:lnTo>
                    <a:pt x="5988" y="6760"/>
                  </a:lnTo>
                  <a:lnTo>
                    <a:pt x="6122" y="6721"/>
                  </a:lnTo>
                  <a:lnTo>
                    <a:pt x="6254" y="6683"/>
                  </a:lnTo>
                  <a:lnTo>
                    <a:pt x="6388" y="6642"/>
                  </a:lnTo>
                  <a:lnTo>
                    <a:pt x="6518" y="6600"/>
                  </a:lnTo>
                  <a:lnTo>
                    <a:pt x="6650" y="6557"/>
                  </a:lnTo>
                  <a:lnTo>
                    <a:pt x="6780" y="6510"/>
                  </a:lnTo>
                  <a:lnTo>
                    <a:pt x="6908" y="6463"/>
                  </a:lnTo>
                  <a:lnTo>
                    <a:pt x="7040" y="6414"/>
                  </a:lnTo>
                  <a:lnTo>
                    <a:pt x="7165" y="6365"/>
                  </a:lnTo>
                  <a:lnTo>
                    <a:pt x="7293" y="6312"/>
                  </a:lnTo>
                  <a:lnTo>
                    <a:pt x="7419" y="6258"/>
                  </a:lnTo>
                  <a:lnTo>
                    <a:pt x="7547" y="6203"/>
                  </a:lnTo>
                  <a:lnTo>
                    <a:pt x="7672" y="6147"/>
                  </a:lnTo>
                  <a:lnTo>
                    <a:pt x="7796" y="6090"/>
                  </a:lnTo>
                  <a:lnTo>
                    <a:pt x="7919" y="6028"/>
                  </a:lnTo>
                  <a:lnTo>
                    <a:pt x="8043" y="5966"/>
                  </a:lnTo>
                  <a:lnTo>
                    <a:pt x="8164" y="5902"/>
                  </a:lnTo>
                  <a:lnTo>
                    <a:pt x="8358" y="5798"/>
                  </a:lnTo>
                  <a:lnTo>
                    <a:pt x="8552" y="5689"/>
                  </a:lnTo>
                  <a:lnTo>
                    <a:pt x="8739" y="5578"/>
                  </a:lnTo>
                  <a:lnTo>
                    <a:pt x="8929" y="5458"/>
                  </a:lnTo>
                  <a:lnTo>
                    <a:pt x="9116" y="5337"/>
                  </a:lnTo>
                  <a:lnTo>
                    <a:pt x="9299" y="5213"/>
                  </a:lnTo>
                  <a:lnTo>
                    <a:pt x="9480" y="5083"/>
                  </a:lnTo>
                  <a:lnTo>
                    <a:pt x="9659" y="4951"/>
                  </a:lnTo>
                  <a:lnTo>
                    <a:pt x="9836" y="4812"/>
                  </a:lnTo>
                  <a:lnTo>
                    <a:pt x="10010" y="4671"/>
                  </a:lnTo>
                  <a:lnTo>
                    <a:pt x="10185" y="4526"/>
                  </a:lnTo>
                  <a:lnTo>
                    <a:pt x="10355" y="4379"/>
                  </a:lnTo>
                  <a:lnTo>
                    <a:pt x="10521" y="4225"/>
                  </a:lnTo>
                  <a:lnTo>
                    <a:pt x="10690" y="4070"/>
                  </a:lnTo>
                  <a:lnTo>
                    <a:pt x="10851" y="3910"/>
                  </a:lnTo>
                  <a:lnTo>
                    <a:pt x="11011" y="3747"/>
                  </a:lnTo>
                  <a:lnTo>
                    <a:pt x="11132" y="3619"/>
                  </a:lnTo>
                  <a:lnTo>
                    <a:pt x="11252" y="3494"/>
                  </a:lnTo>
                  <a:lnTo>
                    <a:pt x="11365" y="3366"/>
                  </a:lnTo>
                  <a:lnTo>
                    <a:pt x="11473" y="3238"/>
                  </a:lnTo>
                  <a:lnTo>
                    <a:pt x="11580" y="3114"/>
                  </a:lnTo>
                  <a:lnTo>
                    <a:pt x="11682" y="2990"/>
                  </a:lnTo>
                  <a:lnTo>
                    <a:pt x="11782" y="2866"/>
                  </a:lnTo>
                  <a:lnTo>
                    <a:pt x="11876" y="2749"/>
                  </a:lnTo>
                  <a:lnTo>
                    <a:pt x="11965" y="2627"/>
                  </a:lnTo>
                  <a:lnTo>
                    <a:pt x="12052" y="2510"/>
                  </a:lnTo>
                  <a:lnTo>
                    <a:pt x="12137" y="2397"/>
                  </a:lnTo>
                  <a:lnTo>
                    <a:pt x="12216" y="2282"/>
                  </a:lnTo>
                  <a:lnTo>
                    <a:pt x="12293" y="2173"/>
                  </a:lnTo>
                  <a:lnTo>
                    <a:pt x="12367" y="2064"/>
                  </a:lnTo>
                  <a:lnTo>
                    <a:pt x="12499" y="1857"/>
                  </a:lnTo>
                  <a:lnTo>
                    <a:pt x="10411" y="2640"/>
                  </a:lnTo>
                  <a:lnTo>
                    <a:pt x="10362" y="2653"/>
                  </a:lnTo>
                  <a:lnTo>
                    <a:pt x="10313" y="2664"/>
                  </a:lnTo>
                  <a:lnTo>
                    <a:pt x="10264" y="2668"/>
                  </a:lnTo>
                  <a:lnTo>
                    <a:pt x="10215" y="2668"/>
                  </a:lnTo>
                  <a:lnTo>
                    <a:pt x="10166" y="2666"/>
                  </a:lnTo>
                  <a:lnTo>
                    <a:pt x="10117" y="2657"/>
                  </a:lnTo>
                  <a:lnTo>
                    <a:pt x="10072" y="2642"/>
                  </a:lnTo>
                  <a:lnTo>
                    <a:pt x="10027" y="2625"/>
                  </a:lnTo>
                  <a:lnTo>
                    <a:pt x="9985" y="2604"/>
                  </a:lnTo>
                  <a:lnTo>
                    <a:pt x="9942" y="2576"/>
                  </a:lnTo>
                  <a:lnTo>
                    <a:pt x="9906" y="2544"/>
                  </a:lnTo>
                  <a:lnTo>
                    <a:pt x="9870" y="2510"/>
                  </a:lnTo>
                  <a:lnTo>
                    <a:pt x="9840" y="2474"/>
                  </a:lnTo>
                  <a:lnTo>
                    <a:pt x="9810" y="2433"/>
                  </a:lnTo>
                  <a:lnTo>
                    <a:pt x="9787" y="2388"/>
                  </a:lnTo>
                  <a:lnTo>
                    <a:pt x="9765" y="2344"/>
                  </a:lnTo>
                  <a:lnTo>
                    <a:pt x="9748" y="2292"/>
                  </a:lnTo>
                  <a:lnTo>
                    <a:pt x="9740" y="2243"/>
                  </a:lnTo>
                  <a:lnTo>
                    <a:pt x="9736" y="2192"/>
                  </a:lnTo>
                  <a:lnTo>
                    <a:pt x="9736" y="2145"/>
                  </a:lnTo>
                  <a:lnTo>
                    <a:pt x="9738" y="2096"/>
                  </a:lnTo>
                  <a:lnTo>
                    <a:pt x="9746" y="2049"/>
                  </a:lnTo>
                  <a:lnTo>
                    <a:pt x="9761" y="2002"/>
                  </a:lnTo>
                  <a:lnTo>
                    <a:pt x="9778" y="1958"/>
                  </a:lnTo>
                  <a:lnTo>
                    <a:pt x="9799" y="1915"/>
                  </a:lnTo>
                  <a:lnTo>
                    <a:pt x="9827" y="1872"/>
                  </a:lnTo>
                  <a:lnTo>
                    <a:pt x="9859" y="1836"/>
                  </a:lnTo>
                  <a:lnTo>
                    <a:pt x="9893" y="1800"/>
                  </a:lnTo>
                  <a:lnTo>
                    <a:pt x="9929" y="1768"/>
                  </a:lnTo>
                  <a:lnTo>
                    <a:pt x="9970" y="1740"/>
                  </a:lnTo>
                  <a:lnTo>
                    <a:pt x="10012" y="1714"/>
                  </a:lnTo>
                  <a:lnTo>
                    <a:pt x="10059" y="1695"/>
                  </a:lnTo>
                  <a:lnTo>
                    <a:pt x="13564" y="387"/>
                  </a:lnTo>
                  <a:lnTo>
                    <a:pt x="13590" y="379"/>
                  </a:lnTo>
                  <a:lnTo>
                    <a:pt x="13620" y="370"/>
                  </a:lnTo>
                  <a:lnTo>
                    <a:pt x="13649" y="364"/>
                  </a:lnTo>
                  <a:lnTo>
                    <a:pt x="13677" y="360"/>
                  </a:lnTo>
                  <a:lnTo>
                    <a:pt x="13707" y="358"/>
                  </a:lnTo>
                  <a:close/>
                  <a:moveTo>
                    <a:pt x="963" y="0"/>
                  </a:moveTo>
                  <a:lnTo>
                    <a:pt x="1014" y="4"/>
                  </a:lnTo>
                  <a:lnTo>
                    <a:pt x="1063" y="6"/>
                  </a:lnTo>
                  <a:lnTo>
                    <a:pt x="1112" y="12"/>
                  </a:lnTo>
                  <a:lnTo>
                    <a:pt x="1157" y="21"/>
                  </a:lnTo>
                  <a:lnTo>
                    <a:pt x="1206" y="31"/>
                  </a:lnTo>
                  <a:lnTo>
                    <a:pt x="1253" y="44"/>
                  </a:lnTo>
                  <a:lnTo>
                    <a:pt x="1295" y="61"/>
                  </a:lnTo>
                  <a:lnTo>
                    <a:pt x="1338" y="78"/>
                  </a:lnTo>
                  <a:lnTo>
                    <a:pt x="1383" y="98"/>
                  </a:lnTo>
                  <a:lnTo>
                    <a:pt x="1423" y="117"/>
                  </a:lnTo>
                  <a:lnTo>
                    <a:pt x="1466" y="140"/>
                  </a:lnTo>
                  <a:lnTo>
                    <a:pt x="1504" y="166"/>
                  </a:lnTo>
                  <a:lnTo>
                    <a:pt x="1543" y="193"/>
                  </a:lnTo>
                  <a:lnTo>
                    <a:pt x="1579" y="221"/>
                  </a:lnTo>
                  <a:lnTo>
                    <a:pt x="1613" y="253"/>
                  </a:lnTo>
                  <a:lnTo>
                    <a:pt x="1647" y="283"/>
                  </a:lnTo>
                  <a:lnTo>
                    <a:pt x="1679" y="317"/>
                  </a:lnTo>
                  <a:lnTo>
                    <a:pt x="1709" y="351"/>
                  </a:lnTo>
                  <a:lnTo>
                    <a:pt x="1739" y="390"/>
                  </a:lnTo>
                  <a:lnTo>
                    <a:pt x="1766" y="428"/>
                  </a:lnTo>
                  <a:lnTo>
                    <a:pt x="1790" y="466"/>
                  </a:lnTo>
                  <a:lnTo>
                    <a:pt x="1813" y="507"/>
                  </a:lnTo>
                  <a:lnTo>
                    <a:pt x="1833" y="547"/>
                  </a:lnTo>
                  <a:lnTo>
                    <a:pt x="1854" y="592"/>
                  </a:lnTo>
                  <a:lnTo>
                    <a:pt x="1871" y="635"/>
                  </a:lnTo>
                  <a:lnTo>
                    <a:pt x="1886" y="679"/>
                  </a:lnTo>
                  <a:lnTo>
                    <a:pt x="1899" y="724"/>
                  </a:lnTo>
                  <a:lnTo>
                    <a:pt x="1911" y="773"/>
                  </a:lnTo>
                  <a:lnTo>
                    <a:pt x="1918" y="820"/>
                  </a:lnTo>
                  <a:lnTo>
                    <a:pt x="1926" y="867"/>
                  </a:lnTo>
                  <a:lnTo>
                    <a:pt x="1928" y="916"/>
                  </a:lnTo>
                  <a:lnTo>
                    <a:pt x="1931" y="967"/>
                  </a:lnTo>
                  <a:lnTo>
                    <a:pt x="1931" y="19666"/>
                  </a:lnTo>
                  <a:lnTo>
                    <a:pt x="20632" y="19666"/>
                  </a:lnTo>
                  <a:lnTo>
                    <a:pt x="20683" y="19668"/>
                  </a:lnTo>
                  <a:lnTo>
                    <a:pt x="20732" y="19671"/>
                  </a:lnTo>
                  <a:lnTo>
                    <a:pt x="20781" y="19679"/>
                  </a:lnTo>
                  <a:lnTo>
                    <a:pt x="20828" y="19688"/>
                  </a:lnTo>
                  <a:lnTo>
                    <a:pt x="20875" y="19698"/>
                  </a:lnTo>
                  <a:lnTo>
                    <a:pt x="20922" y="19709"/>
                  </a:lnTo>
                  <a:lnTo>
                    <a:pt x="20964" y="19726"/>
                  </a:lnTo>
                  <a:lnTo>
                    <a:pt x="21009" y="19743"/>
                  </a:lnTo>
                  <a:lnTo>
                    <a:pt x="21052" y="19762"/>
                  </a:lnTo>
                  <a:lnTo>
                    <a:pt x="21092" y="19786"/>
                  </a:lnTo>
                  <a:lnTo>
                    <a:pt x="21135" y="19807"/>
                  </a:lnTo>
                  <a:lnTo>
                    <a:pt x="21173" y="19833"/>
                  </a:lnTo>
                  <a:lnTo>
                    <a:pt x="21212" y="19860"/>
                  </a:lnTo>
                  <a:lnTo>
                    <a:pt x="21248" y="19886"/>
                  </a:lnTo>
                  <a:lnTo>
                    <a:pt x="21282" y="19918"/>
                  </a:lnTo>
                  <a:lnTo>
                    <a:pt x="21316" y="19950"/>
                  </a:lnTo>
                  <a:lnTo>
                    <a:pt x="21348" y="19984"/>
                  </a:lnTo>
                  <a:lnTo>
                    <a:pt x="21380" y="20020"/>
                  </a:lnTo>
                  <a:lnTo>
                    <a:pt x="21408" y="20056"/>
                  </a:lnTo>
                  <a:lnTo>
                    <a:pt x="21435" y="20093"/>
                  </a:lnTo>
                  <a:lnTo>
                    <a:pt x="21459" y="20131"/>
                  </a:lnTo>
                  <a:lnTo>
                    <a:pt x="21482" y="20171"/>
                  </a:lnTo>
                  <a:lnTo>
                    <a:pt x="21506" y="20214"/>
                  </a:lnTo>
                  <a:lnTo>
                    <a:pt x="21525" y="20257"/>
                  </a:lnTo>
                  <a:lnTo>
                    <a:pt x="21542" y="20301"/>
                  </a:lnTo>
                  <a:lnTo>
                    <a:pt x="21557" y="20346"/>
                  </a:lnTo>
                  <a:lnTo>
                    <a:pt x="21568" y="20391"/>
                  </a:lnTo>
                  <a:lnTo>
                    <a:pt x="21580" y="20440"/>
                  </a:lnTo>
                  <a:lnTo>
                    <a:pt x="21587" y="20485"/>
                  </a:lnTo>
                  <a:lnTo>
                    <a:pt x="21595" y="20534"/>
                  </a:lnTo>
                  <a:lnTo>
                    <a:pt x="21597" y="20585"/>
                  </a:lnTo>
                  <a:lnTo>
                    <a:pt x="21600" y="20634"/>
                  </a:lnTo>
                  <a:lnTo>
                    <a:pt x="21597" y="20683"/>
                  </a:lnTo>
                  <a:lnTo>
                    <a:pt x="21595" y="20732"/>
                  </a:lnTo>
                  <a:lnTo>
                    <a:pt x="21587" y="20781"/>
                  </a:lnTo>
                  <a:lnTo>
                    <a:pt x="21580" y="20826"/>
                  </a:lnTo>
                  <a:lnTo>
                    <a:pt x="21568" y="20875"/>
                  </a:lnTo>
                  <a:lnTo>
                    <a:pt x="21557" y="20922"/>
                  </a:lnTo>
                  <a:lnTo>
                    <a:pt x="21542" y="20964"/>
                  </a:lnTo>
                  <a:lnTo>
                    <a:pt x="21525" y="21009"/>
                  </a:lnTo>
                  <a:lnTo>
                    <a:pt x="21506" y="21052"/>
                  </a:lnTo>
                  <a:lnTo>
                    <a:pt x="21482" y="21094"/>
                  </a:lnTo>
                  <a:lnTo>
                    <a:pt x="21459" y="21135"/>
                  </a:lnTo>
                  <a:lnTo>
                    <a:pt x="21435" y="21173"/>
                  </a:lnTo>
                  <a:lnTo>
                    <a:pt x="21408" y="21212"/>
                  </a:lnTo>
                  <a:lnTo>
                    <a:pt x="21380" y="21248"/>
                  </a:lnTo>
                  <a:lnTo>
                    <a:pt x="21348" y="21282"/>
                  </a:lnTo>
                  <a:lnTo>
                    <a:pt x="21316" y="21316"/>
                  </a:lnTo>
                  <a:lnTo>
                    <a:pt x="21282" y="21348"/>
                  </a:lnTo>
                  <a:lnTo>
                    <a:pt x="21248" y="21380"/>
                  </a:lnTo>
                  <a:lnTo>
                    <a:pt x="21212" y="21406"/>
                  </a:lnTo>
                  <a:lnTo>
                    <a:pt x="21173" y="21435"/>
                  </a:lnTo>
                  <a:lnTo>
                    <a:pt x="21135" y="21459"/>
                  </a:lnTo>
                  <a:lnTo>
                    <a:pt x="21092" y="21484"/>
                  </a:lnTo>
                  <a:lnTo>
                    <a:pt x="21052" y="21504"/>
                  </a:lnTo>
                  <a:lnTo>
                    <a:pt x="21009" y="21523"/>
                  </a:lnTo>
                  <a:lnTo>
                    <a:pt x="20964" y="21540"/>
                  </a:lnTo>
                  <a:lnTo>
                    <a:pt x="20922" y="21557"/>
                  </a:lnTo>
                  <a:lnTo>
                    <a:pt x="20875" y="21568"/>
                  </a:lnTo>
                  <a:lnTo>
                    <a:pt x="20828" y="21580"/>
                  </a:lnTo>
                  <a:lnTo>
                    <a:pt x="20781" y="21589"/>
                  </a:lnTo>
                  <a:lnTo>
                    <a:pt x="20732" y="21595"/>
                  </a:lnTo>
                  <a:lnTo>
                    <a:pt x="20683" y="21597"/>
                  </a:lnTo>
                  <a:lnTo>
                    <a:pt x="20632" y="21600"/>
                  </a:lnTo>
                  <a:lnTo>
                    <a:pt x="963" y="21600"/>
                  </a:lnTo>
                  <a:lnTo>
                    <a:pt x="914" y="21597"/>
                  </a:lnTo>
                  <a:lnTo>
                    <a:pt x="865" y="21595"/>
                  </a:lnTo>
                  <a:lnTo>
                    <a:pt x="816" y="21589"/>
                  </a:lnTo>
                  <a:lnTo>
                    <a:pt x="769" y="21580"/>
                  </a:lnTo>
                  <a:lnTo>
                    <a:pt x="724" y="21568"/>
                  </a:lnTo>
                  <a:lnTo>
                    <a:pt x="677" y="21557"/>
                  </a:lnTo>
                  <a:lnTo>
                    <a:pt x="630" y="21540"/>
                  </a:lnTo>
                  <a:lnTo>
                    <a:pt x="588" y="21523"/>
                  </a:lnTo>
                  <a:lnTo>
                    <a:pt x="543" y="21504"/>
                  </a:lnTo>
                  <a:lnTo>
                    <a:pt x="503" y="21484"/>
                  </a:lnTo>
                  <a:lnTo>
                    <a:pt x="464" y="21459"/>
                  </a:lnTo>
                  <a:lnTo>
                    <a:pt x="424" y="21435"/>
                  </a:lnTo>
                  <a:lnTo>
                    <a:pt x="387" y="21406"/>
                  </a:lnTo>
                  <a:lnTo>
                    <a:pt x="349" y="21380"/>
                  </a:lnTo>
                  <a:lnTo>
                    <a:pt x="313" y="21348"/>
                  </a:lnTo>
                  <a:lnTo>
                    <a:pt x="279" y="21316"/>
                  </a:lnTo>
                  <a:lnTo>
                    <a:pt x="249" y="21282"/>
                  </a:lnTo>
                  <a:lnTo>
                    <a:pt x="219" y="21248"/>
                  </a:lnTo>
                  <a:lnTo>
                    <a:pt x="189" y="21212"/>
                  </a:lnTo>
                  <a:lnTo>
                    <a:pt x="164" y="21173"/>
                  </a:lnTo>
                  <a:lnTo>
                    <a:pt x="136" y="21135"/>
                  </a:lnTo>
                  <a:lnTo>
                    <a:pt x="115" y="21094"/>
                  </a:lnTo>
                  <a:lnTo>
                    <a:pt x="93" y="21052"/>
                  </a:lnTo>
                  <a:lnTo>
                    <a:pt x="74" y="21009"/>
                  </a:lnTo>
                  <a:lnTo>
                    <a:pt x="57" y="20964"/>
                  </a:lnTo>
                  <a:lnTo>
                    <a:pt x="42" y="20922"/>
                  </a:lnTo>
                  <a:lnTo>
                    <a:pt x="27" y="20875"/>
                  </a:lnTo>
                  <a:lnTo>
                    <a:pt x="19" y="20826"/>
                  </a:lnTo>
                  <a:lnTo>
                    <a:pt x="8" y="20781"/>
                  </a:lnTo>
                  <a:lnTo>
                    <a:pt x="4" y="20732"/>
                  </a:lnTo>
                  <a:lnTo>
                    <a:pt x="0" y="20683"/>
                  </a:lnTo>
                  <a:lnTo>
                    <a:pt x="0" y="20634"/>
                  </a:lnTo>
                  <a:lnTo>
                    <a:pt x="0" y="967"/>
                  </a:lnTo>
                  <a:lnTo>
                    <a:pt x="0" y="916"/>
                  </a:lnTo>
                  <a:lnTo>
                    <a:pt x="4" y="867"/>
                  </a:lnTo>
                  <a:lnTo>
                    <a:pt x="8" y="820"/>
                  </a:lnTo>
                  <a:lnTo>
                    <a:pt x="19" y="773"/>
                  </a:lnTo>
                  <a:lnTo>
                    <a:pt x="27" y="724"/>
                  </a:lnTo>
                  <a:lnTo>
                    <a:pt x="42" y="679"/>
                  </a:lnTo>
                  <a:lnTo>
                    <a:pt x="57" y="635"/>
                  </a:lnTo>
                  <a:lnTo>
                    <a:pt x="74" y="592"/>
                  </a:lnTo>
                  <a:lnTo>
                    <a:pt x="93" y="547"/>
                  </a:lnTo>
                  <a:lnTo>
                    <a:pt x="115" y="507"/>
                  </a:lnTo>
                  <a:lnTo>
                    <a:pt x="136" y="466"/>
                  </a:lnTo>
                  <a:lnTo>
                    <a:pt x="164" y="428"/>
                  </a:lnTo>
                  <a:lnTo>
                    <a:pt x="189" y="390"/>
                  </a:lnTo>
                  <a:lnTo>
                    <a:pt x="219" y="351"/>
                  </a:lnTo>
                  <a:lnTo>
                    <a:pt x="249" y="317"/>
                  </a:lnTo>
                  <a:lnTo>
                    <a:pt x="279" y="283"/>
                  </a:lnTo>
                  <a:lnTo>
                    <a:pt x="313" y="253"/>
                  </a:lnTo>
                  <a:lnTo>
                    <a:pt x="349" y="221"/>
                  </a:lnTo>
                  <a:lnTo>
                    <a:pt x="387" y="193"/>
                  </a:lnTo>
                  <a:lnTo>
                    <a:pt x="424" y="166"/>
                  </a:lnTo>
                  <a:lnTo>
                    <a:pt x="464" y="140"/>
                  </a:lnTo>
                  <a:lnTo>
                    <a:pt x="503" y="117"/>
                  </a:lnTo>
                  <a:lnTo>
                    <a:pt x="543" y="98"/>
                  </a:lnTo>
                  <a:lnTo>
                    <a:pt x="588" y="78"/>
                  </a:lnTo>
                  <a:lnTo>
                    <a:pt x="630" y="61"/>
                  </a:lnTo>
                  <a:lnTo>
                    <a:pt x="677" y="44"/>
                  </a:lnTo>
                  <a:lnTo>
                    <a:pt x="724" y="31"/>
                  </a:lnTo>
                  <a:lnTo>
                    <a:pt x="769" y="21"/>
                  </a:lnTo>
                  <a:lnTo>
                    <a:pt x="816" y="12"/>
                  </a:lnTo>
                  <a:lnTo>
                    <a:pt x="865" y="6"/>
                  </a:lnTo>
                  <a:lnTo>
                    <a:pt x="914" y="4"/>
                  </a:lnTo>
                  <a:lnTo>
                    <a:pt x="963" y="0"/>
                  </a:lnTo>
                  <a:close/>
                </a:path>
              </a:pathLst>
            </a:custGeom>
            <a:solidFill>
              <a:srgbClr val="FFFFFF"/>
            </a:solidFill>
            <a:ln w="9525" cmpd="sng" cap="flat">
              <a:noFill/>
              <a:prstDash val="solid"/>
              <a:round/>
            </a:ln>
          </p:spPr>
          <p:txBody>
            <a:bodyPr rtlCol="0" anchor="ctr"/>
            <a:lstStyle/>
            <a:p>
              <a:pPr algn="ctr"/>
            </a:p>
          </p:txBody>
        </p:sp>
      </p:grpSp>
      <p:sp>
        <p:nvSpPr>
          <p:cNvPr id="545" name="矩形"/>
          <p:cNvSpPr>
            <a:spLocks/>
          </p:cNvSpPr>
          <p:nvPr/>
        </p:nvSpPr>
        <p:spPr>
          <a:xfrm rot="0">
            <a:off x="202454" y="262105"/>
            <a:ext cx="3119866" cy="546100"/>
          </a:xfrm>
          <a:prstGeom prst="rect"/>
          <a:noFill/>
          <a:ln w="9525" cmpd="sng" cap="flat">
            <a:noFill/>
            <a:prstDash val="solid"/>
            <a:round/>
          </a:ln>
        </p:spPr>
        <p:txBody>
          <a:bodyPr vert="horz" wrap="square" lIns="90000" tIns="46800" rIns="90000" bIns="46800" anchor="ctr" anchorCtr="0">
            <a:prstTxWarp prst="textNoShape"/>
          </a:bodyPr>
          <a:lstStyle/>
          <a:p>
            <a:pPr marL="0" indent="0" algn="l" eaLnBrk="1" fontAlgn="base" latinLnBrk="0" hangingPunct="1">
              <a:lnSpc>
                <a:spcPct val="100000"/>
              </a:lnSpc>
              <a:spcBef>
                <a:spcPts val="0"/>
              </a:spcBef>
              <a:spcAft>
                <a:spcPts val="0"/>
              </a:spcAft>
              <a:buNone/>
            </a:pPr>
            <a:r>
              <a:rPr lang="zh-CN" altLang="en-US" sz="3200" b="1" i="0" u="none" strike="noStrike" kern="1200" cap="none" spc="300" baseline="0">
                <a:solidFill>
                  <a:schemeClr val="tx2"/>
                </a:solidFill>
                <a:latin typeface="微软雅黑" pitchFamily="0" charset="0"/>
                <a:ea typeface="微软雅黑" pitchFamily="0" charset="0"/>
                <a:cs typeface="Calibri" pitchFamily="0" charset="0"/>
              </a:rPr>
              <a:t>四、规范内容</a:t>
            </a:r>
            <a:endParaRPr lang="zh-CN" altLang="en-US" sz="3200" b="1" i="0" u="none" strike="noStrike" kern="1200" cap="none" spc="300" baseline="0">
              <a:solidFill>
                <a:schemeClr val="tx2"/>
              </a:solidFill>
              <a:latin typeface="微软雅黑" pitchFamily="0" charset="0"/>
              <a:ea typeface="微软雅黑" pitchFamily="0" charset="0"/>
              <a:cs typeface="Calibri" pitchFamily="0" charset="0"/>
            </a:endParaRPr>
          </a:p>
        </p:txBody>
      </p:sp>
      <p:grpSp>
        <p:nvGrpSpPr>
          <p:cNvPr id="549" name="组合"/>
          <p:cNvGrpSpPr>
            <a:grpSpLocks/>
          </p:cNvGrpSpPr>
          <p:nvPr/>
        </p:nvGrpSpPr>
        <p:grpSpPr>
          <a:xfrm>
            <a:off x="2990918" y="470510"/>
            <a:ext cx="403698" cy="141983"/>
            <a:chOff x="2990918" y="470510"/>
            <a:chExt cx="403698" cy="141983"/>
          </a:xfrm>
        </p:grpSpPr>
        <p:sp>
          <p:nvSpPr>
            <p:cNvPr id="546" name="燕尾形"/>
            <p:cNvSpPr>
              <a:spLocks/>
            </p:cNvSpPr>
            <p:nvPr/>
          </p:nvSpPr>
          <p:spPr>
            <a:xfrm rot="0">
              <a:off x="2990918" y="470510"/>
              <a:ext cx="144568" cy="141983"/>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547" name="燕尾形"/>
            <p:cNvSpPr>
              <a:spLocks/>
            </p:cNvSpPr>
            <p:nvPr/>
          </p:nvSpPr>
          <p:spPr>
            <a:xfrm rot="0">
              <a:off x="3120482" y="470510"/>
              <a:ext cx="144568" cy="141983"/>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548" name="燕尾形"/>
            <p:cNvSpPr>
              <a:spLocks/>
            </p:cNvSpPr>
            <p:nvPr/>
          </p:nvSpPr>
          <p:spPr>
            <a:xfrm rot="0">
              <a:off x="3250047" y="470510"/>
              <a:ext cx="144568" cy="141983"/>
            </a:xfrm>
            <a:prstGeom prst="chevron">
              <a:avLst>
                <a:gd name="adj" fmla="val 50910"/>
              </a:avLst>
            </a:prstGeom>
            <a:solidFill>
              <a:srgbClr val="FF6600"/>
            </a:solidFill>
            <a:ln w="12700" cmpd="sng" cap="flat">
              <a:noFill/>
              <a:prstDash val="solid"/>
              <a:round/>
            </a:ln>
          </p:spPr>
          <p:txBody>
            <a:bodyPr rtlCol="0" anchor="ctr"/>
            <a:lstStyle/>
            <a:p>
              <a:pPr algn="ctr"/>
            </a:p>
          </p:txBody>
        </p:sp>
      </p:grpSp>
      <p:sp>
        <p:nvSpPr>
          <p:cNvPr id="550" name="矩形"/>
          <p:cNvSpPr>
            <a:spLocks/>
          </p:cNvSpPr>
          <p:nvPr/>
        </p:nvSpPr>
        <p:spPr>
          <a:xfrm rot="0">
            <a:off x="3451885" y="302752"/>
            <a:ext cx="4751589" cy="451793"/>
          </a:xfrm>
          <a:prstGeom prst="rect"/>
          <a:solidFill>
            <a:schemeClr val="accent1"/>
          </a:solidFill>
          <a:ln w="9525" cmpd="sng" cap="flat">
            <a:noFill/>
            <a:prstDash val="solid"/>
            <a:round/>
          </a:ln>
        </p:spPr>
        <p:txBody>
          <a:bodyPr vert="horz" wrap="square" lIns="91440" tIns="45720" rIns="91440" bIns="45720" anchor="ctr" anchorCtr="0">
            <a:prstTxWarp prst="textNoShape"/>
          </a:bodyPr>
          <a:lstStyle/>
          <a:p>
            <a:pPr marL="0" indent="0" algn="ctr">
              <a:lnSpc>
                <a:spcPct val="120000"/>
              </a:lnSpc>
              <a:spcBef>
                <a:spcPts val="0"/>
              </a:spcBef>
              <a:spcAft>
                <a:spcPts val="0"/>
              </a:spcAft>
              <a:buNone/>
            </a:pPr>
            <a:r>
              <a:rPr lang="zh-CN" altLang="en-US" sz="2300" b="1" i="0" u="none" strike="noStrike" kern="1200" cap="none" spc="0" baseline="0">
                <a:solidFill>
                  <a:srgbClr val="FFFFFF"/>
                </a:solidFill>
                <a:latin typeface="微软雅黑" pitchFamily="0" charset="0"/>
                <a:ea typeface="微软雅黑" pitchFamily="0" charset="0"/>
                <a:cs typeface="Calibri" pitchFamily="0" charset="0"/>
              </a:rPr>
              <a:t>第五章 工程运行管护（</a:t>
            </a:r>
            <a:r>
              <a:rPr lang="zh-CN" altLang="en-US" sz="1900" b="1" i="0" u="none" strike="noStrike" kern="1200" cap="none" spc="0" baseline="0">
                <a:solidFill>
                  <a:srgbClr val="FFFFFF"/>
                </a:solidFill>
                <a:latin typeface="微软雅黑" pitchFamily="0" charset="0"/>
                <a:ea typeface="微软雅黑" pitchFamily="0" charset="0"/>
                <a:cs typeface="Calibri" pitchFamily="0" charset="0"/>
              </a:rPr>
              <a:t>第二十二条</a:t>
            </a:r>
            <a:r>
              <a:rPr lang="zh-CN" altLang="en-US" sz="2300" b="1" i="0" u="none" strike="noStrike" kern="1200" cap="none" spc="0" baseline="0">
                <a:solidFill>
                  <a:srgbClr val="FFFFFF"/>
                </a:solidFill>
                <a:latin typeface="微软雅黑" pitchFamily="0" charset="0"/>
                <a:ea typeface="微软雅黑" pitchFamily="0" charset="0"/>
                <a:cs typeface="Calibri" pitchFamily="0" charset="0"/>
              </a:rPr>
              <a:t>）</a:t>
            </a:r>
            <a:endParaRPr lang="zh-CN" altLang="en-US" sz="2300" b="1" i="0" u="none" strike="noStrike" kern="1200" cap="none" spc="0" baseline="0">
              <a:solidFill>
                <a:srgbClr val="FFFFFF"/>
              </a:solidFill>
              <a:latin typeface="微软雅黑" pitchFamily="0" charset="0"/>
              <a:ea typeface="微软雅黑" pitchFamily="0" charset="0"/>
              <a:cs typeface="Calibri" pitchFamily="0" charset="0"/>
            </a:endParaRPr>
          </a:p>
        </p:txBody>
      </p:sp>
    </p:spTree>
    <p:extLst>
      <p:ext uri="{BB962C8B-B14F-4D97-AF65-F5344CB8AC3E}">
        <p14:creationId xmlns:p14="http://schemas.microsoft.com/office/powerpoint/2010/main" val="1038358280"/>
      </p:ext>
    </p:extLst>
  </p:cSld>
  <p:clrMapOvr>
    <a:masterClrMapping/>
  </p:clrMapOvr>
</p:sld>
</file>

<file path=ppt/slides/slide1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554" name="矩形"/>
          <p:cNvSpPr>
            <a:spLocks/>
          </p:cNvSpPr>
          <p:nvPr/>
        </p:nvSpPr>
        <p:spPr>
          <a:xfrm rot="0">
            <a:off x="1571624" y="912813"/>
            <a:ext cx="10620375" cy="117792"/>
          </a:xfrm>
          <a:prstGeom prst="rect"/>
          <a:solidFill>
            <a:srgbClr val="0070C0"/>
          </a:solidFill>
          <a:ln w="9525" cmpd="sng" cap="flat">
            <a:solidFill>
              <a:srgbClr val="0070C0"/>
            </a:solidFill>
            <a:prstDash val="solid"/>
            <a:round/>
          </a:ln>
        </p:spPr>
        <p:txBody>
          <a:bodyPr rtlCol="0" anchor="ctr"/>
          <a:lstStyle/>
          <a:p>
            <a:pPr algn="ctr"/>
          </a:p>
        </p:txBody>
      </p:sp>
      <p:sp>
        <p:nvSpPr>
          <p:cNvPr id="555" name="直线"/>
          <p:cNvSpPr>
            <a:spLocks/>
          </p:cNvSpPr>
          <p:nvPr/>
        </p:nvSpPr>
        <p:spPr>
          <a:xfrm rot="0">
            <a:off x="0" y="843074"/>
            <a:ext cx="12204001" cy="0"/>
          </a:xfrm>
          <a:prstGeom prst="line"/>
          <a:noFill/>
          <a:ln w="28575" cmpd="sng" cap="flat">
            <a:solidFill>
              <a:srgbClr val="0070C0"/>
            </a:solidFill>
            <a:prstDash val="solid"/>
            <a:round/>
          </a:ln>
        </p:spPr>
        <p:txBody>
          <a:bodyPr rtlCol="0" anchor="ctr"/>
          <a:lstStyle/>
          <a:p>
            <a:pPr algn="ctr"/>
          </a:p>
        </p:txBody>
      </p:sp>
      <p:sp>
        <p:nvSpPr>
          <p:cNvPr id="556" name="矩形"/>
          <p:cNvSpPr>
            <a:spLocks/>
          </p:cNvSpPr>
          <p:nvPr/>
        </p:nvSpPr>
        <p:spPr>
          <a:xfrm rot="0">
            <a:off x="0" y="912813"/>
            <a:ext cx="1571624" cy="117792"/>
          </a:xfrm>
          <a:prstGeom prst="rect"/>
          <a:solidFill>
            <a:srgbClr val="0070C0"/>
          </a:solidFill>
          <a:ln w="9525" cmpd="sng" cap="flat">
            <a:solidFill>
              <a:srgbClr val="0070C0"/>
            </a:solidFill>
            <a:prstDash val="solid"/>
            <a:round/>
          </a:ln>
        </p:spPr>
        <p:txBody>
          <a:bodyPr rtlCol="0" anchor="ctr"/>
          <a:lstStyle/>
          <a:p>
            <a:pPr algn="ctr"/>
          </a:p>
        </p:txBody>
      </p:sp>
      <p:grpSp>
        <p:nvGrpSpPr>
          <p:cNvPr id="560" name="组合"/>
          <p:cNvGrpSpPr>
            <a:grpSpLocks/>
          </p:cNvGrpSpPr>
          <p:nvPr/>
        </p:nvGrpSpPr>
        <p:grpSpPr>
          <a:xfrm>
            <a:off x="622934" y="1651635"/>
            <a:ext cx="10945495" cy="1999488"/>
            <a:chOff x="622934" y="1651635"/>
            <a:chExt cx="10945495" cy="1999488"/>
          </a:xfrm>
        </p:grpSpPr>
        <p:sp>
          <p:nvSpPr>
            <p:cNvPr id="558" name="矩形"/>
            <p:cNvSpPr>
              <a:spLocks/>
            </p:cNvSpPr>
            <p:nvPr/>
          </p:nvSpPr>
          <p:spPr>
            <a:xfrm rot="0">
              <a:off x="622934" y="2305050"/>
              <a:ext cx="10945495" cy="1346073"/>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86000"/>
                </a:lnSpc>
                <a:spcBef>
                  <a:spcPts val="0"/>
                </a:spcBef>
                <a:spcAft>
                  <a:spcPts val="0"/>
                </a:spcAft>
                <a:buNone/>
              </a:pPr>
              <a:r>
                <a:rPr lang="zh-CN" altLang="en-US" sz="2000" b="0" i="0" u="none" strike="noStrike" kern="1200" cap="none" spc="0" baseline="0">
                  <a:solidFill>
                    <a:srgbClr val="000000"/>
                  </a:solidFill>
                  <a:latin typeface="微软雅黑" pitchFamily="0" charset="0"/>
                  <a:ea typeface="微软雅黑" pitchFamily="0" charset="0"/>
                  <a:cs typeface="微软雅黑" pitchFamily="0" charset="0"/>
                </a:rPr>
                <a:t>本办法由省自然资源厅负责解释。市、县级自然资源主管部门可以参照本办法，结合当地实际，制定本地区地质灾害防治项目管理制度，报上一级自然资源主管部门备案。</a:t>
              </a:r>
              <a:endParaRPr lang="zh-CN" altLang="en-US" sz="2000" b="0" i="0" u="none" strike="noStrike" kern="1200" cap="none" spc="0" baseline="0">
                <a:solidFill>
                  <a:srgbClr val="000000"/>
                </a:solidFill>
                <a:latin typeface="微软雅黑" pitchFamily="0" charset="0"/>
                <a:ea typeface="微软雅黑" pitchFamily="0" charset="0"/>
                <a:cs typeface="微软雅黑" pitchFamily="0" charset="0"/>
              </a:endParaRPr>
            </a:p>
          </p:txBody>
        </p:sp>
        <p:sp>
          <p:nvSpPr>
            <p:cNvPr id="559" name="矩形"/>
            <p:cNvSpPr>
              <a:spLocks/>
            </p:cNvSpPr>
            <p:nvPr/>
          </p:nvSpPr>
          <p:spPr>
            <a:xfrm rot="0">
              <a:off x="622934" y="1651635"/>
              <a:ext cx="5473064" cy="796861"/>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86000"/>
                </a:lnSpc>
                <a:spcBef>
                  <a:spcPts val="0"/>
                </a:spcBef>
                <a:spcAft>
                  <a:spcPts val="0"/>
                </a:spcAft>
                <a:buNone/>
              </a:pPr>
              <a:r>
                <a:rPr lang="zh-CN" altLang="en-US" sz="2015" b="1" i="0" u="none" strike="noStrike" kern="1200" cap="none" spc="0" baseline="0">
                  <a:solidFill>
                    <a:srgbClr val="5B9BD5"/>
                  </a:solidFill>
                  <a:latin typeface="微软雅黑" pitchFamily="0" charset="0"/>
                  <a:ea typeface="微软雅黑" pitchFamily="0" charset="0"/>
                  <a:cs typeface="微软雅黑" pitchFamily="0" charset="0"/>
                </a:rPr>
                <a:t>第二十七条</a:t>
              </a:r>
              <a:endParaRPr lang="zh-CN" altLang="en-US" sz="2015" b="1" i="0" u="none" strike="noStrike" kern="1200" cap="none" spc="0" baseline="0">
                <a:solidFill>
                  <a:srgbClr val="5B9BD5"/>
                </a:solidFill>
                <a:latin typeface="微软雅黑" pitchFamily="0" charset="0"/>
                <a:ea typeface="微软雅黑" pitchFamily="0" charset="0"/>
                <a:cs typeface="微软雅黑" pitchFamily="0" charset="0"/>
              </a:endParaRPr>
            </a:p>
          </p:txBody>
        </p:sp>
      </p:grpSp>
      <p:grpSp>
        <p:nvGrpSpPr>
          <p:cNvPr id="563" name="组合"/>
          <p:cNvGrpSpPr>
            <a:grpSpLocks/>
          </p:cNvGrpSpPr>
          <p:nvPr/>
        </p:nvGrpSpPr>
        <p:grpSpPr>
          <a:xfrm>
            <a:off x="622934" y="3965575"/>
            <a:ext cx="10398126" cy="1426146"/>
            <a:chOff x="622934" y="3965575"/>
            <a:chExt cx="10398126" cy="1426146"/>
          </a:xfrm>
        </p:grpSpPr>
        <p:sp>
          <p:nvSpPr>
            <p:cNvPr id="561" name="矩形"/>
            <p:cNvSpPr>
              <a:spLocks/>
            </p:cNvSpPr>
            <p:nvPr/>
          </p:nvSpPr>
          <p:spPr>
            <a:xfrm rot="0">
              <a:off x="622934" y="4594860"/>
              <a:ext cx="10398126" cy="796861"/>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86000"/>
                </a:lnSpc>
                <a:spcBef>
                  <a:spcPts val="0"/>
                </a:spcBef>
                <a:spcAft>
                  <a:spcPts val="0"/>
                </a:spcAft>
                <a:buNone/>
              </a:pPr>
              <a:r>
                <a:rPr lang="zh-CN" altLang="en-US" sz="2000" b="0" i="0" u="none" strike="noStrike" kern="1200" cap="none" spc="0" baseline="0">
                  <a:solidFill>
                    <a:srgbClr val="000000"/>
                  </a:solidFill>
                  <a:latin typeface="微软雅黑" pitchFamily="0" charset="0"/>
                  <a:ea typeface="微软雅黑" pitchFamily="0" charset="0"/>
                  <a:cs typeface="微软雅黑" pitchFamily="0" charset="0"/>
                </a:rPr>
                <a:t>本办法自印发之日起施行,</a:t>
              </a:r>
              <a:r>
                <a:rPr lang="zh-CN" altLang="en-US" sz="2000" b="1" i="0" u="none" strike="noStrike" kern="1200" cap="none" spc="0" baseline="0">
                  <a:solidFill>
                    <a:srgbClr val="0000FF"/>
                  </a:solidFill>
                  <a:latin typeface="微软雅黑" pitchFamily="0" charset="0"/>
                  <a:ea typeface="微软雅黑" pitchFamily="0" charset="0"/>
                  <a:cs typeface="微软雅黑" pitchFamily="0" charset="0"/>
                </a:rPr>
                <a:t>有效期5年</a:t>
              </a:r>
              <a:r>
                <a:rPr lang="zh-CN" altLang="en-US" sz="2000" b="0" i="0" u="none" strike="noStrike" kern="1200" cap="none" spc="0" baseline="0">
                  <a:solidFill>
                    <a:srgbClr val="000000"/>
                  </a:solidFill>
                  <a:latin typeface="微软雅黑" pitchFamily="0" charset="0"/>
                  <a:ea typeface="微软雅黑" pitchFamily="0" charset="0"/>
                  <a:cs typeface="微软雅黑" pitchFamily="0" charset="0"/>
                </a:rPr>
                <a:t>。</a:t>
              </a:r>
              <a:endParaRPr lang="zh-CN" altLang="en-US" sz="2000" b="0" i="0" u="none" strike="noStrike" kern="1200" cap="none" spc="0" baseline="0">
                <a:solidFill>
                  <a:srgbClr val="000000"/>
                </a:solidFill>
                <a:latin typeface="微软雅黑" pitchFamily="0" charset="0"/>
                <a:ea typeface="微软雅黑" pitchFamily="0" charset="0"/>
                <a:cs typeface="微软雅黑" pitchFamily="0" charset="0"/>
              </a:endParaRPr>
            </a:p>
          </p:txBody>
        </p:sp>
        <p:sp>
          <p:nvSpPr>
            <p:cNvPr id="562" name="矩形"/>
            <p:cNvSpPr>
              <a:spLocks/>
            </p:cNvSpPr>
            <p:nvPr/>
          </p:nvSpPr>
          <p:spPr>
            <a:xfrm rot="0">
              <a:off x="622934" y="3965575"/>
              <a:ext cx="5124450" cy="796861"/>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86000"/>
                </a:lnSpc>
                <a:spcBef>
                  <a:spcPts val="0"/>
                </a:spcBef>
                <a:spcAft>
                  <a:spcPts val="0"/>
                </a:spcAft>
                <a:buNone/>
              </a:pPr>
              <a:r>
                <a:rPr lang="zh-CN" altLang="en-US" sz="2015" b="1" i="0" u="none" strike="noStrike" kern="1200" cap="none" spc="0" baseline="0">
                  <a:solidFill>
                    <a:srgbClr val="5B9BD5"/>
                  </a:solidFill>
                  <a:latin typeface="微软雅黑" pitchFamily="0" charset="0"/>
                  <a:ea typeface="微软雅黑" pitchFamily="0" charset="0"/>
                  <a:cs typeface="微软雅黑" pitchFamily="0" charset="0"/>
                </a:rPr>
                <a:t>第二十八条</a:t>
              </a:r>
              <a:endParaRPr lang="zh-CN" altLang="en-US" sz="2015" b="1" i="0" u="none" strike="noStrike" kern="1200" cap="none" spc="0" baseline="0">
                <a:solidFill>
                  <a:srgbClr val="5B9BD5"/>
                </a:solidFill>
                <a:latin typeface="微软雅黑" pitchFamily="0" charset="0"/>
                <a:ea typeface="微软雅黑" pitchFamily="0" charset="0"/>
                <a:cs typeface="微软雅黑" pitchFamily="0" charset="0"/>
              </a:endParaRPr>
            </a:p>
          </p:txBody>
        </p:sp>
      </p:grpSp>
      <p:sp>
        <p:nvSpPr>
          <p:cNvPr id="631" name="矩形"/>
          <p:cNvSpPr>
            <a:spLocks/>
          </p:cNvSpPr>
          <p:nvPr/>
        </p:nvSpPr>
        <p:spPr>
          <a:xfrm rot="0">
            <a:off x="202454" y="262105"/>
            <a:ext cx="3119866" cy="546100"/>
          </a:xfrm>
          <a:prstGeom prst="rect"/>
          <a:noFill/>
          <a:ln w="9525" cmpd="sng" cap="flat">
            <a:noFill/>
            <a:prstDash val="solid"/>
            <a:round/>
          </a:ln>
        </p:spPr>
        <p:txBody>
          <a:bodyPr vert="horz" wrap="square" lIns="90000" tIns="46800" rIns="90000" bIns="46800" anchor="ctr" anchorCtr="0">
            <a:prstTxWarp prst="textNoShape"/>
          </a:bodyPr>
          <a:lstStyle/>
          <a:p>
            <a:pPr marL="0" indent="0" algn="l" eaLnBrk="1" fontAlgn="auto" latinLnBrk="0" hangingPunct="1">
              <a:lnSpc>
                <a:spcPct val="100000"/>
              </a:lnSpc>
              <a:spcBef>
                <a:spcPts val="0"/>
              </a:spcBef>
              <a:spcAft>
                <a:spcPts val="0"/>
              </a:spcAft>
              <a:buNone/>
            </a:pPr>
            <a:r>
              <a:rPr lang="zh-CN" altLang="en-US" sz="3200" b="1" i="0" u="none" strike="noStrike" kern="1200" cap="none" spc="300" baseline="0">
                <a:solidFill>
                  <a:schemeClr val="tx2"/>
                </a:solidFill>
                <a:latin typeface="微软雅黑" pitchFamily="0" charset="0"/>
                <a:ea typeface="微软雅黑" pitchFamily="0" charset="0"/>
                <a:cs typeface="Calibri" pitchFamily="0" charset="0"/>
              </a:rPr>
              <a:t>四、规范内容</a:t>
            </a:r>
            <a:endParaRPr lang="zh-CN" altLang="en-US" sz="3200" b="1" i="0" u="none" strike="noStrike" kern="1200" cap="none" spc="300" baseline="0">
              <a:solidFill>
                <a:schemeClr val="tx2"/>
              </a:solidFill>
              <a:latin typeface="微软雅黑" pitchFamily="0" charset="0"/>
              <a:ea typeface="微软雅黑" pitchFamily="0" charset="0"/>
              <a:cs typeface="Calibri" pitchFamily="0" charset="0"/>
            </a:endParaRPr>
          </a:p>
        </p:txBody>
      </p:sp>
      <p:grpSp>
        <p:nvGrpSpPr>
          <p:cNvPr id="635" name="组合"/>
          <p:cNvGrpSpPr>
            <a:grpSpLocks/>
          </p:cNvGrpSpPr>
          <p:nvPr/>
        </p:nvGrpSpPr>
        <p:grpSpPr>
          <a:xfrm>
            <a:off x="2990918" y="470510"/>
            <a:ext cx="403698" cy="141983"/>
            <a:chOff x="2990918" y="470510"/>
            <a:chExt cx="403698" cy="141983"/>
          </a:xfrm>
        </p:grpSpPr>
        <p:sp>
          <p:nvSpPr>
            <p:cNvPr id="632" name="燕尾形"/>
            <p:cNvSpPr>
              <a:spLocks/>
            </p:cNvSpPr>
            <p:nvPr/>
          </p:nvSpPr>
          <p:spPr>
            <a:xfrm rot="0">
              <a:off x="2990918" y="470510"/>
              <a:ext cx="144568" cy="141983"/>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633" name="燕尾形"/>
            <p:cNvSpPr>
              <a:spLocks/>
            </p:cNvSpPr>
            <p:nvPr/>
          </p:nvSpPr>
          <p:spPr>
            <a:xfrm rot="0">
              <a:off x="3120482" y="470510"/>
              <a:ext cx="144568" cy="141983"/>
            </a:xfrm>
            <a:prstGeom prst="chevron">
              <a:avLst>
                <a:gd name="adj" fmla="val 50910"/>
              </a:avLst>
            </a:prstGeom>
            <a:solidFill>
              <a:srgbClr val="FF6600"/>
            </a:solidFill>
            <a:ln w="12700" cmpd="sng" cap="flat">
              <a:noFill/>
              <a:prstDash val="solid"/>
              <a:round/>
            </a:ln>
          </p:spPr>
          <p:txBody>
            <a:bodyPr rtlCol="0" anchor="ctr"/>
            <a:lstStyle/>
            <a:p>
              <a:pPr algn="ctr"/>
            </a:p>
          </p:txBody>
        </p:sp>
        <p:sp>
          <p:nvSpPr>
            <p:cNvPr id="634" name="燕尾形"/>
            <p:cNvSpPr>
              <a:spLocks/>
            </p:cNvSpPr>
            <p:nvPr/>
          </p:nvSpPr>
          <p:spPr>
            <a:xfrm rot="0">
              <a:off x="3250047" y="470510"/>
              <a:ext cx="144568" cy="141983"/>
            </a:xfrm>
            <a:prstGeom prst="chevron">
              <a:avLst>
                <a:gd name="adj" fmla="val 50910"/>
              </a:avLst>
            </a:prstGeom>
            <a:solidFill>
              <a:srgbClr val="FF6600"/>
            </a:solidFill>
            <a:ln w="12700" cmpd="sng" cap="flat">
              <a:noFill/>
              <a:prstDash val="solid"/>
              <a:round/>
            </a:ln>
          </p:spPr>
          <p:txBody>
            <a:bodyPr rtlCol="0" anchor="ctr"/>
            <a:lstStyle/>
            <a:p>
              <a:pPr algn="ctr"/>
            </a:p>
          </p:txBody>
        </p:sp>
      </p:grpSp>
      <p:sp>
        <p:nvSpPr>
          <p:cNvPr id="636" name="矩形"/>
          <p:cNvSpPr>
            <a:spLocks/>
          </p:cNvSpPr>
          <p:nvPr/>
        </p:nvSpPr>
        <p:spPr>
          <a:xfrm rot="0">
            <a:off x="3451885" y="302752"/>
            <a:ext cx="2076458" cy="451793"/>
          </a:xfrm>
          <a:prstGeom prst="rect"/>
          <a:solidFill>
            <a:schemeClr val="accent1"/>
          </a:solidFill>
          <a:ln w="9525" cmpd="sng" cap="flat">
            <a:noFill/>
            <a:prstDash val="solid"/>
            <a:round/>
          </a:ln>
        </p:spPr>
        <p:txBody>
          <a:bodyPr vert="horz" wrap="square" lIns="91440" tIns="45720" rIns="91440" bIns="45720" anchor="ctr" anchorCtr="0">
            <a:prstTxWarp prst="textNoShape"/>
          </a:bodyPr>
          <a:lstStyle/>
          <a:p>
            <a:pPr marL="0" indent="0" algn="ctr" fontAlgn="auto">
              <a:lnSpc>
                <a:spcPct val="120000"/>
              </a:lnSpc>
              <a:spcBef>
                <a:spcPts val="0"/>
              </a:spcBef>
              <a:spcAft>
                <a:spcPts val="0"/>
              </a:spcAft>
              <a:buNone/>
            </a:pPr>
            <a:r>
              <a:rPr lang="zh-CN" altLang="en-US" sz="2300" b="1" i="0" u="none" strike="noStrike" kern="1200" cap="none" spc="0" baseline="0">
                <a:solidFill>
                  <a:srgbClr val="FFFFFF"/>
                </a:solidFill>
                <a:latin typeface="微软雅黑" pitchFamily="0" charset="0"/>
                <a:ea typeface="微软雅黑" pitchFamily="0" charset="0"/>
                <a:cs typeface="Calibri" pitchFamily="0" charset="0"/>
              </a:rPr>
              <a:t>第七章 附则</a:t>
            </a:r>
            <a:endParaRPr lang="zh-CN" altLang="en-US" sz="2300" b="1" i="0" u="none" strike="noStrike" kern="1200" cap="none" spc="0" baseline="0">
              <a:solidFill>
                <a:srgbClr val="FFFFFF"/>
              </a:solidFill>
              <a:latin typeface="微软雅黑" pitchFamily="0" charset="0"/>
              <a:ea typeface="微软雅黑" pitchFamily="0" charset="0"/>
              <a:cs typeface="Calibri" pitchFamily="0" charset="0"/>
            </a:endParaRPr>
          </a:p>
        </p:txBody>
      </p:sp>
    </p:spTree>
    <p:extLst>
      <p:ext uri="{BB962C8B-B14F-4D97-AF65-F5344CB8AC3E}">
        <p14:creationId xmlns:p14="http://schemas.microsoft.com/office/powerpoint/2010/main" val="456868869"/>
      </p:ext>
    </p:extLst>
  </p:cSld>
  <p:clrMapOvr>
    <a:masterClrMapping/>
  </p:clrMapOvr>
</p:sld>
</file>

<file path=ppt/slides/slide1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637" name="矩形"/>
          <p:cNvSpPr>
            <a:spLocks/>
          </p:cNvSpPr>
          <p:nvPr/>
        </p:nvSpPr>
        <p:spPr>
          <a:xfrm rot="0">
            <a:off x="1571624" y="912813"/>
            <a:ext cx="10620375" cy="117792"/>
          </a:xfrm>
          <a:prstGeom prst="rect"/>
          <a:solidFill>
            <a:srgbClr val="0070C0"/>
          </a:solidFill>
          <a:ln w="9525" cmpd="sng" cap="flat">
            <a:solidFill>
              <a:srgbClr val="0070C0"/>
            </a:solidFill>
            <a:prstDash val="solid"/>
            <a:round/>
          </a:ln>
        </p:spPr>
        <p:txBody>
          <a:bodyPr rtlCol="0" anchor="ctr"/>
          <a:lstStyle/>
          <a:p>
            <a:pPr algn="ctr"/>
          </a:p>
        </p:txBody>
      </p:sp>
      <p:sp>
        <p:nvSpPr>
          <p:cNvPr id="638" name="直线"/>
          <p:cNvSpPr>
            <a:spLocks/>
          </p:cNvSpPr>
          <p:nvPr/>
        </p:nvSpPr>
        <p:spPr>
          <a:xfrm rot="0">
            <a:off x="0" y="843074"/>
            <a:ext cx="12204001" cy="0"/>
          </a:xfrm>
          <a:prstGeom prst="line"/>
          <a:noFill/>
          <a:ln w="28575" cmpd="sng" cap="flat">
            <a:solidFill>
              <a:srgbClr val="0070C0"/>
            </a:solidFill>
            <a:prstDash val="solid"/>
            <a:round/>
          </a:ln>
        </p:spPr>
        <p:txBody>
          <a:bodyPr rtlCol="0" anchor="ctr"/>
          <a:lstStyle/>
          <a:p>
            <a:pPr algn="ctr"/>
          </a:p>
        </p:txBody>
      </p:sp>
      <p:sp>
        <p:nvSpPr>
          <p:cNvPr id="639" name="矩形"/>
          <p:cNvSpPr>
            <a:spLocks/>
          </p:cNvSpPr>
          <p:nvPr/>
        </p:nvSpPr>
        <p:spPr>
          <a:xfrm rot="0">
            <a:off x="0" y="912813"/>
            <a:ext cx="1571624" cy="117792"/>
          </a:xfrm>
          <a:prstGeom prst="rect"/>
          <a:solidFill>
            <a:srgbClr val="0070C0"/>
          </a:solidFill>
          <a:ln w="9525" cmpd="sng" cap="flat">
            <a:solidFill>
              <a:srgbClr val="0070C0"/>
            </a:solidFill>
            <a:prstDash val="solid"/>
            <a:round/>
          </a:ln>
        </p:spPr>
        <p:txBody>
          <a:bodyPr rtlCol="0" anchor="ctr"/>
          <a:lstStyle/>
          <a:p>
            <a:pPr algn="ctr"/>
          </a:p>
        </p:txBody>
      </p:sp>
      <p:sp>
        <p:nvSpPr>
          <p:cNvPr id="646" name="矩形"/>
          <p:cNvSpPr>
            <a:spLocks/>
          </p:cNvSpPr>
          <p:nvPr/>
        </p:nvSpPr>
        <p:spPr>
          <a:xfrm rot="0">
            <a:off x="202454" y="262105"/>
            <a:ext cx="3119866" cy="546100"/>
          </a:xfrm>
          <a:prstGeom prst="rect"/>
          <a:noFill/>
          <a:ln w="9525" cmpd="sng" cap="flat">
            <a:noFill/>
            <a:prstDash val="solid"/>
            <a:round/>
          </a:ln>
        </p:spPr>
        <p:txBody>
          <a:bodyPr vert="horz" wrap="square" lIns="90000" tIns="46800" rIns="90000" bIns="46800" anchor="ctr" anchorCtr="0">
            <a:prstTxWarp prst="textNoShape"/>
          </a:bodyPr>
          <a:lstStyle/>
          <a:p>
            <a:pPr marL="0" indent="0" algn="l" eaLnBrk="1" fontAlgn="auto" latinLnBrk="0" hangingPunct="1">
              <a:lnSpc>
                <a:spcPct val="100000"/>
              </a:lnSpc>
              <a:spcBef>
                <a:spcPts val="0"/>
              </a:spcBef>
              <a:spcAft>
                <a:spcPts val="0"/>
              </a:spcAft>
              <a:buNone/>
            </a:pPr>
            <a:r>
              <a:rPr lang="zh-CN" altLang="en-US" sz="3200" b="1" i="0" u="none" strike="noStrike" kern="1200" cap="none" spc="300" baseline="0">
                <a:solidFill>
                  <a:schemeClr val="tx2"/>
                </a:solidFill>
                <a:latin typeface="微软雅黑" pitchFamily="0" charset="0"/>
                <a:ea typeface="微软雅黑" pitchFamily="0" charset="0"/>
                <a:cs typeface="Calibri" pitchFamily="0" charset="0"/>
              </a:rPr>
              <a:t>五、主要特点</a:t>
            </a:r>
            <a:endParaRPr lang="zh-CN" altLang="en-US" sz="3200" b="1" i="0" u="none" strike="noStrike" kern="1200" cap="none" spc="300" baseline="0">
              <a:solidFill>
                <a:schemeClr val="tx2"/>
              </a:solidFill>
              <a:latin typeface="微软雅黑" pitchFamily="0" charset="0"/>
              <a:ea typeface="微软雅黑" pitchFamily="0" charset="0"/>
              <a:cs typeface="Calibri" pitchFamily="0" charset="0"/>
            </a:endParaRPr>
          </a:p>
        </p:txBody>
      </p:sp>
      <p:grpSp>
        <p:nvGrpSpPr>
          <p:cNvPr id="661" name="组合"/>
          <p:cNvGrpSpPr>
            <a:grpSpLocks/>
          </p:cNvGrpSpPr>
          <p:nvPr/>
        </p:nvGrpSpPr>
        <p:grpSpPr>
          <a:xfrm>
            <a:off x="528955" y="2292887"/>
            <a:ext cx="3388360" cy="4340225"/>
            <a:chOff x="528955" y="2292887"/>
            <a:chExt cx="3388360" cy="4340225"/>
          </a:xfrm>
        </p:grpSpPr>
        <p:sp>
          <p:nvSpPr>
            <p:cNvPr id="655" name="椭圆"/>
            <p:cNvSpPr>
              <a:spLocks/>
            </p:cNvSpPr>
            <p:nvPr/>
          </p:nvSpPr>
          <p:spPr>
            <a:xfrm rot="0">
              <a:off x="528955" y="2292887"/>
              <a:ext cx="674370" cy="625416"/>
            </a:xfrm>
            <a:prstGeom prst="ellipse"/>
            <a:solidFill>
              <a:srgbClr val="ED7D31">
                <a:alpha val="30000"/>
              </a:srgbClr>
            </a:solidFill>
            <a:ln w="9525" cmpd="sng" cap="flat">
              <a:noFill/>
              <a:prstDash val="solid"/>
              <a:miter/>
            </a:ln>
          </p:spPr>
          <p:txBody>
            <a:bodyPr rtlCol="0" anchor="ctr"/>
            <a:lstStyle/>
            <a:p>
              <a:pPr algn="ctr"/>
            </a:p>
          </p:txBody>
        </p:sp>
        <p:sp>
          <p:nvSpPr>
            <p:cNvPr id="656" name="椭圆"/>
            <p:cNvSpPr>
              <a:spLocks/>
            </p:cNvSpPr>
            <p:nvPr/>
          </p:nvSpPr>
          <p:spPr>
            <a:xfrm rot="0">
              <a:off x="626110" y="2382989"/>
              <a:ext cx="468630" cy="434611"/>
            </a:xfrm>
            <a:prstGeom prst="ellipse"/>
            <a:solidFill>
              <a:srgbClr val="ED7D31"/>
            </a:solidFill>
            <a:ln w="9525" cmpd="sng" cap="flat">
              <a:noFill/>
              <a:prstDash val="solid"/>
              <a:miter/>
            </a:ln>
          </p:spPr>
          <p:txBody>
            <a:bodyPr rtlCol="0" anchor="ctr"/>
            <a:lstStyle/>
            <a:p>
              <a:pPr algn="ctr"/>
            </a:p>
          </p:txBody>
        </p:sp>
        <p:sp>
          <p:nvSpPr>
            <p:cNvPr id="657" name="右三角"/>
            <p:cNvSpPr>
              <a:spLocks/>
            </p:cNvSpPr>
            <p:nvPr/>
          </p:nvSpPr>
          <p:spPr>
            <a:xfrm rot="0">
              <a:off x="840104" y="6296259"/>
              <a:ext cx="363220" cy="336853"/>
            </a:xfrm>
            <a:prstGeom prst="rtTriangle"/>
            <a:solidFill>
              <a:srgbClr val="ED7D31"/>
            </a:solidFill>
            <a:ln w="9525" cmpd="sng" cap="flat">
              <a:noFill/>
              <a:prstDash val="solid"/>
              <a:miter/>
            </a:ln>
          </p:spPr>
          <p:txBody>
            <a:bodyPr rtlCol="0" anchor="ctr"/>
            <a:lstStyle/>
            <a:p>
              <a:pPr algn="ctr"/>
            </a:p>
          </p:txBody>
        </p:sp>
        <p:sp>
          <p:nvSpPr>
            <p:cNvPr id="658" name="直线"/>
            <p:cNvSpPr>
              <a:spLocks/>
            </p:cNvSpPr>
            <p:nvPr/>
          </p:nvSpPr>
          <p:spPr>
            <a:xfrm rot="0">
              <a:off x="841374" y="2843512"/>
              <a:ext cx="10795" cy="3778411"/>
            </a:xfrm>
            <a:prstGeom prst="line"/>
            <a:solidFill>
              <a:schemeClr val="accent2"/>
            </a:solidFill>
            <a:ln w="19050" cmpd="sng" cap="flat">
              <a:solidFill>
                <a:srgbClr val="ED7D31"/>
              </a:solidFill>
              <a:prstDash val="dash"/>
              <a:round/>
            </a:ln>
          </p:spPr>
          <p:txBody>
            <a:bodyPr rtlCol="0" anchor="ctr"/>
            <a:lstStyle/>
            <a:p>
              <a:pPr algn="ctr"/>
            </a:p>
          </p:txBody>
        </p:sp>
        <p:sp>
          <p:nvSpPr>
            <p:cNvPr id="659" name="直线"/>
            <p:cNvSpPr>
              <a:spLocks/>
            </p:cNvSpPr>
            <p:nvPr/>
          </p:nvSpPr>
          <p:spPr>
            <a:xfrm flipH="1" rot="0">
              <a:off x="841374" y="6621923"/>
              <a:ext cx="3028315" cy="0"/>
            </a:xfrm>
            <a:prstGeom prst="line"/>
            <a:solidFill>
              <a:schemeClr val="accent2"/>
            </a:solidFill>
            <a:ln w="19050" cmpd="sng" cap="flat">
              <a:solidFill>
                <a:srgbClr val="ED7D31"/>
              </a:solidFill>
              <a:prstDash val="dash"/>
              <a:round/>
            </a:ln>
          </p:spPr>
          <p:txBody>
            <a:bodyPr rtlCol="0" anchor="ctr"/>
            <a:lstStyle/>
            <a:p>
              <a:pPr algn="ctr"/>
            </a:p>
          </p:txBody>
        </p:sp>
        <p:sp>
          <p:nvSpPr>
            <p:cNvPr id="660" name="矩形"/>
            <p:cNvSpPr>
              <a:spLocks/>
            </p:cNvSpPr>
            <p:nvPr/>
          </p:nvSpPr>
          <p:spPr>
            <a:xfrm rot="0">
              <a:off x="1024254" y="2572027"/>
              <a:ext cx="2893060" cy="3760742"/>
            </a:xfrm>
            <a:prstGeom prst="rect"/>
            <a:noFill/>
            <a:ln w="9525" cmpd="sng" cap="flat">
              <a:noFill/>
              <a:prstDash val="solid"/>
              <a:miter/>
            </a:ln>
          </p:spPr>
          <p:txBody>
            <a:bodyPr vert="horz" wrap="square" lIns="123825" tIns="123825" rIns="57150" bIns="123825" anchor="t" anchorCtr="0">
              <a:prstTxWarp prst="textNoShape"/>
            </a:bodyPr>
            <a:lstStyle/>
            <a:p>
              <a:pPr marL="0" indent="0" algn="l">
                <a:lnSpc>
                  <a:spcPct val="100000"/>
                </a:lnSpc>
                <a:spcBef>
                  <a:spcPts val="0"/>
                </a:spcBef>
                <a:spcAft>
                  <a:spcPts val="0"/>
                </a:spcAft>
                <a:buNone/>
              </a:pP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《办法》</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明确了项目支持的范围、</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入库流程、专家评审论证和动态调整等内容。将有利于夯实项目实施基础，加快资金分配，避免“资金等项目”的情况，提升资金使用效益。</a:t>
              </a:r>
              <a:endParaRPr lang="zh-CN" altLang="en-US" sz="2200" b="0" i="0" u="none" strike="noStrike" kern="1200" cap="none" spc="0" baseline="0">
                <a:solidFill>
                  <a:srgbClr val="000000"/>
                </a:solidFill>
                <a:latin typeface="微软雅黑" pitchFamily="0" charset="0"/>
                <a:ea typeface="仿宋_GB2312" pitchFamily="49" charset="-122"/>
                <a:cs typeface="方正仿宋_GBK" pitchFamily="0" charset="-122"/>
              </a:endParaRPr>
            </a:p>
          </p:txBody>
        </p:sp>
      </p:grpSp>
      <p:grpSp>
        <p:nvGrpSpPr>
          <p:cNvPr id="668" name="组合"/>
          <p:cNvGrpSpPr>
            <a:grpSpLocks/>
          </p:cNvGrpSpPr>
          <p:nvPr/>
        </p:nvGrpSpPr>
        <p:grpSpPr>
          <a:xfrm>
            <a:off x="3991945" y="2292887"/>
            <a:ext cx="3735953" cy="4320081"/>
            <a:chOff x="3991945" y="2292887"/>
            <a:chExt cx="3735953" cy="4320081"/>
          </a:xfrm>
        </p:grpSpPr>
        <p:sp>
          <p:nvSpPr>
            <p:cNvPr id="662" name="椭圆"/>
            <p:cNvSpPr>
              <a:spLocks/>
            </p:cNvSpPr>
            <p:nvPr/>
          </p:nvSpPr>
          <p:spPr>
            <a:xfrm rot="0">
              <a:off x="3991945" y="2292887"/>
              <a:ext cx="727596" cy="622513"/>
            </a:xfrm>
            <a:prstGeom prst="ellipse"/>
            <a:solidFill>
              <a:srgbClr val="5B9BD5">
                <a:alpha val="30000"/>
              </a:srgbClr>
            </a:solidFill>
            <a:ln w="9525" cmpd="sng" cap="flat">
              <a:noFill/>
              <a:prstDash val="solid"/>
              <a:miter/>
            </a:ln>
          </p:spPr>
          <p:txBody>
            <a:bodyPr rtlCol="0" anchor="ctr"/>
            <a:lstStyle/>
            <a:p>
              <a:pPr algn="ctr"/>
            </a:p>
          </p:txBody>
        </p:sp>
        <p:sp>
          <p:nvSpPr>
            <p:cNvPr id="663" name="椭圆"/>
            <p:cNvSpPr>
              <a:spLocks/>
            </p:cNvSpPr>
            <p:nvPr/>
          </p:nvSpPr>
          <p:spPr>
            <a:xfrm rot="0">
              <a:off x="4096768" y="2382571"/>
              <a:ext cx="505617" cy="432594"/>
            </a:xfrm>
            <a:prstGeom prst="ellipse"/>
            <a:solidFill>
              <a:srgbClr val="5B9BD5"/>
            </a:solidFill>
            <a:ln w="9525" cmpd="sng" cap="flat">
              <a:noFill/>
              <a:prstDash val="solid"/>
              <a:miter/>
            </a:ln>
          </p:spPr>
          <p:txBody>
            <a:bodyPr rtlCol="0" anchor="ctr"/>
            <a:lstStyle/>
            <a:p>
              <a:pPr algn="ctr"/>
            </a:p>
          </p:txBody>
        </p:sp>
        <p:sp>
          <p:nvSpPr>
            <p:cNvPr id="664" name="右三角"/>
            <p:cNvSpPr>
              <a:spLocks/>
            </p:cNvSpPr>
            <p:nvPr/>
          </p:nvSpPr>
          <p:spPr>
            <a:xfrm rot="0">
              <a:off x="4327653" y="6277678"/>
              <a:ext cx="391887" cy="335290"/>
            </a:xfrm>
            <a:prstGeom prst="rtTriangle"/>
            <a:solidFill>
              <a:srgbClr val="5B9BD5"/>
            </a:solidFill>
            <a:ln w="9525" cmpd="sng" cap="flat">
              <a:noFill/>
              <a:prstDash val="solid"/>
              <a:miter/>
            </a:ln>
          </p:spPr>
          <p:txBody>
            <a:bodyPr rtlCol="0" anchor="ctr"/>
            <a:lstStyle/>
            <a:p>
              <a:pPr algn="ctr"/>
            </a:p>
          </p:txBody>
        </p:sp>
        <p:sp>
          <p:nvSpPr>
            <p:cNvPr id="665" name="直线"/>
            <p:cNvSpPr>
              <a:spLocks/>
            </p:cNvSpPr>
            <p:nvPr/>
          </p:nvSpPr>
          <p:spPr>
            <a:xfrm rot="0">
              <a:off x="4329024" y="2840957"/>
              <a:ext cx="11646" cy="3760873"/>
            </a:xfrm>
            <a:prstGeom prst="line"/>
            <a:solidFill>
              <a:schemeClr val="accent1"/>
            </a:solidFill>
            <a:ln w="19050" cmpd="sng" cap="flat">
              <a:solidFill>
                <a:srgbClr val="5B9BD5"/>
              </a:solidFill>
              <a:prstDash val="dash"/>
              <a:round/>
            </a:ln>
          </p:spPr>
          <p:txBody>
            <a:bodyPr rtlCol="0" anchor="ctr"/>
            <a:lstStyle/>
            <a:p>
              <a:pPr algn="ctr"/>
            </a:p>
          </p:txBody>
        </p:sp>
        <p:sp>
          <p:nvSpPr>
            <p:cNvPr id="666" name="直线"/>
            <p:cNvSpPr>
              <a:spLocks/>
            </p:cNvSpPr>
            <p:nvPr/>
          </p:nvSpPr>
          <p:spPr>
            <a:xfrm flipH="1" rot="0">
              <a:off x="4329024" y="6601830"/>
              <a:ext cx="3267330" cy="0"/>
            </a:xfrm>
            <a:prstGeom prst="line"/>
            <a:solidFill>
              <a:schemeClr val="accent1"/>
            </a:solidFill>
            <a:ln w="19050" cmpd="sng" cap="flat">
              <a:solidFill>
                <a:srgbClr val="5B9BD5"/>
              </a:solidFill>
              <a:prstDash val="dash"/>
              <a:round/>
            </a:ln>
          </p:spPr>
          <p:txBody>
            <a:bodyPr rtlCol="0" anchor="ctr"/>
            <a:lstStyle/>
            <a:p>
              <a:pPr algn="ctr"/>
            </a:p>
          </p:txBody>
        </p:sp>
        <p:sp>
          <p:nvSpPr>
            <p:cNvPr id="667" name="矩形"/>
            <p:cNvSpPr>
              <a:spLocks/>
            </p:cNvSpPr>
            <p:nvPr/>
          </p:nvSpPr>
          <p:spPr>
            <a:xfrm rot="0">
              <a:off x="4605126" y="2630521"/>
              <a:ext cx="3122771" cy="3914775"/>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00000"/>
                </a:lnSpc>
                <a:spcBef>
                  <a:spcPts val="600"/>
                </a:spcBef>
                <a:spcAft>
                  <a:spcPts val="600"/>
                </a:spcAft>
                <a:buNone/>
              </a:pP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建立完善了项目入库流程、项目实施单位职责、项目验收阶段</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划分</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、工程后期运维</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管护</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和全过程监督检查</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的整套</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运行规程。规范化的运行有助于各级主管部门和参建单位明确项目步骤、自身职责、时间期限和质量标准，</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有效</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提高工作效率和项目质量。</a:t>
              </a:r>
              <a:endParaRPr lang="zh-CN" altLang="en-US" sz="2200" b="0" i="0" u="none" strike="noStrike" kern="1200" cap="none" spc="0" baseline="0">
                <a:solidFill>
                  <a:srgbClr val="000000"/>
                </a:solidFill>
                <a:latin typeface="微软雅黑" pitchFamily="0" charset="0"/>
                <a:ea typeface="微软雅黑" pitchFamily="0" charset="0"/>
                <a:cs typeface="微软雅黑" pitchFamily="0" charset="0"/>
              </a:endParaRPr>
            </a:p>
          </p:txBody>
        </p:sp>
      </p:grpSp>
      <p:grpSp>
        <p:nvGrpSpPr>
          <p:cNvPr id="675" name="组合"/>
          <p:cNvGrpSpPr>
            <a:grpSpLocks/>
          </p:cNvGrpSpPr>
          <p:nvPr/>
        </p:nvGrpSpPr>
        <p:grpSpPr>
          <a:xfrm>
            <a:off x="7825924" y="2292887"/>
            <a:ext cx="3424366" cy="4320081"/>
            <a:chOff x="7825924" y="2292887"/>
            <a:chExt cx="3424366" cy="4320081"/>
          </a:xfrm>
        </p:grpSpPr>
        <p:sp>
          <p:nvSpPr>
            <p:cNvPr id="669" name="椭圆"/>
            <p:cNvSpPr>
              <a:spLocks/>
            </p:cNvSpPr>
            <p:nvPr/>
          </p:nvSpPr>
          <p:spPr>
            <a:xfrm rot="0">
              <a:off x="7825924" y="2292887"/>
              <a:ext cx="674332" cy="622513"/>
            </a:xfrm>
            <a:prstGeom prst="ellipse"/>
            <a:solidFill>
              <a:srgbClr val="ED7D31">
                <a:alpha val="30000"/>
              </a:srgbClr>
            </a:solidFill>
            <a:ln w="9525" cmpd="sng" cap="flat">
              <a:noFill/>
              <a:prstDash val="solid"/>
              <a:miter/>
            </a:ln>
          </p:spPr>
          <p:txBody>
            <a:bodyPr rtlCol="0" anchor="ctr"/>
            <a:lstStyle/>
            <a:p>
              <a:pPr algn="ctr"/>
            </a:p>
          </p:txBody>
        </p:sp>
        <p:sp>
          <p:nvSpPr>
            <p:cNvPr id="670" name="椭圆"/>
            <p:cNvSpPr>
              <a:spLocks/>
            </p:cNvSpPr>
            <p:nvPr/>
          </p:nvSpPr>
          <p:spPr>
            <a:xfrm rot="0">
              <a:off x="7923075" y="2382571"/>
              <a:ext cx="468604" cy="432594"/>
            </a:xfrm>
            <a:prstGeom prst="ellipse"/>
            <a:solidFill>
              <a:srgbClr val="ED7D31"/>
            </a:solidFill>
            <a:ln w="9525" cmpd="sng" cap="flat">
              <a:noFill/>
              <a:prstDash val="solid"/>
              <a:miter/>
            </a:ln>
          </p:spPr>
          <p:txBody>
            <a:bodyPr rtlCol="0" anchor="ctr"/>
            <a:lstStyle/>
            <a:p>
              <a:pPr algn="ctr"/>
            </a:p>
          </p:txBody>
        </p:sp>
        <p:sp>
          <p:nvSpPr>
            <p:cNvPr id="671" name="右三角"/>
            <p:cNvSpPr>
              <a:spLocks/>
            </p:cNvSpPr>
            <p:nvPr/>
          </p:nvSpPr>
          <p:spPr>
            <a:xfrm rot="0">
              <a:off x="8137057" y="6277678"/>
              <a:ext cx="363200" cy="335290"/>
            </a:xfrm>
            <a:prstGeom prst="rtTriangle"/>
            <a:solidFill>
              <a:srgbClr val="ED7D31"/>
            </a:solidFill>
            <a:ln w="9525" cmpd="sng" cap="flat">
              <a:noFill/>
              <a:prstDash val="solid"/>
              <a:miter/>
            </a:ln>
          </p:spPr>
          <p:txBody>
            <a:bodyPr rtlCol="0" anchor="ctr"/>
            <a:lstStyle/>
            <a:p>
              <a:pPr algn="ctr"/>
            </a:p>
          </p:txBody>
        </p:sp>
        <p:sp>
          <p:nvSpPr>
            <p:cNvPr id="672" name="直线"/>
            <p:cNvSpPr>
              <a:spLocks/>
            </p:cNvSpPr>
            <p:nvPr/>
          </p:nvSpPr>
          <p:spPr>
            <a:xfrm rot="0">
              <a:off x="8138326" y="2840957"/>
              <a:ext cx="10794" cy="3760873"/>
            </a:xfrm>
            <a:prstGeom prst="line"/>
            <a:solidFill>
              <a:schemeClr val="accent2"/>
            </a:solidFill>
            <a:ln w="19050" cmpd="sng" cap="flat">
              <a:solidFill>
                <a:srgbClr val="ED7D31"/>
              </a:solidFill>
              <a:prstDash val="dash"/>
              <a:round/>
            </a:ln>
          </p:spPr>
          <p:txBody>
            <a:bodyPr rtlCol="0" anchor="ctr"/>
            <a:lstStyle/>
            <a:p>
              <a:pPr algn="ctr"/>
            </a:p>
          </p:txBody>
        </p:sp>
        <p:sp>
          <p:nvSpPr>
            <p:cNvPr id="673" name="直线"/>
            <p:cNvSpPr>
              <a:spLocks/>
            </p:cNvSpPr>
            <p:nvPr/>
          </p:nvSpPr>
          <p:spPr>
            <a:xfrm flipH="1" rot="0">
              <a:off x="8138326" y="6601830"/>
              <a:ext cx="3028148" cy="0"/>
            </a:xfrm>
            <a:prstGeom prst="line"/>
            <a:solidFill>
              <a:schemeClr val="accent2"/>
            </a:solidFill>
            <a:ln w="19050" cmpd="sng" cap="flat">
              <a:solidFill>
                <a:srgbClr val="ED7D31"/>
              </a:solidFill>
              <a:prstDash val="dash"/>
              <a:round/>
            </a:ln>
          </p:spPr>
          <p:txBody>
            <a:bodyPr rtlCol="0" anchor="ctr"/>
            <a:lstStyle/>
            <a:p>
              <a:pPr algn="ctr"/>
            </a:p>
          </p:txBody>
        </p:sp>
        <p:sp>
          <p:nvSpPr>
            <p:cNvPr id="674" name="矩形"/>
            <p:cNvSpPr>
              <a:spLocks/>
            </p:cNvSpPr>
            <p:nvPr/>
          </p:nvSpPr>
          <p:spPr>
            <a:xfrm rot="0">
              <a:off x="8391678" y="2670967"/>
              <a:ext cx="2858613" cy="3581401"/>
            </a:xfrm>
            <a:prstGeom prst="rect"/>
            <a:noFill/>
            <a:ln w="9525" cmpd="sng" cap="flat">
              <a:noFill/>
              <a:prstDash val="solid"/>
              <a:miter/>
            </a:ln>
          </p:spPr>
          <p:txBody>
            <a:bodyPr vert="horz" wrap="square" lIns="123825" tIns="123825" rIns="57150" bIns="123825" anchor="t" anchorCtr="0">
              <a:prstTxWarp prst="textNoShape"/>
              <a:spAutoFit/>
            </a:bodyPr>
            <a:lstStyle/>
            <a:p>
              <a:pPr marL="0" indent="0" algn="l">
                <a:lnSpc>
                  <a:spcPct val="100000"/>
                </a:lnSpc>
                <a:spcBef>
                  <a:spcPts val="600"/>
                </a:spcBef>
                <a:spcAft>
                  <a:spcPts val="600"/>
                </a:spcAft>
                <a:buNone/>
              </a:pP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按照</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“双随机、一公开”规定了监督检查要求，建立了报告、通报、</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激励、惩戒</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、责任追究等制度</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加强了</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项目</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事前、事中、事后全过程监督管理</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，有利于及时发现项目问题，及时整改，确保项目顺利</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完成</a:t>
              </a:r>
              <a:r>
                <a:rPr lang="zh-CN" altLang="en-US" sz="2200" b="0" i="0" u="none" strike="noStrike" kern="1200" cap="none" spc="0" baseline="0">
                  <a:solidFill>
                    <a:schemeClr val="tx1"/>
                  </a:solidFill>
                  <a:latin typeface="文泉驿正黑" pitchFamily="0" charset="0"/>
                  <a:ea typeface="仿宋_GB2312" pitchFamily="49" charset="-122"/>
                  <a:cs typeface="方正仿宋_GBK" pitchFamily="0" charset="-122"/>
                </a:rPr>
                <a:t>。</a:t>
              </a:r>
              <a:endParaRPr lang="zh-CN" altLang="en-US" sz="2200" b="0" i="0" u="none" strike="noStrike" kern="1200" cap="none" spc="0" baseline="0">
                <a:solidFill>
                  <a:srgbClr val="000000"/>
                </a:solidFill>
                <a:latin typeface="微软雅黑" pitchFamily="0" charset="0"/>
                <a:ea typeface="微软雅黑" pitchFamily="0" charset="0"/>
                <a:cs typeface="微软雅黑" pitchFamily="0" charset="0"/>
              </a:endParaRPr>
            </a:p>
          </p:txBody>
        </p:sp>
      </p:grpSp>
      <p:sp>
        <p:nvSpPr>
          <p:cNvPr id="676" name="文本框"/>
          <p:cNvSpPr txBox="1">
            <a:spLocks/>
          </p:cNvSpPr>
          <p:nvPr/>
        </p:nvSpPr>
        <p:spPr>
          <a:xfrm rot="0">
            <a:off x="1057258" y="1809722"/>
            <a:ext cx="2566113" cy="453390"/>
          </a:xfrm>
          <a:prstGeom prst="rect"/>
          <a:noFill/>
          <a:ln w="51262" cmpd="sng" cap="flat">
            <a:noFill/>
            <a:prstDash val="solid"/>
            <a:miter/>
          </a:ln>
        </p:spPr>
        <p:txBody>
          <a:bodyPr vert="horz" wrap="square" lIns="91440" tIns="45720" rIns="91440" bIns="45720" anchor="t" anchorCtr="0">
            <a:prstTxWarp prst="textNoShape"/>
            <a:spAutoFit/>
          </a:bodyPr>
          <a:lstStyle/>
          <a:p>
            <a:pPr marL="0" indent="0" algn="l" fontAlgn="auto">
              <a:lnSpc>
                <a:spcPct val="100000"/>
              </a:lnSpc>
              <a:spcBef>
                <a:spcPts val="0"/>
              </a:spcBef>
              <a:spcAft>
                <a:spcPts val="0"/>
              </a:spcAft>
              <a:buNone/>
            </a:pPr>
            <a:r>
              <a:rPr lang="zh-CN" altLang="en-US" sz="2400" b="1" i="0" u="none" strike="noStrike" kern="1200" cap="none" spc="0" baseline="0">
                <a:solidFill>
                  <a:srgbClr val="ED7D31"/>
                </a:solidFill>
                <a:effectLst>
                  <a:outerShdw sx="100000" sy="100000" blurRad="38100" dir="2700000" dist="38100" algn="tl">
                    <a:srgbClr val="000000">
                      <a:alpha val="43000"/>
                    </a:srgbClr>
                  </a:outerShdw>
                </a:effectLst>
                <a:latin typeface="微软雅黑" pitchFamily="0" charset="0"/>
                <a:ea typeface="微软雅黑" pitchFamily="0" charset="0"/>
                <a:cs typeface="方正楷体_GBK" pitchFamily="-96" charset="-122"/>
              </a:rPr>
              <a:t>项目选择精准化</a:t>
            </a:r>
            <a:endParaRPr lang="zh-CN" altLang="en-US" sz="2800" b="1" i="0" u="none" strike="noStrike" kern="1200" cap="none" spc="0" baseline="0">
              <a:solidFill>
                <a:srgbClr val="ED7D31"/>
              </a:solidFill>
              <a:effectLst>
                <a:outerShdw sx="100000" sy="100000" blurRad="38100" dir="2700000" dist="38100" algn="tl">
                  <a:srgbClr val="000000">
                    <a:alpha val="43000"/>
                  </a:srgbClr>
                </a:outerShdw>
              </a:effectLst>
              <a:latin typeface="微软雅黑" pitchFamily="0" charset="0"/>
              <a:ea typeface="微软雅黑" pitchFamily="0" charset="0"/>
              <a:cs typeface="文泉驿正黑" pitchFamily="0" charset="0"/>
            </a:endParaRPr>
          </a:p>
        </p:txBody>
      </p:sp>
      <p:sp>
        <p:nvSpPr>
          <p:cNvPr id="677" name="文本框"/>
          <p:cNvSpPr txBox="1">
            <a:spLocks/>
          </p:cNvSpPr>
          <p:nvPr/>
        </p:nvSpPr>
        <p:spPr>
          <a:xfrm rot="0">
            <a:off x="4740303" y="1844746"/>
            <a:ext cx="2566113" cy="453390"/>
          </a:xfrm>
          <a:prstGeom prst="rect"/>
          <a:noFill/>
          <a:ln w="51262"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400" b="1" i="0" u="none" strike="noStrike" kern="1200" cap="none" spc="0" baseline="0">
                <a:solidFill>
                  <a:srgbClr val="5B9BD5"/>
                </a:solidFill>
                <a:effectLst>
                  <a:outerShdw sx="100000" sy="100000" blurRad="38100" dir="2700000" dist="38100" algn="tl">
                    <a:srgbClr val="000000">
                      <a:alpha val="43000"/>
                    </a:srgbClr>
                  </a:outerShdw>
                </a:effectLst>
                <a:latin typeface="微软雅黑" pitchFamily="0" charset="0"/>
                <a:ea typeface="微软雅黑" pitchFamily="0" charset="0"/>
                <a:cs typeface="方正楷体_GBK" pitchFamily="-96" charset="-122"/>
              </a:rPr>
              <a:t>项目运行规范化</a:t>
            </a:r>
            <a:endParaRPr lang="zh-CN" altLang="en-US" sz="2400" b="1" i="0" u="none" strike="noStrike" kern="1200" cap="none" spc="0" baseline="0">
              <a:solidFill>
                <a:srgbClr val="5B9BD5"/>
              </a:solidFill>
              <a:effectLst>
                <a:outerShdw sx="100000" sy="100000" blurRad="38100" dir="2700000" dist="38100" algn="tl">
                  <a:srgbClr val="000000">
                    <a:alpha val="43000"/>
                  </a:srgbClr>
                </a:outerShdw>
              </a:effectLst>
              <a:latin typeface="微软雅黑" pitchFamily="0" charset="0"/>
              <a:ea typeface="微软雅黑" pitchFamily="0" charset="0"/>
              <a:cs typeface="方正楷体_GBK" pitchFamily="-96" charset="-122"/>
            </a:endParaRPr>
          </a:p>
        </p:txBody>
      </p:sp>
      <p:sp>
        <p:nvSpPr>
          <p:cNvPr id="678" name="文本框"/>
          <p:cNvSpPr txBox="1">
            <a:spLocks/>
          </p:cNvSpPr>
          <p:nvPr/>
        </p:nvSpPr>
        <p:spPr>
          <a:xfrm rot="0">
            <a:off x="8578819" y="1835222"/>
            <a:ext cx="2566114" cy="453390"/>
          </a:xfrm>
          <a:prstGeom prst="rect"/>
          <a:noFill/>
          <a:ln w="51262"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zh-CN" altLang="en-US" sz="2400" b="1" i="0" u="none" strike="noStrike" kern="1200" cap="none" spc="0" baseline="0">
                <a:solidFill>
                  <a:srgbClr val="ED7D31"/>
                </a:solidFill>
                <a:effectLst>
                  <a:outerShdw sx="100000" sy="100000" blurRad="38100" dir="2700000" dist="38100" algn="tl">
                    <a:srgbClr val="000000">
                      <a:alpha val="43000"/>
                    </a:srgbClr>
                  </a:outerShdw>
                </a:effectLst>
                <a:latin typeface="微软雅黑" pitchFamily="0" charset="0"/>
                <a:ea typeface="微软雅黑" pitchFamily="0" charset="0"/>
                <a:cs typeface="方正楷体_GBK" pitchFamily="-96" charset="-122"/>
              </a:rPr>
              <a:t>监督检查常态化</a:t>
            </a:r>
            <a:endParaRPr lang="zh-CN" altLang="en-US" sz="2400" b="1" i="0" u="none" strike="noStrike" kern="1200" cap="none" spc="0" baseline="0">
              <a:solidFill>
                <a:srgbClr val="ED7D31"/>
              </a:solidFill>
              <a:effectLst>
                <a:outerShdw sx="100000" sy="100000" blurRad="38100" dir="2700000" dist="38100" algn="tl">
                  <a:srgbClr val="000000">
                    <a:alpha val="43000"/>
                  </a:srgbClr>
                </a:outerShdw>
              </a:effectLst>
              <a:latin typeface="微软雅黑" pitchFamily="0" charset="0"/>
              <a:ea typeface="微软雅黑" pitchFamily="0" charset="0"/>
              <a:cs typeface="方正楷体_GBK" pitchFamily="-96" charset="-122"/>
            </a:endParaRPr>
          </a:p>
        </p:txBody>
      </p:sp>
    </p:spTree>
    <p:extLst>
      <p:ext uri="{BB962C8B-B14F-4D97-AF65-F5344CB8AC3E}">
        <p14:creationId xmlns:p14="http://schemas.microsoft.com/office/powerpoint/2010/main" val="739358614"/>
      </p:ext>
    </p:extLst>
  </p:cSld>
  <p:clrMapOvr>
    <a:masterClrMapping/>
  </p:clrMapOvr>
</p:sld>
</file>

<file path=ppt/slides/slide2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567" name="同心圆"/>
          <p:cNvSpPr>
            <a:spLocks/>
          </p:cNvSpPr>
          <p:nvPr/>
        </p:nvSpPr>
        <p:spPr>
          <a:xfrm rot="0">
            <a:off x="2782073" y="279564"/>
            <a:ext cx="6502061" cy="6502061"/>
          </a:xfrm>
          <a:prstGeom prst="donut">
            <a:avLst>
              <a:gd name="adj" fmla="val 21000"/>
            </a:avLst>
          </a:prstGeom>
          <a:solidFill>
            <a:srgbClr val="00B0F0">
              <a:alpha val="15000"/>
            </a:srgbClr>
          </a:solidFill>
          <a:ln w="12700" cmpd="sng" cap="flat">
            <a:noFill/>
            <a:prstDash val="solid"/>
            <a:round/>
          </a:ln>
        </p:spPr>
        <p:txBody>
          <a:bodyPr rtlCol="0" anchor="ctr"/>
          <a:lstStyle/>
          <a:p>
            <a:pPr algn="ctr"/>
          </a:p>
        </p:txBody>
      </p:sp>
      <p:sp>
        <p:nvSpPr>
          <p:cNvPr id="568" name="曲线"/>
          <p:cNvSpPr>
            <a:spLocks/>
          </p:cNvSpPr>
          <p:nvPr/>
        </p:nvSpPr>
        <p:spPr>
          <a:xfrm rot="0">
            <a:off x="492312" y="178"/>
            <a:ext cx="11074326" cy="6857643"/>
          </a:xfrm>
          <a:custGeom>
            <a:gdLst>
              <a:gd name="T1" fmla="*/ 0 w 21600"/>
              <a:gd name="T2" fmla="*/ 0 h 21600"/>
              <a:gd name="T3" fmla="*/ 21600 w 21600"/>
              <a:gd name="T4" fmla="*/ 21600 h 21600"/>
            </a:gdLst>
            <a:rect l="T1" t="T2" r="T3" b="T4"/>
            <a:pathLst>
              <a:path w="21600" h="21600">
                <a:moveTo>
                  <a:pt x="2684" y="0"/>
                </a:moveTo>
                <a:lnTo>
                  <a:pt x="18915" y="0"/>
                </a:lnTo>
                <a:lnTo>
                  <a:pt x="19133" y="406"/>
                </a:lnTo>
                <a:cubicBezTo>
                  <a:pt x="20674" y="3421"/>
                  <a:pt x="21599" y="7286"/>
                  <a:pt x="21599" y="11500"/>
                </a:cubicBezTo>
                <a:cubicBezTo>
                  <a:pt x="21599" y="15112"/>
                  <a:pt x="20920" y="18468"/>
                  <a:pt x="19755" y="21252"/>
                </a:cubicBezTo>
                <a:lnTo>
                  <a:pt x="19602" y="21600"/>
                </a:lnTo>
                <a:lnTo>
                  <a:pt x="13955" y="21600"/>
                </a:lnTo>
                <a:lnTo>
                  <a:pt x="14139" y="21448"/>
                </a:lnTo>
                <a:cubicBezTo>
                  <a:pt x="16322" y="19532"/>
                  <a:pt x="17805" y="15796"/>
                  <a:pt x="17805" y="11500"/>
                </a:cubicBezTo>
                <a:cubicBezTo>
                  <a:pt x="17805" y="5252"/>
                  <a:pt x="14668" y="188"/>
                  <a:pt x="10800" y="188"/>
                </a:cubicBezTo>
                <a:cubicBezTo>
                  <a:pt x="6931" y="188"/>
                  <a:pt x="3794" y="5252"/>
                  <a:pt x="3794" y="11500"/>
                </a:cubicBezTo>
                <a:cubicBezTo>
                  <a:pt x="3794" y="15796"/>
                  <a:pt x="5277" y="19532"/>
                  <a:pt x="7460" y="21448"/>
                </a:cubicBezTo>
                <a:lnTo>
                  <a:pt x="7644" y="21600"/>
                </a:lnTo>
                <a:lnTo>
                  <a:pt x="1997" y="21600"/>
                </a:lnTo>
                <a:lnTo>
                  <a:pt x="1844" y="21252"/>
                </a:lnTo>
                <a:cubicBezTo>
                  <a:pt x="679" y="18468"/>
                  <a:pt x="0" y="15112"/>
                  <a:pt x="0" y="11500"/>
                </a:cubicBezTo>
                <a:cubicBezTo>
                  <a:pt x="0" y="7286"/>
                  <a:pt x="925" y="3421"/>
                  <a:pt x="2466" y="406"/>
                </a:cubicBezTo>
                <a:close/>
              </a:path>
            </a:pathLst>
          </a:custGeom>
          <a:solidFill>
            <a:srgbClr val="00B0F0">
              <a:alpha val="9000"/>
            </a:srgbClr>
          </a:solidFill>
          <a:ln w="12700" cmpd="sng" cap="flat">
            <a:noFill/>
            <a:prstDash val="solid"/>
            <a:round/>
          </a:ln>
        </p:spPr>
        <p:txBody>
          <a:bodyPr rtlCol="0" anchor="ctr"/>
          <a:lstStyle/>
          <a:p>
            <a:pPr algn="ctr"/>
          </a:p>
        </p:txBody>
      </p:sp>
      <p:sp>
        <p:nvSpPr>
          <p:cNvPr id="571" name="矩形" descr="7b0a20202020227461726765744d6f64756c65223a202270726f636573734f6e6c696e65466f6e7473220a7d0a"/>
          <p:cNvSpPr>
            <a:spLocks/>
          </p:cNvSpPr>
          <p:nvPr/>
        </p:nvSpPr>
        <p:spPr>
          <a:xfrm rot="0">
            <a:off x="7049769" y="2883535"/>
            <a:ext cx="4968240" cy="453390"/>
          </a:xfrm>
          <a:prstGeom prst="rect"/>
          <a:noFill/>
          <a:ln w="9525" cmpd="sng" cap="flat">
            <a:noFill/>
            <a:prstDash val="solid"/>
            <a:miter/>
          </a:ln>
        </p:spPr>
        <p:txBody>
          <a:bodyPr vert="horz" wrap="square" lIns="91440" tIns="45720" rIns="91440" bIns="45720" anchor="t" anchorCtr="0">
            <a:prstTxWarp prst="textNoShape"/>
            <a:spAutoFit/>
          </a:bodyPr>
          <a:lstStyle/>
          <a:p>
            <a:pPr marL="0" indent="0" algn="l" fontAlgn="auto">
              <a:lnSpc>
                <a:spcPct val="100000"/>
              </a:lnSpc>
              <a:spcBef>
                <a:spcPts val="0"/>
              </a:spcBef>
              <a:spcAft>
                <a:spcPts val="0"/>
              </a:spcAft>
              <a:buNone/>
            </a:pPr>
            <a:r>
              <a:rPr lang="zh-CN" altLang="en-US" sz="2400" b="0" i="0" u="none" strike="noStrike" kern="1200" cap="none" spc="100" baseline="0">
                <a:solidFill>
                  <a:srgbClr val="002060"/>
                </a:solidFill>
                <a:effectLst>
                  <a:outerShdw sx="100000" sy="100000" blurRad="38100" dir="2700000" dist="38100" algn="tl">
                    <a:srgbClr val="000000">
                      <a:alpha val="43000"/>
                    </a:srgbClr>
                  </a:outerShdw>
                </a:effectLst>
                <a:latin typeface="汉仪雅酷黑简" pitchFamily="0" charset="-122"/>
                <a:ea typeface="汉仪雅酷黑简" pitchFamily="0" charset="-122"/>
                <a:cs typeface="Times New Roman" pitchFamily="18" charset="0"/>
                <a:sym typeface="汉仪雅酷黑简" pitchFamily="0" charset="-122"/>
              </a:rPr>
              <a:t>吉林省自然资源厅</a:t>
            </a:r>
            <a:endParaRPr lang="zh-CN" altLang="en-US" sz="2400" b="0" i="0" u="none" strike="noStrike" kern="1200" cap="none" spc="100" baseline="0">
              <a:solidFill>
                <a:srgbClr val="002060"/>
              </a:solidFill>
              <a:effectLst>
                <a:outerShdw sx="100000" sy="100000" blurRad="38100" dir="2700000" dist="38100" algn="tl">
                  <a:srgbClr val="000000">
                    <a:alpha val="43000"/>
                  </a:srgbClr>
                </a:outerShdw>
              </a:effectLst>
              <a:latin typeface="汉仪雅酷黑简" pitchFamily="0" charset="-122"/>
              <a:ea typeface="汉仪雅酷黑简" pitchFamily="0" charset="-122"/>
              <a:cs typeface="Times New Roman" pitchFamily="18" charset="0"/>
              <a:sym typeface="汉仪雅酷黑简" pitchFamily="0" charset="-122"/>
            </a:endParaRPr>
          </a:p>
        </p:txBody>
      </p:sp>
      <p:sp>
        <p:nvSpPr>
          <p:cNvPr id="572" name="矩形"/>
          <p:cNvSpPr>
            <a:spLocks/>
          </p:cNvSpPr>
          <p:nvPr/>
        </p:nvSpPr>
        <p:spPr>
          <a:xfrm rot="0">
            <a:off x="7063105" y="3347720"/>
            <a:ext cx="5113654" cy="567690"/>
          </a:xfrm>
          <a:prstGeom prst="rect"/>
          <a:noFill/>
          <a:ln w="9525" cmpd="sng" cap="flat">
            <a:noFill/>
            <a:prstDash val="solid"/>
            <a:miter/>
          </a:ln>
        </p:spPr>
        <p:txBody>
          <a:bodyPr vert="horz" wrap="square" lIns="91440" tIns="45720" rIns="91440" bIns="45720" anchor="t" anchorCtr="0">
            <a:prstTxWarp prst="textNoShape"/>
            <a:spAutoFit/>
          </a:bodyPr>
          <a:lstStyle/>
          <a:p>
            <a:pPr marL="0" indent="0" algn="just" fontAlgn="auto">
              <a:lnSpc>
                <a:spcPct val="100000"/>
              </a:lnSpc>
              <a:spcBef>
                <a:spcPts val="0"/>
              </a:spcBef>
              <a:spcAft>
                <a:spcPts val="0"/>
              </a:spcAft>
              <a:buNone/>
            </a:pPr>
            <a:r>
              <a:rPr lang="en-US" altLang="zh-CN" sz="1600" b="1" i="0" u="none" strike="noStrike" kern="0" cap="none" spc="0" baseline="0">
                <a:solidFill>
                  <a:srgbClr val="002060"/>
                </a:solidFill>
                <a:effectLst>
                  <a:outerShdw sx="100000" sy="100000" blurRad="38100" dir="2700000" dist="38100" algn="tl">
                    <a:srgbClr val="000000">
                      <a:alpha val="43000"/>
                    </a:srgbClr>
                  </a:outerShdw>
                </a:effectLst>
                <a:latin typeface="Times New Roman" pitchFamily="18" charset="0"/>
                <a:ea typeface="微软雅黑" pitchFamily="0" charset="0"/>
                <a:cs typeface="Times New Roman" pitchFamily="18" charset="0"/>
              </a:rPr>
              <a:t>Department of Natural Resources of Jilin Province</a:t>
            </a:r>
            <a:r>
              <a:rPr lang="en-US" altLang="zh-CN" sz="1200" b="1" i="0" u="none" strike="noStrike" kern="0" cap="none" spc="0" baseline="0">
                <a:solidFill>
                  <a:srgbClr val="002060"/>
                </a:solidFill>
                <a:effectLst>
                  <a:outerShdw sx="100000" sy="100000" blurRad="38100" dir="2700000" dist="38100" algn="tl">
                    <a:srgbClr val="000000">
                      <a:alpha val="43000"/>
                    </a:srgbClr>
                  </a:outerShdw>
                </a:effectLst>
                <a:latin typeface="Times New Roman" pitchFamily="18" charset="0"/>
                <a:ea typeface="微软雅黑" pitchFamily="0" charset="0"/>
                <a:cs typeface="Times New Roman" pitchFamily="18" charset="0"/>
              </a:rPr>
              <a:t> </a:t>
            </a:r>
            <a:endParaRPr lang="zh-CN" altLang="en-US" sz="1200" b="1" i="0" u="none" strike="noStrike" kern="0" cap="none" spc="0" baseline="0">
              <a:solidFill>
                <a:srgbClr val="002060"/>
              </a:solidFill>
              <a:effectLst>
                <a:outerShdw sx="100000" sy="100000" blurRad="38100" dir="2700000" dist="38100" algn="tl">
                  <a:srgbClr val="000000">
                    <a:alpha val="43000"/>
                  </a:srgbClr>
                </a:outerShdw>
              </a:effectLst>
              <a:latin typeface="Times New Roman" pitchFamily="18" charset="0"/>
              <a:ea typeface="微软雅黑" pitchFamily="0" charset="0"/>
              <a:cs typeface="Times New Roman" pitchFamily="18" charset="0"/>
            </a:endParaRPr>
          </a:p>
        </p:txBody>
      </p:sp>
      <p:sp>
        <p:nvSpPr>
          <p:cNvPr id="573" name="矩形"/>
          <p:cNvSpPr>
            <a:spLocks/>
          </p:cNvSpPr>
          <p:nvPr/>
        </p:nvSpPr>
        <p:spPr>
          <a:xfrm rot="0">
            <a:off x="6087110" y="3932555"/>
            <a:ext cx="4813300" cy="329564"/>
          </a:xfrm>
          <a:prstGeom prst="rect"/>
          <a:noFill/>
          <a:ln w="9525" cmpd="sng" cap="flat">
            <a:noFill/>
            <a:prstDash val="solid"/>
            <a:miter/>
          </a:ln>
        </p:spPr>
        <p:txBody>
          <a:bodyPr vert="horz" wrap="square" lIns="91440" tIns="45720" rIns="91440" bIns="45720" anchor="t" anchorCtr="0">
            <a:prstTxWarp prst="textNoShape"/>
            <a:spAutoFit/>
          </a:bodyPr>
          <a:lstStyle/>
          <a:p>
            <a:pPr marL="0" indent="0" algn="just">
              <a:lnSpc>
                <a:spcPct val="100000"/>
              </a:lnSpc>
              <a:spcBef>
                <a:spcPts val="0"/>
              </a:spcBef>
              <a:spcAft>
                <a:spcPts val="0"/>
              </a:spcAft>
              <a:buNone/>
            </a:pPr>
            <a:r>
              <a:rPr lang="zh-CN" altLang="en-US" sz="1600" b="0" i="0" u="none" strike="noStrike" kern="1200" cap="none" spc="100" baseline="0">
                <a:solidFill>
                  <a:srgbClr val="002060"/>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sym typeface="微软雅黑" pitchFamily="0" charset="0"/>
              </a:rPr>
              <a:t>地址：吉林省长春市长春大街</a:t>
            </a:r>
            <a:r>
              <a:rPr lang="en-US" altLang="zh-CN" sz="1600" b="0" i="0" u="none" strike="noStrike" kern="1200" cap="none" spc="100" baseline="0">
                <a:solidFill>
                  <a:srgbClr val="002060"/>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sym typeface="微软雅黑" pitchFamily="0" charset="0"/>
              </a:rPr>
              <a:t>518</a:t>
            </a:r>
            <a:r>
              <a:rPr lang="zh-CN" altLang="en-US" sz="1600" b="0" i="0" u="none" strike="noStrike" kern="1200" cap="none" spc="100" baseline="0">
                <a:solidFill>
                  <a:srgbClr val="002060"/>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sym typeface="微软雅黑" pitchFamily="0" charset="0"/>
              </a:rPr>
              <a:t>号</a:t>
            </a:r>
            <a:endParaRPr lang="zh-CN" altLang="en-US" sz="1600" b="0" i="0" u="none" strike="noStrike" kern="1200" cap="none" spc="100" baseline="0">
              <a:solidFill>
                <a:srgbClr val="002060"/>
              </a:solidFill>
              <a:effectLst>
                <a:outerShdw sx="100000" sy="100000" blurRad="38100" dir="2700000" dist="38100" algn="tl">
                  <a:srgbClr val="000000">
                    <a:alpha val="43000"/>
                  </a:srgbClr>
                </a:outerShdw>
              </a:effectLst>
              <a:latin typeface="微软雅黑" pitchFamily="0" charset="0"/>
              <a:ea typeface="微软雅黑" pitchFamily="0" charset="0"/>
              <a:cs typeface="微软雅黑" pitchFamily="0" charset="0"/>
              <a:sym typeface="微软雅黑" pitchFamily="0" charset="0"/>
            </a:endParaRPr>
          </a:p>
        </p:txBody>
      </p:sp>
      <p:sp>
        <p:nvSpPr>
          <p:cNvPr id="574" name="矩形"/>
          <p:cNvSpPr>
            <a:spLocks/>
          </p:cNvSpPr>
          <p:nvPr/>
        </p:nvSpPr>
        <p:spPr>
          <a:xfrm rot="0">
            <a:off x="5820228" y="1917700"/>
            <a:ext cx="6371771" cy="675402"/>
          </a:xfrm>
          <a:prstGeom prst="rect"/>
          <a:solidFill>
            <a:srgbClr val="0070C0"/>
          </a:solidFill>
          <a:ln w="12700" cmpd="sng" cap="flat">
            <a:solidFill>
              <a:srgbClr val="41719C"/>
            </a:solidFill>
            <a:prstDash val="solid"/>
            <a:miter/>
          </a:ln>
        </p:spPr>
        <p:txBody>
          <a:bodyPr rtlCol="0" anchor="ctr"/>
          <a:lstStyle/>
          <a:p>
            <a:pPr algn="ctr"/>
          </a:p>
        </p:txBody>
      </p:sp>
      <p:pic>
        <p:nvPicPr>
          <p:cNvPr id="575" name="图片" descr="0LMj9Nl4nc"/>
          <p:cNvPicPr>
            <a:picLocks noChangeAspect="1"/>
          </p:cNvPicPr>
          <p:nvPr/>
        </p:nvPicPr>
        <p:blipFill>
          <a:blip r:embed="rId1" cstate="print"/>
          <a:stretch>
            <a:fillRect/>
          </a:stretch>
        </p:blipFill>
        <p:spPr>
          <a:xfrm rot="0">
            <a:off x="6012975" y="2744845"/>
            <a:ext cx="1036057" cy="1036057"/>
          </a:xfrm>
          <a:prstGeom prst="ellipse"/>
          <a:noFill/>
          <a:ln w="9525" cmpd="sng" cap="flat">
            <a:solidFill>
              <a:srgbClr val="FFFFFF"/>
            </a:solidFill>
            <a:prstDash val="solid"/>
            <a:round/>
          </a:ln>
        </p:spPr>
      </p:pic>
    </p:spTree>
    <p:extLst>
      <p:ext uri="{BB962C8B-B14F-4D97-AF65-F5344CB8AC3E}">
        <p14:creationId xmlns:p14="http://schemas.microsoft.com/office/powerpoint/2010/main" val="1876724311"/>
      </p:ext>
    </p:extLst>
  </p:cSld>
  <p:clrMapOvr>
    <a:masterClrMapping/>
  </p:clrMapOvr>
  <p:transition advClick="0" advTm="4000"/>
</p:sld>
</file>

<file path=ppt/theme/theme1.xml><?xml version="1.0" encoding="utf-8"?>
<a:theme xmlns:a="http://schemas.openxmlformats.org/drawingml/2006/main" name="Office 主题">
  <a:themeElements>
    <a:clrScheme name="Office 主题">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
        <a:ea typeface=""/>
        <a:cs typeface=""/>
      </a:majorFont>
      <a:minorFont>
        <a:latin typeface=""/>
        <a:ea typeface=""/>
        <a:cs typeface=""/>
      </a:minorFont>
    </a:fontScheme>
    <a:fmtScheme name="Office 主题">
      <a:fillStyleLst>
        <a:solidFill>
          <a:schemeClr val="phClr"/>
        </a:solidFill>
        <a:gradFill/>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spDef>
      <a:spPr>
        <a:solidFill>
          <a:schemeClr val="accent1"/>
        </a:solidFill>
        <a:ln w="51262" cmpd="sng" cap="flat">
          <a:noFill/>
          <a:prstDash val="solid"/>
          <a:miter/>
        </a:ln>
      </a:spPr>
      <a:bodyPr rtlCol="0" anchor="ctr"/>
      <a:lstStyle/>
      <a:style>
        <a:lnRef idx="2">
          <a:schemeClr val="accent1">
            <a:shade val="50000"/>
          </a:schemeClr>
        </a:lnRef>
        <a:fillRef idx="1">
          <a:schemeClr val="accent1"/>
        </a:fillRef>
        <a:effectRef idx="0">
          <a:schemeClr val="accent1"/>
        </a:effectRef>
        <a:fontRef idx="minor">
          <a:schemeClr val="lt1"/>
        </a:fontRef>
      </a:style>
    </a:spDef>
  </a:objectDefaults>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spDef>
      <a:spPr>
        <a:solidFill>
          <a:schemeClr val="accent1"/>
        </a:solidFill>
        <a:ln w="51262" cmpd="sng" cap="flat">
          <a:noFill/>
          <a:prstDash val="solid"/>
          <a:miter/>
        </a:ln>
      </a:spPr>
      <a:bodyPr rtlCol="0" anchor="ctr"/>
      <a:lstStyle/>
      <a:style>
        <a:lnRef idx="2">
          <a:schemeClr val="accent1">
            <a:shade val="50000"/>
          </a:schemeClr>
        </a:lnRef>
        <a:fillRef idx="1">
          <a:schemeClr val="accent1"/>
        </a:fillRef>
        <a:effectRef idx="0">
          <a:schemeClr val="accent1"/>
        </a:effectRef>
        <a:fontRef idx="minor">
          <a:schemeClr val="lt1"/>
        </a:fontRef>
      </a:style>
    </a:spDef>
  </a:objectDefaults>
</a:theme>
</file>

<file path=ppt/theme/theme3.xml><?xml version="1.0" encoding="utf-8"?>
<a:theme xmlns:a="http://schemas.openxmlformats.org/drawingml/2006/main" name="handoutMaster1">
  <a:themeElements>
    <a:clrScheme name="handoutMaster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handoutMaster1">
      <a:majorFont>
        <a:latin typeface=""/>
        <a:ea typeface=""/>
        <a:cs typeface=""/>
      </a:majorFont>
      <a:minorFont>
        <a:latin typeface=""/>
        <a:ea typeface=""/>
        <a:cs typeface=""/>
      </a:minorFont>
    </a:fontScheme>
    <a:fmtScheme name="handoutMaster1">
      <a:fillStyleLst>
        <a:solidFill>
          <a:schemeClr val="phClr"/>
        </a:solidFill>
        <a:gradFill/>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spDef>
      <a:spPr>
        <a:solidFill>
          <a:schemeClr val="accent1"/>
        </a:solidFill>
        <a:ln w="51262" cmpd="sng" cap="flat">
          <a:noFill/>
          <a:prstDash val="solid"/>
          <a:miter/>
        </a:ln>
      </a:spPr>
      <a:bodyPr rtlCol="0" anchor="ctr"/>
      <a:lstStyle/>
      <a:style>
        <a:lnRef idx="2">
          <a:schemeClr val="accent1">
            <a:shade val="50000"/>
          </a:schemeClr>
        </a:lnRef>
        <a:fillRef idx="1">
          <a:schemeClr val="accent1"/>
        </a:fillRef>
        <a:effectRef idx="0">
          <a:schemeClr val="accent1"/>
        </a:effectRef>
        <a:fontRef idx="minor">
          <a:schemeClr val="lt1"/>
        </a:fontRef>
      </a:style>
    </a:spDef>
  </a:objectDefaults>
</a:theme>
</file>

<file path=docProps/app.xml><?xml version="1.0" encoding="utf-8"?>
<Properties xmlns="http://schemas.openxmlformats.org/officeDocument/2006/extended-properties">
  <Template>Normal.eit</Template>
  <TotalTime>56</TotalTime>
  <Application>Yozo_Office27021597764231179</Application>
</Properties>
</file>

<file path=docProps/core.xml><?xml version="1.0" encoding="utf-8"?>
<cp:coreProperties xmlns:cp="http://schemas.openxmlformats.org/package/2006/metadata/core-properties" xmlns:dc="http://purl.org/dc/elements/1.1/" xmlns:dcterms="http://purl.org/dc/terms/" xmlns:xsi="http://www.w3.org/2001/XMLSchema-instance">
  <dc:title>PowerPoint 演示文稿</dc:title>
  <dc:creator>mcb</dc:creator>
  <cp:lastModifiedBy>user</cp:lastModifiedBy>
  <cp:revision>326</cp:revision>
  <dcterms:created xsi:type="dcterms:W3CDTF">2024-03-07T04:48:25Z</dcterms:created>
  <dcterms:modified xsi:type="dcterms:W3CDTF">2024-03-07T08:48:09Z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ICV">
    <vt:lpwstr>92D66F9397054EC3AF3239C8045C1A7E_13</vt:lpwstr>
  </property>
  <property fmtid="{D5CDD505-2E9C-101B-9397-08002B2CF9AE}" pid="3" name="KSOProductBuildVer">
    <vt:lpwstr>2052-11.8.2.10125</vt:lpwstr>
  </property>
</Properties>
</file>