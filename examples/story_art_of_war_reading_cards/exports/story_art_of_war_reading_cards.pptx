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0287000" cy="18288000" type="custom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brand-band Layout"/>
          <p:cNvSpPr/>
          <p:nvPr/>
        </p:nvSpPr>
        <p:spPr>
          <a:xfrm>
            <a:off x="0" y="14859000"/>
            <a:ext cx="10287000" cy="1714500"/>
          </a:xfrm>
          <a:prstGeom prst="rect">
            <a:avLst/>
          </a:prstGeom>
          <a:solidFill>
            <a:srgbClr val="EBE6DA"/>
          </a:solidFill>
          <a:ln>
            <a:noFill/>
          </a:ln>
        </p:spPr>
      </p:sp>
      <p:sp>
        <p:nvSpPr>
          <p:cNvPr id="3" name="cover-accent Layout"/>
          <p:cNvSpPr/>
          <p:nvPr/>
        </p:nvSpPr>
        <p:spPr>
          <a:xfrm>
            <a:off x="762000" y="5334000"/>
            <a:ext cx="1143000" cy="76200"/>
          </a:xfrm>
          <a:prstGeom prst="rect">
            <a:avLst/>
          </a:prstGeom>
          <a:solidFill>
            <a:srgbClr val="A8322D"/>
          </a:solidFill>
          <a:ln>
            <a:noFill/>
          </a:ln>
        </p:spPr>
      </p:sp>
      <p:sp>
        <p:nvSpPr>
          <p:cNvPr id="4" name="cover-title-slot Placeholder"/>
          <p:cNvSpPr>
            <a:spLocks noGrp="1"/>
          </p:cNvSpPr>
          <p:nvPr>
            <p:ph type="title"/>
          </p:nvPr>
        </p:nvSpPr>
        <p:spPr>
          <a:xfrm>
            <a:off x="762000" y="5905500"/>
            <a:ext cx="8763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9000" lang="zh-CN"/>
            </a:lvl1pPr>
          </a:lstStyle>
          <a:p>
            <a:pPr algn="l">
              <a:lnSpc>
                <a:spcPts val="11250"/>
              </a:lnSpc>
            </a:pPr>
            <a:r>
              <a:rPr lang="en-US" sz="9000" dirty="0">
                <a:solidFill>
                  <a:srgbClr val="232323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zh-CN"/>
          </a:p>
        </p:txBody>
      </p:sp>
      <p:sp>
        <p:nvSpPr>
          <p:cNvPr id="5" name="cover-subtitle-slot Placeholder"/>
          <p:cNvSpPr>
            <a:spLocks noGrp="1"/>
          </p:cNvSpPr>
          <p:nvPr>
            <p:ph type="subTitle" idx="1"/>
          </p:nvPr>
        </p:nvSpPr>
        <p:spPr>
          <a:xfrm>
            <a:off x="762000" y="942975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4500" lang="zh-CN"/>
            </a:lvl1pPr>
          </a:lstStyle>
          <a:p>
            <a:pPr algn="l" marL="0" indent="0">
              <a:buNone/>
            </a:pPr>
            <a:r>
              <a:rPr lang="en-US" sz="4500" dirty="0">
                <a:solidFill>
                  <a:srgbClr val="7A756B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zh-CN"/>
          </a:p>
        </p:txBody>
      </p:sp>
      <p:sp>
        <p:nvSpPr>
          <p:cNvPr id="6" name="cover-brand-slot Placeholder"/>
          <p:cNvSpPr>
            <a:spLocks noGrp="1"/>
          </p:cNvSpPr>
          <p:nvPr>
            <p:ph type="body" idx="2"/>
          </p:nvPr>
        </p:nvSpPr>
        <p:spPr>
          <a:xfrm>
            <a:off x="762000" y="15335250"/>
            <a:ext cx="8763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400" lang="zh-CN"/>
            </a:lvl1pPr>
          </a:lstStyle>
          <a:p>
            <a:pPr algn="l" marL="0" indent="0">
              <a:buNone/>
            </a:pPr>
            <a:r>
              <a:rPr lang="en-US" sz="24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zh-CN"/>
          </a:p>
        </p:txBody>
      </p:sp>
    </p:spTree>
    <p:extLst>
      <p:ext uri="{BB962C8B-B14F-4D97-AF65-F5344CB8AC3E}">
        <p14:creationId val="3550936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-accent Layout"/>
          <p:cNvSpPr/>
          <p:nvPr/>
        </p:nvSpPr>
        <p:spPr>
          <a:xfrm>
            <a:off x="4667250" y="7620000"/>
            <a:ext cx="952500" cy="76200"/>
          </a:xfrm>
          <a:prstGeom prst="rect">
            <a:avLst/>
          </a:prstGeom>
          <a:solidFill>
            <a:srgbClr val="A8322D"/>
          </a:solidFill>
          <a:ln>
            <a:noFill/>
          </a:ln>
        </p:spPr>
      </p:sp>
      <p:sp>
        <p:nvSpPr>
          <p:cNvPr id="3" name="statement-message-slot Placeholder"/>
          <p:cNvSpPr>
            <a:spLocks noGrp="1"/>
          </p:cNvSpPr>
          <p:nvPr>
            <p:ph type="title"/>
          </p:nvPr>
        </p:nvSpPr>
        <p:spPr>
          <a:xfrm>
            <a:off x="762000" y="8191500"/>
            <a:ext cx="8763000" cy="285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6600" lang="zh-CN"/>
            </a:lvl1pPr>
          </a:lstStyle>
          <a:p>
            <a:pPr algn="ctr">
              <a:lnSpc>
                <a:spcPts val="8250"/>
              </a:lnSpc>
            </a:pPr>
            <a:r>
              <a:rPr lang="en-US" sz="6600" dirty="0">
                <a:solidFill>
                  <a:srgbClr val="232323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zh-CN"/>
          </a:p>
        </p:txBody>
      </p:sp>
      <p:sp>
        <p:nvSpPr>
          <p:cNvPr id="4" name="statement-support-slot Placeholder"/>
          <p:cNvSpPr>
            <a:spLocks noGrp="1"/>
          </p:cNvSpPr>
          <p:nvPr>
            <p:ph type="body" idx="1"/>
          </p:nvPr>
        </p:nvSpPr>
        <p:spPr>
          <a:xfrm>
            <a:off x="1143000" y="11430000"/>
            <a:ext cx="8001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600" lang="zh-CN"/>
            </a:lvl1pPr>
          </a:lstStyle>
          <a:p>
            <a:pPr algn="ctr" marL="0" indent="0">
              <a:buNone/>
            </a:pPr>
            <a:r>
              <a:rPr lang="en-US" sz="3600" dirty="0">
                <a:solidFill>
                  <a:srgbClr val="7A756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zh-CN"/>
          </a:p>
        </p:txBody>
      </p:sp>
    </p:spTree>
    <p:extLst>
      <p:ext uri="{BB962C8B-B14F-4D97-AF65-F5344CB8AC3E}">
        <p14:creationId val="2571957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content-rule Layout"/>
          <p:cNvSpPr/>
          <p:nvPr/>
        </p:nvSpPr>
        <p:spPr>
          <a:xfrm>
            <a:off x="762000" y="3810000"/>
            <a:ext cx="8763000" cy="9525"/>
          </a:xfrm>
          <a:custGeom>
            <a:avLst/>
            <a:gdLst/>
            <a:ahLst/>
            <a:cxnLst/>
            <a:rect l="l" t="t" r="r" b="b"/>
            <a:pathLst>
              <a:path w="8763000" h="9525">
                <a:moveTo>
                  <a:pt x="0" y="0"/>
                </a:moveTo>
                <a:lnTo>
                  <a:pt x="8763000" y="0"/>
                </a:lnTo>
              </a:path>
            </a:pathLst>
          </a:custGeom>
          <a:noFill/>
          <a:ln w="19050">
            <a:solidFill>
              <a:srgbClr val="D8D2C6"/>
            </a:solidFill>
          </a:ln>
        </p:spPr>
      </p:sp>
      <p:sp>
        <p:nvSpPr>
          <p:cNvPr id="3" name="title-content-title-slot Placeholder"/>
          <p:cNvSpPr>
            <a:spLocks noGrp="1"/>
          </p:cNvSpPr>
          <p:nvPr>
            <p:ph type="title"/>
          </p:nvPr>
        </p:nvSpPr>
        <p:spPr>
          <a:xfrm>
            <a:off x="762000" y="1905000"/>
            <a:ext cx="723900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5700" lang="zh-CN"/>
            </a:lvl1pPr>
          </a:lstStyle>
          <a:p>
            <a:pPr algn="l"/>
            <a:r>
              <a:rPr lang="en-US" sz="5700" dirty="0">
                <a:solidFill>
                  <a:srgbClr val="232323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zh-CN"/>
          </a:p>
        </p:txBody>
      </p:sp>
      <p:sp>
        <p:nvSpPr>
          <p:cNvPr id="4" name="title-content-body-slot Placeholder"/>
          <p:cNvSpPr>
            <a:spLocks noGrp="1"/>
          </p:cNvSpPr>
          <p:nvPr>
            <p:ph type="body" idx="1"/>
          </p:nvPr>
        </p:nvSpPr>
        <p:spPr>
          <a:xfrm>
            <a:off x="762000" y="4191000"/>
            <a:ext cx="8763000" cy="323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600" lang="zh-CN"/>
            </a:lvl1pPr>
          </a:lstStyle>
          <a:p>
            <a:pPr algn="l" marL="0" indent="0">
              <a:lnSpc>
                <a:spcPts val="5400"/>
              </a:lnSpc>
              <a:buNone/>
            </a:pPr>
            <a:r>
              <a:rPr lang="en-US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zh-CN"/>
          </a:p>
        </p:txBody>
      </p:sp>
      <p:sp>
        <p:nvSpPr>
          <p:cNvPr id="5" name="title-content-footer-slot Placeholder"/>
          <p:cNvSpPr>
            <a:spLocks noGrp="1"/>
          </p:cNvSpPr>
          <p:nvPr>
            <p:ph type="ftr" idx="2"/>
          </p:nvPr>
        </p:nvSpPr>
        <p:spPr>
          <a:xfrm>
            <a:off x="762000" y="15811500"/>
            <a:ext cx="8763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100" lang="zh-CN"/>
            </a:lvl1pPr>
          </a:lstStyle>
          <a:p>
            <a:pPr algn="l"/>
            <a:r>
              <a:rPr lang="en-US" sz="2100" dirty="0">
                <a:solidFill>
                  <a:srgbClr val="7A756B"/>
                </a:solidFill>
                <a:latin typeface="+mn-lt"/>
                <a:ea typeface="+mn-ea"/>
                <a:cs typeface="+mn-cs"/>
              </a:rPr>
              <a:t>Footer</a:t>
            </a:r>
            <a:endParaRPr lang="zh-CN"/>
          </a:p>
        </p:txBody>
      </p:sp>
    </p:spTree>
    <p:extLst>
      <p:ext uri="{BB962C8B-B14F-4D97-AF65-F5344CB8AC3E}">
        <p14:creationId val="58396199"/>
      </p:ext>
    </p:extLst>
  </p:cSld>
  <p:clrMapOvr>
    <a:masterClrMapping/>
  </p:clrMapOvr>
  <p:hf hdr="0" dt="0" ftr="1" sldNum="0"/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ed-list-row-one Layout"/>
          <p:cNvSpPr/>
          <p:nvPr/>
        </p:nvSpPr>
        <p:spPr>
          <a:xfrm>
            <a:off x="762000" y="4191000"/>
            <a:ext cx="8763000" cy="2476500"/>
          </a:xfrm>
          <a:prstGeom prst="roundRect">
            <a:avLst>
              <a:gd name="adj" fmla="val 6154"/>
            </a:avLst>
          </a:prstGeom>
          <a:solidFill>
            <a:srgbClr val="EBE6DA"/>
          </a:solidFill>
          <a:ln w="9525">
            <a:solidFill>
              <a:srgbClr val="D8D2C6"/>
            </a:solidFill>
          </a:ln>
        </p:spPr>
      </p:sp>
      <p:sp>
        <p:nvSpPr>
          <p:cNvPr id="3" name="numbered-list-row-two Layout"/>
          <p:cNvSpPr/>
          <p:nvPr/>
        </p:nvSpPr>
        <p:spPr>
          <a:xfrm>
            <a:off x="762000" y="6858000"/>
            <a:ext cx="8763000" cy="2476500"/>
          </a:xfrm>
          <a:prstGeom prst="roundRect">
            <a:avLst>
              <a:gd name="adj" fmla="val 6154"/>
            </a:avLst>
          </a:prstGeom>
          <a:solidFill>
            <a:srgbClr val="EBE6DA"/>
          </a:solidFill>
          <a:ln w="9525">
            <a:solidFill>
              <a:srgbClr val="D8D2C6"/>
            </a:solidFill>
          </a:ln>
        </p:spPr>
      </p:sp>
      <p:sp>
        <p:nvSpPr>
          <p:cNvPr id="4" name="numbered-list-row-three Layout"/>
          <p:cNvSpPr/>
          <p:nvPr/>
        </p:nvSpPr>
        <p:spPr>
          <a:xfrm>
            <a:off x="762000" y="9525000"/>
            <a:ext cx="8763000" cy="2476500"/>
          </a:xfrm>
          <a:prstGeom prst="roundRect">
            <a:avLst>
              <a:gd name="adj" fmla="val 6154"/>
            </a:avLst>
          </a:prstGeom>
          <a:solidFill>
            <a:srgbClr val="EBE6DA"/>
          </a:solidFill>
          <a:ln w="9525">
            <a:solidFill>
              <a:srgbClr val="D8D2C6"/>
            </a:solidFill>
          </a:ln>
        </p:spPr>
      </p:sp>
      <p:sp>
        <p:nvSpPr>
          <p:cNvPr id="5" name="numbered-list-marker-one Layout"/>
          <p:cNvSpPr/>
          <p:nvPr/>
        </p:nvSpPr>
        <p:spPr>
          <a:xfrm>
            <a:off x="1314450" y="4476750"/>
            <a:ext cx="571500" cy="571500"/>
          </a:xfrm>
          <a:prstGeom prst="ellipse">
            <a:avLst/>
          </a:prstGeom>
          <a:solidFill>
            <a:srgbClr val="F4F1E8"/>
          </a:solidFill>
          <a:ln w="28575">
            <a:solidFill>
              <a:srgbClr val="A8322D"/>
            </a:solidFill>
          </a:ln>
        </p:spPr>
      </p:sp>
      <p:sp>
        <p:nvSpPr>
          <p:cNvPr id="6" name="numbered-list-marker-two Layout"/>
          <p:cNvSpPr/>
          <p:nvPr/>
        </p:nvSpPr>
        <p:spPr>
          <a:xfrm>
            <a:off x="1314450" y="7143750"/>
            <a:ext cx="571500" cy="571500"/>
          </a:xfrm>
          <a:prstGeom prst="ellipse">
            <a:avLst/>
          </a:prstGeom>
          <a:solidFill>
            <a:srgbClr val="F4F1E8"/>
          </a:solidFill>
          <a:ln w="28575">
            <a:solidFill>
              <a:srgbClr val="A8322D"/>
            </a:solidFill>
          </a:ln>
        </p:spPr>
      </p:sp>
      <p:sp>
        <p:nvSpPr>
          <p:cNvPr id="7" name="numbered-list-marker-three Layout"/>
          <p:cNvSpPr/>
          <p:nvPr/>
        </p:nvSpPr>
        <p:spPr>
          <a:xfrm>
            <a:off x="1314450" y="9810750"/>
            <a:ext cx="571500" cy="571500"/>
          </a:xfrm>
          <a:prstGeom prst="ellipse">
            <a:avLst/>
          </a:prstGeom>
          <a:solidFill>
            <a:srgbClr val="F4F1E8"/>
          </a:solidFill>
          <a:ln w="28575">
            <a:solidFill>
              <a:srgbClr val="A8322D"/>
            </a:solidFill>
          </a:ln>
        </p:spPr>
      </p:sp>
      <p:sp>
        <p:nvSpPr>
          <p:cNvPr id="8" name="numbered-list-digit-one Layout"/>
          <p:cNvSpPr txBox="1"/>
          <p:nvPr/>
        </p:nvSpPr>
        <p:spPr>
          <a:xfrm>
            <a:off x="1487500" y="4601528"/>
            <a:ext cx="225400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dirty="0">
                <a:solidFill>
                  <a:srgbClr val="A8322D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9" name="numbered-list-digit-two Layout"/>
          <p:cNvSpPr txBox="1"/>
          <p:nvPr/>
        </p:nvSpPr>
        <p:spPr>
          <a:xfrm>
            <a:off x="1487500" y="7268528"/>
            <a:ext cx="225400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dirty="0">
                <a:solidFill>
                  <a:srgbClr val="A8322D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0" name="numbered-list-digit-three Layout"/>
          <p:cNvSpPr txBox="1"/>
          <p:nvPr/>
        </p:nvSpPr>
        <p:spPr>
          <a:xfrm>
            <a:off x="1487500" y="9935528"/>
            <a:ext cx="225400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dirty="0">
                <a:solidFill>
                  <a:srgbClr val="A8322D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11" name="numbered-list-title-slot Placeholder"/>
          <p:cNvSpPr>
            <a:spLocks noGrp="1"/>
          </p:cNvSpPr>
          <p:nvPr>
            <p:ph type="title"/>
          </p:nvPr>
        </p:nvSpPr>
        <p:spPr>
          <a:xfrm>
            <a:off x="762000" y="1905000"/>
            <a:ext cx="723900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5700" lang="zh-CN"/>
            </a:lvl1pPr>
          </a:lstStyle>
          <a:p>
            <a:pPr algn="l"/>
            <a:r>
              <a:rPr lang="en-US" sz="5700" dirty="0">
                <a:solidFill>
                  <a:srgbClr val="232323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zh-CN"/>
          </a:p>
        </p:txBody>
      </p:sp>
      <p:sp>
        <p:nvSpPr>
          <p:cNvPr id="12" name="numbered-list-one-slot Placeholder"/>
          <p:cNvSpPr>
            <a:spLocks noGrp="1"/>
          </p:cNvSpPr>
          <p:nvPr>
            <p:ph type="obj" idx="1"/>
          </p:nvPr>
        </p:nvSpPr>
        <p:spPr>
          <a:xfrm>
            <a:off x="2286000" y="4381500"/>
            <a:ext cx="72390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600" lang="zh-CN"/>
            </a:lvl1pPr>
          </a:lstStyle>
          <a:p>
            <a:pPr algn="l">
              <a:lnSpc>
                <a:spcPts val="5400"/>
              </a:lnSpc>
            </a:pPr>
            <a:r>
              <a:rPr lang="en-US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zh-CN"/>
          </a:p>
        </p:txBody>
      </p:sp>
      <p:sp>
        <p:nvSpPr>
          <p:cNvPr id="13" name="numbered-list-two-slot Placeholder"/>
          <p:cNvSpPr>
            <a:spLocks noGrp="1"/>
          </p:cNvSpPr>
          <p:nvPr>
            <p:ph type="obj" idx="2"/>
          </p:nvPr>
        </p:nvSpPr>
        <p:spPr>
          <a:xfrm>
            <a:off x="2286000" y="7048500"/>
            <a:ext cx="72390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600" lang="zh-CN"/>
            </a:lvl1pPr>
          </a:lstStyle>
          <a:p>
            <a:pPr algn="l">
              <a:lnSpc>
                <a:spcPts val="5400"/>
              </a:lnSpc>
            </a:pPr>
            <a:r>
              <a:rPr lang="en-US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zh-CN"/>
          </a:p>
        </p:txBody>
      </p:sp>
      <p:sp>
        <p:nvSpPr>
          <p:cNvPr id="14" name="numbered-list-three-slot Placeholder"/>
          <p:cNvSpPr>
            <a:spLocks noGrp="1"/>
          </p:cNvSpPr>
          <p:nvPr>
            <p:ph type="obj" idx="3"/>
          </p:nvPr>
        </p:nvSpPr>
        <p:spPr>
          <a:xfrm>
            <a:off x="2286000" y="9715500"/>
            <a:ext cx="72390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600" lang="zh-CN"/>
            </a:lvl1pPr>
          </a:lstStyle>
          <a:p>
            <a:pPr algn="l">
              <a:lnSpc>
                <a:spcPts val="5400"/>
              </a:lnSpc>
            </a:pPr>
            <a:r>
              <a:rPr lang="en-US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zh-CN"/>
          </a:p>
        </p:txBody>
      </p:sp>
      <p:sp>
        <p:nvSpPr>
          <p:cNvPr id="15" name="numbered-list-footer-slot Placeholder"/>
          <p:cNvSpPr>
            <a:spLocks noGrp="1"/>
          </p:cNvSpPr>
          <p:nvPr>
            <p:ph type="ftr" idx="4"/>
          </p:nvPr>
        </p:nvSpPr>
        <p:spPr>
          <a:xfrm>
            <a:off x="762000" y="15811500"/>
            <a:ext cx="8763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100" lang="zh-CN"/>
            </a:lvl1pPr>
          </a:lstStyle>
          <a:p>
            <a:pPr algn="l"/>
            <a:r>
              <a:rPr lang="en-US" sz="2100" dirty="0">
                <a:solidFill>
                  <a:srgbClr val="7A756B"/>
                </a:solidFill>
                <a:latin typeface="+mn-lt"/>
                <a:ea typeface="+mn-ea"/>
                <a:cs typeface="+mn-cs"/>
              </a:rPr>
              <a:t>Footer</a:t>
            </a:r>
            <a:endParaRPr lang="zh-CN"/>
          </a:p>
        </p:txBody>
      </p:sp>
    </p:spTree>
    <p:extLst>
      <p:ext uri="{BB962C8B-B14F-4D97-AF65-F5344CB8AC3E}">
        <p14:creationId val="516694793"/>
      </p:ext>
    </p:extLst>
  </p:cSld>
  <p:clrMapOvr>
    <a:masterClrMapping/>
  </p:clrMapOvr>
  <p:hf hdr="0" dt="0" ftr="1" sldNum="0"/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wo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wo-block-top Layout"/>
          <p:cNvSpPr/>
          <p:nvPr/>
        </p:nvSpPr>
        <p:spPr>
          <a:xfrm>
            <a:off x="762000" y="4191000"/>
            <a:ext cx="8763000" cy="3429000"/>
          </a:xfrm>
          <a:prstGeom prst="roundRect">
            <a:avLst>
              <a:gd name="adj" fmla="val 6667"/>
            </a:avLst>
          </a:prstGeom>
          <a:solidFill>
            <a:srgbClr val="EBE6DA"/>
          </a:solidFill>
          <a:ln w="9525">
            <a:solidFill>
              <a:srgbClr val="D8D2C6"/>
            </a:solidFill>
          </a:ln>
        </p:spPr>
      </p:sp>
      <p:sp>
        <p:nvSpPr>
          <p:cNvPr id="3" name="two-block-bottom Layout"/>
          <p:cNvSpPr/>
          <p:nvPr/>
        </p:nvSpPr>
        <p:spPr>
          <a:xfrm>
            <a:off x="762000" y="8001000"/>
            <a:ext cx="8763000" cy="3429000"/>
          </a:xfrm>
          <a:prstGeom prst="roundRect">
            <a:avLst>
              <a:gd name="adj" fmla="val 6667"/>
            </a:avLst>
          </a:prstGeom>
          <a:solidFill>
            <a:srgbClr val="E4DED0"/>
          </a:solidFill>
          <a:ln w="9525">
            <a:solidFill>
              <a:srgbClr val="D8D2C6"/>
            </a:solidFill>
          </a:ln>
        </p:spPr>
      </p:sp>
      <p:sp>
        <p:nvSpPr>
          <p:cNvPr id="4" name="two-block-title-slot Placeholder"/>
          <p:cNvSpPr>
            <a:spLocks noGrp="1"/>
          </p:cNvSpPr>
          <p:nvPr>
            <p:ph type="title"/>
          </p:nvPr>
        </p:nvSpPr>
        <p:spPr>
          <a:xfrm>
            <a:off x="762000" y="1905000"/>
            <a:ext cx="723900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5700" lang="zh-CN"/>
            </a:lvl1pPr>
          </a:lstStyle>
          <a:p>
            <a:pPr algn="l"/>
            <a:r>
              <a:rPr lang="en-US" sz="5700" dirty="0">
                <a:solidFill>
                  <a:srgbClr val="232323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zh-CN"/>
          </a:p>
        </p:txBody>
      </p:sp>
      <p:sp>
        <p:nvSpPr>
          <p:cNvPr id="5" name="two-block-top-slot Placeholder"/>
          <p:cNvSpPr>
            <a:spLocks noGrp="1"/>
          </p:cNvSpPr>
          <p:nvPr>
            <p:ph type="obj" idx="1"/>
          </p:nvPr>
        </p:nvSpPr>
        <p:spPr>
          <a:xfrm>
            <a:off x="1143000" y="4572000"/>
            <a:ext cx="8001000" cy="266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600" lang="zh-CN"/>
            </a:lvl1pPr>
          </a:lstStyle>
          <a:p>
            <a:pPr algn="l">
              <a:lnSpc>
                <a:spcPts val="5400"/>
              </a:lnSpc>
            </a:pPr>
            <a:r>
              <a:rPr lang="en-US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zh-CN"/>
          </a:p>
        </p:txBody>
      </p:sp>
      <p:sp>
        <p:nvSpPr>
          <p:cNvPr id="6" name="two-block-bottom-slot Placeholder"/>
          <p:cNvSpPr>
            <a:spLocks noGrp="1"/>
          </p:cNvSpPr>
          <p:nvPr>
            <p:ph type="obj" idx="2"/>
          </p:nvPr>
        </p:nvSpPr>
        <p:spPr>
          <a:xfrm>
            <a:off x="1143000" y="8382000"/>
            <a:ext cx="8001000" cy="266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600" lang="zh-CN"/>
            </a:lvl1pPr>
          </a:lstStyle>
          <a:p>
            <a:pPr algn="l">
              <a:lnSpc>
                <a:spcPts val="5400"/>
              </a:lnSpc>
            </a:pPr>
            <a:r>
              <a:rPr lang="en-US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zh-CN"/>
          </a:p>
        </p:txBody>
      </p:sp>
      <p:sp>
        <p:nvSpPr>
          <p:cNvPr id="7" name="two-block-footer-slot Placeholder"/>
          <p:cNvSpPr>
            <a:spLocks noGrp="1"/>
          </p:cNvSpPr>
          <p:nvPr>
            <p:ph type="ftr" idx="3"/>
          </p:nvPr>
        </p:nvSpPr>
        <p:spPr>
          <a:xfrm>
            <a:off x="762000" y="15811500"/>
            <a:ext cx="8763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100" lang="zh-CN"/>
            </a:lvl1pPr>
          </a:lstStyle>
          <a:p>
            <a:pPr algn="l"/>
            <a:r>
              <a:rPr lang="en-US" sz="2100" dirty="0">
                <a:solidFill>
                  <a:srgbClr val="7A756B"/>
                </a:solidFill>
                <a:latin typeface="+mn-lt"/>
                <a:ea typeface="+mn-ea"/>
                <a:cs typeface="+mn-cs"/>
              </a:rPr>
              <a:t>Footer</a:t>
            </a:r>
            <a:endParaRPr lang="zh-CN"/>
          </a:p>
        </p:txBody>
      </p:sp>
    </p:spTree>
    <p:extLst>
      <p:ext uri="{BB962C8B-B14F-4D97-AF65-F5344CB8AC3E}">
        <p14:creationId val="430295855"/>
      </p:ext>
    </p:extLst>
  </p:cSld>
  <p:clrMapOvr>
    <a:masterClrMapping/>
  </p:clrMapOvr>
  <p:hf hdr="0" dt="0" ftr="1" sldNum="0"/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Image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top-text-image-panel Layout"/>
          <p:cNvSpPr/>
          <p:nvPr/>
        </p:nvSpPr>
        <p:spPr>
          <a:xfrm>
            <a:off x="762000" y="3810000"/>
            <a:ext cx="8763000" cy="5905500"/>
          </a:xfrm>
          <a:prstGeom prst="roundRect">
            <a:avLst>
              <a:gd name="adj" fmla="val 3871"/>
            </a:avLst>
          </a:prstGeom>
          <a:solidFill>
            <a:srgbClr val="EBE6DA"/>
          </a:solidFill>
          <a:ln w="9525">
            <a:solidFill>
              <a:srgbClr val="D8D2C6"/>
            </a:solidFill>
          </a:ln>
        </p:spPr>
      </p:sp>
      <p:sp>
        <p:nvSpPr>
          <p:cNvPr id="3" name="image-top-text-title-slot Placeholder"/>
          <p:cNvSpPr>
            <a:spLocks noGrp="1"/>
          </p:cNvSpPr>
          <p:nvPr>
            <p:ph type="title"/>
          </p:nvPr>
        </p:nvSpPr>
        <p:spPr>
          <a:xfrm>
            <a:off x="762000" y="1905000"/>
            <a:ext cx="723900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5700" lang="zh-CN"/>
            </a:lvl1pPr>
          </a:lstStyle>
          <a:p>
            <a:pPr algn="l"/>
            <a:r>
              <a:rPr lang="en-US" sz="5700" dirty="0">
                <a:solidFill>
                  <a:srgbClr val="232323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zh-CN"/>
          </a:p>
        </p:txBody>
      </p:sp>
      <p:sp>
        <p:nvSpPr>
          <p:cNvPr id="4" name="image-top-text-picture-slot Placeholder"/>
          <p:cNvSpPr>
            <a:spLocks noGrp="1"/>
          </p:cNvSpPr>
          <p:nvPr>
            <p:ph type="pic" idx="1"/>
          </p:nvPr>
        </p:nvSpPr>
        <p:spPr>
          <a:xfrm>
            <a:off x="762000" y="3810000"/>
            <a:ext cx="8763000" cy="5905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zh-CN"/>
          </a:p>
        </p:txBody>
      </p:sp>
      <p:sp>
        <p:nvSpPr>
          <p:cNvPr id="5" name="image-top-text-body-slot Placeholder"/>
          <p:cNvSpPr>
            <a:spLocks noGrp="1"/>
          </p:cNvSpPr>
          <p:nvPr>
            <p:ph type="body" idx="2"/>
          </p:nvPr>
        </p:nvSpPr>
        <p:spPr>
          <a:xfrm>
            <a:off x="762000" y="10096500"/>
            <a:ext cx="876300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600" lang="zh-CN"/>
            </a:lvl1pPr>
          </a:lstStyle>
          <a:p>
            <a:pPr algn="l" marL="0" indent="0">
              <a:lnSpc>
                <a:spcPts val="5400"/>
              </a:lnSpc>
              <a:buNone/>
            </a:pPr>
            <a:r>
              <a:rPr lang="en-US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zh-CN"/>
          </a:p>
        </p:txBody>
      </p:sp>
      <p:sp>
        <p:nvSpPr>
          <p:cNvPr id="6" name="image-top-text-footer-slot Placeholder"/>
          <p:cNvSpPr>
            <a:spLocks noGrp="1"/>
          </p:cNvSpPr>
          <p:nvPr>
            <p:ph type="ftr" idx="3"/>
          </p:nvPr>
        </p:nvSpPr>
        <p:spPr>
          <a:xfrm>
            <a:off x="762000" y="15811500"/>
            <a:ext cx="8763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100" lang="zh-CN"/>
            </a:lvl1pPr>
          </a:lstStyle>
          <a:p>
            <a:pPr algn="l"/>
            <a:r>
              <a:rPr lang="en-US" sz="2100" dirty="0">
                <a:solidFill>
                  <a:srgbClr val="7A756B"/>
                </a:solidFill>
                <a:latin typeface="+mn-lt"/>
                <a:ea typeface="+mn-ea"/>
                <a:cs typeface="+mn-cs"/>
              </a:rPr>
              <a:t>Footer</a:t>
            </a:r>
            <a:endParaRPr lang="zh-CN"/>
          </a:p>
        </p:txBody>
      </p:sp>
    </p:spTree>
    <p:extLst>
      <p:ext uri="{BB962C8B-B14F-4D97-AF65-F5344CB8AC3E}">
        <p14:creationId val="2325458069"/>
      </p:ext>
    </p:extLst>
  </p:cSld>
  <p:clrMapOvr>
    <a:masterClrMapping/>
  </p:clrMapOvr>
  <p:hf hdr="0" dt="0" ftr="1" sldNum="0"/>
</p:sldLayout>
</file>

<file path=ppt/slideLayouts/slideLayout18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Vertical Step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-flow-node-one Layout"/>
          <p:cNvSpPr/>
          <p:nvPr/>
        </p:nvSpPr>
        <p:spPr>
          <a:xfrm>
            <a:off x="1409700" y="4286250"/>
            <a:ext cx="381000" cy="381000"/>
          </a:xfrm>
          <a:prstGeom prst="ellipse">
            <a:avLst/>
          </a:prstGeom>
          <a:solidFill>
            <a:srgbClr val="F4F1E8"/>
          </a:solidFill>
          <a:ln w="47625">
            <a:solidFill>
              <a:srgbClr val="A8322D"/>
            </a:solidFill>
          </a:ln>
        </p:spPr>
      </p:sp>
      <p:sp>
        <p:nvSpPr>
          <p:cNvPr id="3" name="step-flow-node-two Layout"/>
          <p:cNvSpPr/>
          <p:nvPr/>
        </p:nvSpPr>
        <p:spPr>
          <a:xfrm>
            <a:off x="1409700" y="6762750"/>
            <a:ext cx="381000" cy="381000"/>
          </a:xfrm>
          <a:prstGeom prst="ellipse">
            <a:avLst/>
          </a:prstGeom>
          <a:solidFill>
            <a:srgbClr val="F4F1E8"/>
          </a:solidFill>
          <a:ln w="47625">
            <a:solidFill>
              <a:srgbClr val="A8322D"/>
            </a:solidFill>
          </a:ln>
        </p:spPr>
      </p:sp>
      <p:sp>
        <p:nvSpPr>
          <p:cNvPr id="4" name="step-flow-node-three Layout"/>
          <p:cNvSpPr/>
          <p:nvPr/>
        </p:nvSpPr>
        <p:spPr>
          <a:xfrm>
            <a:off x="1409700" y="9239250"/>
            <a:ext cx="381000" cy="381000"/>
          </a:xfrm>
          <a:prstGeom prst="ellipse">
            <a:avLst/>
          </a:prstGeom>
          <a:solidFill>
            <a:srgbClr val="F4F1E8"/>
          </a:solidFill>
          <a:ln w="47625">
            <a:solidFill>
              <a:srgbClr val="A8322D"/>
            </a:solidFill>
          </a:ln>
        </p:spPr>
      </p:sp>
      <p:sp>
        <p:nvSpPr>
          <p:cNvPr id="5" name="step-flow-title-slot Placeholder"/>
          <p:cNvSpPr>
            <a:spLocks noGrp="1"/>
          </p:cNvSpPr>
          <p:nvPr>
            <p:ph type="title"/>
          </p:nvPr>
        </p:nvSpPr>
        <p:spPr>
          <a:xfrm>
            <a:off x="762000" y="1905000"/>
            <a:ext cx="723900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5700" lang="zh-CN"/>
            </a:lvl1pPr>
          </a:lstStyle>
          <a:p>
            <a:pPr algn="l"/>
            <a:r>
              <a:rPr lang="en-US" sz="5700" dirty="0">
                <a:solidFill>
                  <a:srgbClr val="232323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zh-CN"/>
          </a:p>
        </p:txBody>
      </p:sp>
      <p:sp>
        <p:nvSpPr>
          <p:cNvPr id="6" name="step-flow-one-slot Placeholder"/>
          <p:cNvSpPr>
            <a:spLocks noGrp="1"/>
          </p:cNvSpPr>
          <p:nvPr>
            <p:ph type="obj" idx="1"/>
          </p:nvPr>
        </p:nvSpPr>
        <p:spPr>
          <a:xfrm>
            <a:off x="2286000" y="4095750"/>
            <a:ext cx="72390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600" lang="zh-CN"/>
            </a:lvl1pPr>
          </a:lstStyle>
          <a:p>
            <a:pPr algn="l">
              <a:lnSpc>
                <a:spcPts val="5400"/>
              </a:lnSpc>
            </a:pPr>
            <a:r>
              <a:rPr lang="en-US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zh-CN"/>
          </a:p>
        </p:txBody>
      </p:sp>
      <p:sp>
        <p:nvSpPr>
          <p:cNvPr id="7" name="step-flow-two-slot Placeholder"/>
          <p:cNvSpPr>
            <a:spLocks noGrp="1"/>
          </p:cNvSpPr>
          <p:nvPr>
            <p:ph type="obj" idx="2"/>
          </p:nvPr>
        </p:nvSpPr>
        <p:spPr>
          <a:xfrm>
            <a:off x="2286000" y="6572250"/>
            <a:ext cx="72390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600" lang="zh-CN"/>
            </a:lvl1pPr>
          </a:lstStyle>
          <a:p>
            <a:pPr algn="l">
              <a:lnSpc>
                <a:spcPts val="5400"/>
              </a:lnSpc>
            </a:pPr>
            <a:r>
              <a:rPr lang="en-US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zh-CN"/>
          </a:p>
        </p:txBody>
      </p:sp>
      <p:sp>
        <p:nvSpPr>
          <p:cNvPr id="8" name="step-flow-three-slot Placeholder"/>
          <p:cNvSpPr>
            <a:spLocks noGrp="1"/>
          </p:cNvSpPr>
          <p:nvPr>
            <p:ph type="obj" idx="3"/>
          </p:nvPr>
        </p:nvSpPr>
        <p:spPr>
          <a:xfrm>
            <a:off x="2286000" y="9048750"/>
            <a:ext cx="72390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600" lang="zh-CN"/>
            </a:lvl1pPr>
          </a:lstStyle>
          <a:p>
            <a:pPr algn="l">
              <a:lnSpc>
                <a:spcPts val="5400"/>
              </a:lnSpc>
            </a:pPr>
            <a:r>
              <a:rPr lang="en-US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zh-CN"/>
          </a:p>
        </p:txBody>
      </p:sp>
      <p:sp>
        <p:nvSpPr>
          <p:cNvPr id="9" name="step-flow-footer-slot Placeholder"/>
          <p:cNvSpPr>
            <a:spLocks noGrp="1"/>
          </p:cNvSpPr>
          <p:nvPr>
            <p:ph type="ftr" idx="4"/>
          </p:nvPr>
        </p:nvSpPr>
        <p:spPr>
          <a:xfrm>
            <a:off x="762000" y="15811500"/>
            <a:ext cx="8763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100" lang="zh-CN"/>
            </a:lvl1pPr>
          </a:lstStyle>
          <a:p>
            <a:pPr algn="l"/>
            <a:r>
              <a:rPr lang="en-US" sz="2100" dirty="0">
                <a:solidFill>
                  <a:srgbClr val="7A756B"/>
                </a:solidFill>
                <a:latin typeface="+mn-lt"/>
                <a:ea typeface="+mn-ea"/>
                <a:cs typeface="+mn-cs"/>
              </a:rPr>
              <a:t>Footer</a:t>
            </a:r>
            <a:endParaRPr lang="zh-CN"/>
          </a:p>
        </p:txBody>
      </p:sp>
    </p:spTree>
    <p:extLst>
      <p:ext uri="{BB962C8B-B14F-4D97-AF65-F5344CB8AC3E}">
        <p14:creationId val="2247585012"/>
      </p:ext>
    </p:extLst>
  </p:cSld>
  <p:clrMapOvr>
    <a:masterClrMapping/>
  </p:clrMapOvr>
  <p:hf hdr="0" dt="0" ftr="1" sldNum="0"/>
</p:sldLayout>
</file>

<file path=ppt/slideLayouts/slideLayout19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Full-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full-caption-band Layout"/>
          <p:cNvSpPr/>
          <p:nvPr/>
        </p:nvSpPr>
        <p:spPr>
          <a:xfrm>
            <a:off x="0" y="11620500"/>
            <a:ext cx="10287000" cy="4953000"/>
          </a:xfrm>
          <a:prstGeom prst="rect">
            <a:avLst/>
          </a:prstGeom>
          <a:solidFill>
            <a:srgbClr val="EBE6DA"/>
          </a:solidFill>
          <a:ln>
            <a:noFill/>
          </a:ln>
        </p:spPr>
      </p:sp>
      <p:sp>
        <p:nvSpPr>
          <p:cNvPr id="3" name="image-full-picture-slot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10287000" cy="116205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/>
              <a:t>Click to add picture</a:t>
            </a:r>
            <a:endParaRPr lang="zh-CN"/>
          </a:p>
        </p:txBody>
      </p:sp>
      <p:sp>
        <p:nvSpPr>
          <p:cNvPr id="4" name="image-full-title-slot Placeholder"/>
          <p:cNvSpPr>
            <a:spLocks noGrp="1"/>
          </p:cNvSpPr>
          <p:nvPr>
            <p:ph type="title"/>
          </p:nvPr>
        </p:nvSpPr>
        <p:spPr>
          <a:xfrm>
            <a:off x="762000" y="12001500"/>
            <a:ext cx="8763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5700" lang="zh-CN"/>
            </a:lvl1pPr>
          </a:lstStyle>
          <a:p>
            <a:pPr algn="l"/>
            <a:r>
              <a:rPr lang="en-US" sz="5700" dirty="0">
                <a:solidFill>
                  <a:srgbClr val="232323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zh-CN"/>
          </a:p>
        </p:txBody>
      </p:sp>
      <p:sp>
        <p:nvSpPr>
          <p:cNvPr id="5" name="image-full-footer-slot Placeholder"/>
          <p:cNvSpPr>
            <a:spLocks noGrp="1"/>
          </p:cNvSpPr>
          <p:nvPr>
            <p:ph type="ftr" idx="2"/>
          </p:nvPr>
        </p:nvSpPr>
        <p:spPr>
          <a:xfrm>
            <a:off x="762000" y="15859125"/>
            <a:ext cx="8763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100" lang="zh-CN"/>
            </a:lvl1pPr>
          </a:lstStyle>
          <a:p>
            <a:pPr algn="l"/>
            <a:r>
              <a:rPr lang="en-US" sz="2100" dirty="0">
                <a:solidFill>
                  <a:srgbClr val="7A756B"/>
                </a:solidFill>
                <a:latin typeface="+mn-lt"/>
                <a:ea typeface="+mn-ea"/>
                <a:cs typeface="+mn-cs"/>
              </a:rPr>
              <a:t>Footer</a:t>
            </a:r>
            <a:endParaRPr lang="zh-CN"/>
          </a:p>
        </p:txBody>
      </p:sp>
    </p:spTree>
    <p:extLst>
      <p:ext uri="{BB962C8B-B14F-4D97-AF65-F5344CB8AC3E}">
        <p14:creationId val="3072201406"/>
      </p:ext>
    </p:extLst>
  </p:cSld>
  <p:clrMapOvr>
    <a:masterClrMapping/>
  </p:clrMapOvr>
  <p:hf hdr="0" dt="0" ftr="1" sldNum="0"/>
</p:sldLayout>
</file>

<file path=ppt/slideLayouts/slideLayout20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ing-brand-band Layout"/>
          <p:cNvSpPr/>
          <p:nvPr/>
        </p:nvSpPr>
        <p:spPr>
          <a:xfrm>
            <a:off x="0" y="14859000"/>
            <a:ext cx="10287000" cy="1714500"/>
          </a:xfrm>
          <a:prstGeom prst="rect">
            <a:avLst/>
          </a:prstGeom>
          <a:solidFill>
            <a:srgbClr val="EBE6DA"/>
          </a:solidFill>
          <a:ln>
            <a:noFill/>
          </a:ln>
        </p:spPr>
      </p:sp>
      <p:sp>
        <p:nvSpPr>
          <p:cNvPr id="3" name="ending-accent Layout"/>
          <p:cNvSpPr/>
          <p:nvPr/>
        </p:nvSpPr>
        <p:spPr>
          <a:xfrm>
            <a:off x="4667250" y="7239000"/>
            <a:ext cx="952500" cy="76200"/>
          </a:xfrm>
          <a:prstGeom prst="rect">
            <a:avLst/>
          </a:prstGeom>
          <a:solidFill>
            <a:srgbClr val="A8322D"/>
          </a:solidFill>
          <a:ln>
            <a:noFill/>
          </a:ln>
        </p:spPr>
      </p:sp>
      <p:sp>
        <p:nvSpPr>
          <p:cNvPr id="4" name="ending-message-slot Placeholder"/>
          <p:cNvSpPr>
            <a:spLocks noGrp="1"/>
          </p:cNvSpPr>
          <p:nvPr>
            <p:ph type="title"/>
          </p:nvPr>
        </p:nvSpPr>
        <p:spPr>
          <a:xfrm>
            <a:off x="762000" y="7810500"/>
            <a:ext cx="8763000" cy="2476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6600" lang="zh-CN"/>
            </a:lvl1pPr>
          </a:lstStyle>
          <a:p>
            <a:pPr algn="ctr"/>
            <a:r>
              <a:rPr lang="en-US" sz="6600" dirty="0">
                <a:solidFill>
                  <a:srgbClr val="232323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zh-CN"/>
          </a:p>
        </p:txBody>
      </p:sp>
      <p:sp>
        <p:nvSpPr>
          <p:cNvPr id="5" name="ending-cta-slot Placeholder"/>
          <p:cNvSpPr>
            <a:spLocks noGrp="1"/>
          </p:cNvSpPr>
          <p:nvPr>
            <p:ph type="body" idx="1"/>
          </p:nvPr>
        </p:nvSpPr>
        <p:spPr>
          <a:xfrm>
            <a:off x="1143000" y="10668000"/>
            <a:ext cx="8001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600" lang="zh-CN"/>
            </a:lvl1pPr>
          </a:lstStyle>
          <a:p>
            <a:pPr algn="ctr" marL="0" indent="0">
              <a:buNone/>
            </a:pPr>
            <a:r>
              <a:rPr lang="en-US" sz="3600" dirty="0">
                <a:solidFill>
                  <a:srgbClr val="7A756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zh-CN"/>
          </a:p>
        </p:txBody>
      </p:sp>
      <p:sp>
        <p:nvSpPr>
          <p:cNvPr id="6" name="ending-brand-slot Placeholder"/>
          <p:cNvSpPr>
            <a:spLocks noGrp="1"/>
          </p:cNvSpPr>
          <p:nvPr>
            <p:ph type="body" idx="2"/>
          </p:nvPr>
        </p:nvSpPr>
        <p:spPr>
          <a:xfrm>
            <a:off x="762000" y="15335250"/>
            <a:ext cx="8763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400" lang="zh-CN"/>
            </a:lvl1pPr>
          </a:lstStyle>
          <a:p>
            <a:pPr algn="ctr" marL="0" indent="0">
              <a:buNone/>
            </a:pPr>
            <a:r>
              <a:rPr lang="en-US" sz="24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zh-CN"/>
          </a:p>
        </p:txBody>
      </p:sp>
    </p:spTree>
    <p:extLst>
      <p:ext uri="{BB962C8B-B14F-4D97-AF65-F5344CB8AC3E}">
        <p14:creationId val="14205631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  <Relationship Id="rId16" Type="http://schemas.openxmlformats.org/officeDocument/2006/relationships/slideLayout" Target="../slideLayouts/slideLayout15.xml"/>
  <Relationship Id="rId17" Type="http://schemas.openxmlformats.org/officeDocument/2006/relationships/slideLayout" Target="../slideLayouts/slideLayout16.xml"/>
  <Relationship Id="rId18" Type="http://schemas.openxmlformats.org/officeDocument/2006/relationships/slideLayout" Target="../slideLayouts/slideLayout17.xml"/>
  <Relationship Id="rId19" Type="http://schemas.openxmlformats.org/officeDocument/2006/relationships/slideLayout" Target="../slideLayouts/slideLayout18.xml"/>
  <Relationship Id="rId20" Type="http://schemas.openxmlformats.org/officeDocument/2006/relationships/slideLayout" Target="../slideLayouts/slideLayout19.xml"/>
  <Relationship Id="rId21" Type="http://schemas.openxmlformats.org/officeDocument/2006/relationships/slideLayout" Target="../slideLayouts/slideLayout20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Story Vertical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txStyles>
    <p:titleStyle>
      <a:lvl1pPr algn="ctr" defTabSz="457200" rtl="0" eaLnBrk="1" latinLnBrk="0" hangingPunct="1">
        <a:spcBef>
          <a:spcPct val="0"/>
        </a:spcBef>
        <a:buNone/>
        <a:defRPr sz="57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7.xml"/>
  <Relationship Id="rId2" Type="http://schemas.openxmlformats.org/officeDocument/2006/relationships/image" Target="../media/image_b6ea71e0b94ece7e.jpg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8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9.xml"/>
  <Relationship Id="rId2" Type="http://schemas.openxmlformats.org/officeDocument/2006/relationships/image" Target="../media/image_f348e32fb06a3f4a.jpg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0.xml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ver-title-slot Placeholder Carrier"/>
          <p:cNvSpPr txBox="1"/>
          <p:nvPr>
            <p:ph type="title"/>
          </p:nvPr>
        </p:nvSpPr>
        <p:spPr>
          <a:xfrm>
            <a:off x="742950" y="6076950"/>
            <a:ext cx="5753100" cy="3162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1250"/>
              </a:lnSpc>
            </a:pPr>
            <a:r>
              <a:rPr lang="zh-CN" sz="9000" dirty="0">
                <a:solidFill>
                  <a:srgbClr val="232323"/>
                </a:solidFill>
                <a:latin typeface="+mj-lt"/>
                <a:ea typeface="+mj-ea"/>
                <a:cs typeface="+mj-cs"/>
              </a:rPr>
              <a:t>孙子兵法</a:t>
            </a:r>
            <a:br/>
            <a:r>
              <a:rPr lang="zh-CN" sz="9000" dirty="0">
                <a:solidFill>
                  <a:srgbClr val="232323"/>
                </a:solidFill>
                <a:latin typeface="+mj-lt"/>
                <a:ea typeface="+mj-ea"/>
                <a:cs typeface="+mj-cs"/>
              </a:rPr>
              <a:t>英译读书卡</a:t>
            </a:r>
          </a:p>
        </p:txBody>
      </p:sp>
      <p:sp>
        <p:nvSpPr>
          <p:cNvPr id="7" name="cover-subtitle-slot Placeholder Carrier"/>
          <p:cNvSpPr txBox="1"/>
          <p:nvPr>
            <p:ph type="subTitle" idx="1"/>
          </p:nvPr>
        </p:nvSpPr>
        <p:spPr>
          <a:xfrm>
            <a:off x="742950" y="9458325"/>
            <a:ext cx="5832196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CN" sz="4500" dirty="0">
                <a:solidFill>
                  <a:srgbClr val="7A756B"/>
                </a:solidFill>
                <a:latin typeface="+mn-lt"/>
                <a:ea typeface="+mn-ea"/>
                <a:cs typeface="+mn-cs"/>
              </a:rPr>
              <a:t>Giles 1910 年英译本</a:t>
            </a:r>
          </a:p>
        </p:txBody>
      </p:sp>
      <p:sp>
        <p:nvSpPr>
          <p:cNvPr id="9" name="cover-brand-slot Placeholder Carrier"/>
          <p:cNvSpPr txBox="1"/>
          <p:nvPr>
            <p:ph type="body" idx="2"/>
          </p:nvPr>
        </p:nvSpPr>
        <p:spPr>
          <a:xfrm>
            <a:off x="749808" y="15476220"/>
            <a:ext cx="461711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CN" sz="24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十一张读书卡 · 中文讲解为整理</a:t>
            </a:r>
          </a:p>
        </p:txBody>
      </p:sp>
      <p:grpSp>
        <p:nvGrpSpPr>
          <p:cNvPr id="12" name="seal-mark-01"/>
          <p:cNvGrpSpPr/>
          <p:nvPr/>
        </p:nvGrpSpPr>
        <p:grpSpPr>
          <a:xfrm>
            <a:off x="762000" y="3810000"/>
            <a:ext cx="1047750" cy="1047750"/>
            <a:chOff x="762000" y="3810000"/>
            <a:chExt cx="1047750" cy="1047750"/>
          </a:xfrm>
        </p:grpSpPr>
        <p:sp>
          <p:nvSpPr>
            <p:cNvPr id="10" name="Freeform 10"/>
            <p:cNvSpPr/>
            <p:nvPr/>
          </p:nvSpPr>
          <p:spPr>
            <a:xfrm>
              <a:off x="762000" y="3810000"/>
              <a:ext cx="1047750" cy="1047750"/>
            </a:xfrm>
            <a:prstGeom prst="frame">
              <a:avLst/>
            </a:prstGeom>
            <a:solidFill>
              <a:srgbClr val="A8322D"/>
            </a:solidFill>
            <a:ln>
              <a:noFill/>
            </a:ln>
          </p:spPr>
        </p:sp>
        <p:sp>
          <p:nvSpPr>
            <p:cNvPr id="11" name="seal-glyph-01"/>
            <p:cNvSpPr txBox="1"/>
            <p:nvPr/>
          </p:nvSpPr>
          <p:spPr>
            <a:xfrm>
              <a:off x="1011555" y="4107180"/>
              <a:ext cx="54864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dirty="0">
                  <a:solidFill>
                    <a:srgbClr val="A8322D"/>
                  </a:solidFill>
                  <a:latin typeface="+mj-lt"/>
                  <a:ea typeface="+mj-ea"/>
                  <a:cs typeface="+mj-cs"/>
                </a:rPr>
                <a:t>兵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atement-message-slot Placeholder Carrier"/>
          <p:cNvSpPr txBox="1"/>
          <p:nvPr>
            <p:ph type="title"/>
          </p:nvPr>
        </p:nvSpPr>
        <p:spPr>
          <a:xfrm>
            <a:off x="3448050" y="8241030"/>
            <a:ext cx="3390900" cy="2324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>
              <a:lnSpc>
                <a:spcPts val="8250"/>
              </a:lnSpc>
            </a:pPr>
            <a:r>
              <a:rPr lang="zh-CN" sz="6600" dirty="0">
                <a:solidFill>
                  <a:srgbClr val="232323"/>
                </a:solidFill>
                <a:latin typeface="+mj-lt"/>
                <a:ea typeface="+mj-ea"/>
                <a:cs typeface="+mj-cs"/>
              </a:rPr>
              <a:t>先问存亡</a:t>
            </a:r>
            <a:br/>
            <a:r>
              <a:rPr lang="zh-CN" sz="6600" dirty="0">
                <a:solidFill>
                  <a:srgbClr val="232323"/>
                </a:solidFill>
                <a:latin typeface="+mj-lt"/>
                <a:ea typeface="+mj-ea"/>
                <a:cs typeface="+mj-cs"/>
              </a:rPr>
              <a:t>再问胜负</a:t>
            </a:r>
          </a:p>
        </p:txBody>
      </p:sp>
      <p:sp>
        <p:nvSpPr>
          <p:cNvPr id="6" name="statement-support-slot Placeholder Carrier"/>
          <p:cNvSpPr txBox="1"/>
          <p:nvPr>
            <p:ph type="body" idx="1"/>
          </p:nvPr>
        </p:nvSpPr>
        <p:spPr>
          <a:xfrm>
            <a:off x="2702052" y="11536680"/>
            <a:ext cx="488289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zh-CN" sz="3600" dirty="0">
                <a:solidFill>
                  <a:srgbClr val="7A756B"/>
                </a:solidFill>
                <a:latin typeface="+mn-lt"/>
                <a:ea typeface="+mn-ea"/>
                <a:cs typeface="+mn-cs"/>
              </a:rPr>
              <a:t>孙子从存亡角度谈用兵</a:t>
            </a:r>
          </a:p>
        </p:txBody>
      </p:sp>
      <p:grpSp>
        <p:nvGrpSpPr>
          <p:cNvPr id="11" name="quote-plate-02"/>
          <p:cNvGrpSpPr/>
          <p:nvPr/>
        </p:nvGrpSpPr>
        <p:grpSpPr>
          <a:xfrm>
            <a:off x="762000" y="13468350"/>
            <a:ext cx="6396190" cy="1766507"/>
            <a:chOff x="762000" y="13468350"/>
            <a:chExt cx="6396190" cy="1766507"/>
          </a:xfrm>
        </p:grpSpPr>
        <p:sp>
          <p:nvSpPr>
            <p:cNvPr id="8" name="Freeform 8"/>
            <p:cNvSpPr/>
            <p:nvPr/>
          </p:nvSpPr>
          <p:spPr>
            <a:xfrm>
              <a:off x="762000" y="13468350"/>
              <a:ext cx="304800" cy="1047750"/>
            </a:xfrm>
            <a:prstGeom prst="leftBracket">
              <a:avLst/>
            </a:prstGeom>
            <a:noFill/>
            <a:ln w="38100">
              <a:solidFill>
                <a:srgbClr val="A8322D"/>
              </a:solidFill>
            </a:ln>
          </p:spPr>
        </p:sp>
        <p:sp>
          <p:nvSpPr>
            <p:cNvPr id="9" name="quote-text-02"/>
            <p:cNvSpPr txBox="1"/>
            <p:nvPr/>
          </p:nvSpPr>
          <p:spPr>
            <a:xfrm>
              <a:off x="1242060" y="13506450"/>
              <a:ext cx="5916130" cy="11010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en-US" sz="3000" i="1" dirty="0">
                  <a:solidFill>
                    <a:srgbClr val="3A3A3A"/>
                  </a:solidFill>
                  <a:latin typeface="Cambria"/>
                  <a:ea typeface="Cambria"/>
                  <a:cs typeface="Cambria"/>
                </a:rPr>
                <a:t>It is a matter of life and death, a road</a:t>
              </a:r>
              <a:br/>
              <a:r>
                <a:rPr lang="en-US" sz="3000" i="1" dirty="0">
                  <a:solidFill>
                    <a:srgbClr val="3A3A3A"/>
                  </a:solidFill>
                  <a:latin typeface="Cambria"/>
                  <a:ea typeface="Cambria"/>
                  <a:cs typeface="Cambria"/>
                </a:rPr>
                <a:t>either to safety or to ruin.</a:t>
              </a:r>
            </a:p>
          </p:txBody>
        </p:sp>
        <p:sp>
          <p:nvSpPr>
            <p:cNvPr id="10" name="quote-cite-02"/>
            <p:cNvSpPr txBox="1"/>
            <p:nvPr/>
          </p:nvSpPr>
          <p:spPr>
            <a:xfrm>
              <a:off x="1244346" y="14736128"/>
              <a:ext cx="54847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7A756B"/>
                  </a:solidFill>
                  <a:latin typeface="+mn-lt"/>
                  <a:ea typeface="+mn-ea"/>
                  <a:cs typeface="+mn-cs"/>
                </a:rPr>
                <a:t>第一篇 LAYING PLANS · 第 2 节</a:t>
              </a:r>
            </a:p>
          </p:txBody>
        </p:sp>
      </p:grpSp>
      <p:sp>
        <p:nvSpPr>
          <p:cNvPr id="12" name="card-meta-text-02"/>
          <p:cNvSpPr txBox="1"/>
          <p:nvPr/>
        </p:nvSpPr>
        <p:spPr>
          <a:xfrm>
            <a:off x="751332" y="15965805"/>
            <a:ext cx="526103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7A756B"/>
                </a:solidFill>
                <a:latin typeface="+mn-lt"/>
                <a:ea typeface="+mn-ea"/>
                <a:cs typeface="+mn-cs"/>
              </a:rPr>
              <a:t>Giles 1910 英译 · 讲解为整理 · 02 / 11</a:t>
            </a:r>
          </a:p>
        </p:txBody>
      </p:sp>
      <p:grpSp>
        <p:nvGrpSpPr>
          <p:cNvPr id="15" name="seal-mark-02"/>
          <p:cNvGrpSpPr/>
          <p:nvPr/>
        </p:nvGrpSpPr>
        <p:grpSpPr>
          <a:xfrm>
            <a:off x="8420100" y="1676400"/>
            <a:ext cx="914400" cy="934593"/>
            <a:chOff x="8420100" y="1676400"/>
            <a:chExt cx="914400" cy="934593"/>
          </a:xfrm>
        </p:grpSpPr>
        <p:sp>
          <p:nvSpPr>
            <p:cNvPr id="13" name="Freeform 13"/>
            <p:cNvSpPr/>
            <p:nvPr/>
          </p:nvSpPr>
          <p:spPr>
            <a:xfrm>
              <a:off x="8420100" y="1676400"/>
              <a:ext cx="914400" cy="914400"/>
            </a:xfrm>
            <a:prstGeom prst="frame">
              <a:avLst/>
            </a:prstGeom>
            <a:solidFill>
              <a:srgbClr val="A8322D"/>
            </a:solidFill>
            <a:ln>
              <a:noFill/>
            </a:ln>
          </p:spPr>
        </p:sp>
        <p:sp>
          <p:nvSpPr>
            <p:cNvPr id="14" name="seal-glyph-02"/>
            <p:cNvSpPr txBox="1"/>
            <p:nvPr/>
          </p:nvSpPr>
          <p:spPr>
            <a:xfrm>
              <a:off x="8602980" y="1906905"/>
              <a:ext cx="54864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dirty="0">
                  <a:solidFill>
                    <a:srgbClr val="A8322D"/>
                  </a:solidFill>
                  <a:latin typeface="+mj-lt"/>
                  <a:ea typeface="+mj-ea"/>
                  <a:cs typeface="+mj-cs"/>
                </a:rPr>
                <a:t>一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-content-title-slot Placeholder Carrier"/>
          <p:cNvSpPr txBox="1"/>
          <p:nvPr>
            <p:ph type="title"/>
          </p:nvPr>
        </p:nvSpPr>
        <p:spPr>
          <a:xfrm>
            <a:off x="742950" y="2299335"/>
            <a:ext cx="4091940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dirty="0">
                <a:solidFill>
                  <a:srgbClr val="232323"/>
                </a:solidFill>
                <a:latin typeface="+mj-lt"/>
                <a:ea typeface="+mj-ea"/>
                <a:cs typeface="+mj-cs"/>
              </a:rPr>
              <a:t>先比五件事</a:t>
            </a:r>
          </a:p>
        </p:txBody>
      </p:sp>
      <p:sp>
        <p:nvSpPr>
          <p:cNvPr id="6" name="title-content-body-slot Placeholder Carrier"/>
          <p:cNvSpPr txBox="1"/>
          <p:nvPr>
            <p:ph type="body" idx="1"/>
          </p:nvPr>
        </p:nvSpPr>
        <p:spPr>
          <a:xfrm>
            <a:off x="743712" y="4392930"/>
            <a:ext cx="6894576" cy="2075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5400"/>
              </a:lnSpc>
              <a:buNone/>
            </a:pPr>
            <a:r>
              <a:rPr lang="zh-CN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孙子说，胜负在开打前就能估出来</a:t>
            </a:r>
            <a:br/>
            <a:r>
              <a:rPr lang="zh-CN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他列出五件必须比较的常数：</a:t>
            </a:r>
            <a:br/>
            <a:r>
              <a:rPr lang="zh-CN" sz="3600" b="1" dirty="0">
                <a:solidFill>
                  <a:srgbClr val="A8322D"/>
                </a:solidFill>
                <a:latin typeface="+mn-lt"/>
                <a:ea typeface="+mn-ea"/>
                <a:cs typeface="+mn-cs"/>
              </a:rPr>
              <a:t>道、天、地、将、法</a:t>
            </a:r>
            <a:r>
              <a:rPr lang="zh-CN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。</a:t>
            </a:r>
          </a:p>
        </p:txBody>
      </p:sp>
      <p:grpSp>
        <p:nvGrpSpPr>
          <p:cNvPr id="9" name="body-note-03"/>
          <p:cNvGrpSpPr/>
          <p:nvPr/>
        </p:nvGrpSpPr>
        <p:grpSpPr>
          <a:xfrm>
            <a:off x="743712" y="7821930"/>
            <a:ext cx="7351776" cy="2075688"/>
            <a:chOff x="743712" y="7821930"/>
            <a:chExt cx="7351776" cy="2075688"/>
          </a:xfrm>
        </p:grpSpPr>
        <p:sp>
          <p:nvSpPr>
            <p:cNvPr id="8" name="body-note-text-03"/>
            <p:cNvSpPr txBox="1"/>
            <p:nvPr/>
          </p:nvSpPr>
          <p:spPr>
            <a:xfrm>
              <a:off x="743712" y="7821930"/>
              <a:ext cx="7351776" cy="20756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400"/>
                </a:lnSpc>
              </a:pPr>
              <a:r>
                <a:rPr lang="zh-CN" sz="3600" dirty="0">
                  <a:solidFill>
                    <a:srgbClr val="3A3A3A"/>
                  </a:solidFill>
                  <a:latin typeface="+mn-lt"/>
                  <a:ea typeface="+mn-ea"/>
                  <a:cs typeface="+mn-cs"/>
                </a:rPr>
                <a:t>道是上下同心，天是时令气候，</a:t>
              </a:r>
              <a:br/>
              <a:r>
                <a:rPr lang="zh-CN" sz="3600" dirty="0">
                  <a:solidFill>
                    <a:srgbClr val="3A3A3A"/>
                  </a:solidFill>
                  <a:latin typeface="+mn-lt"/>
                  <a:ea typeface="+mn-ea"/>
                  <a:cs typeface="+mn-cs"/>
                </a:rPr>
                <a:t>地是远近险易，将是为将者的品质，</a:t>
              </a:r>
              <a:br/>
              <a:r>
                <a:rPr lang="zh-CN" sz="3600" dirty="0">
                  <a:solidFill>
                    <a:srgbClr val="3A3A3A"/>
                  </a:solidFill>
                  <a:latin typeface="+mn-lt"/>
                  <a:ea typeface="+mn-ea"/>
                  <a:cs typeface="+mn-cs"/>
                </a:rPr>
                <a:t>法是编制、职责与军需。</a:t>
              </a:r>
            </a:p>
          </p:txBody>
        </p:sp>
      </p:grpSp>
      <p:grpSp>
        <p:nvGrpSpPr>
          <p:cNvPr id="13" name="!!quote-plate"/>
          <p:cNvGrpSpPr/>
          <p:nvPr/>
        </p:nvGrpSpPr>
        <p:grpSpPr>
          <a:xfrm>
            <a:off x="762000" y="11563350"/>
            <a:ext cx="7307428" cy="2280857"/>
            <a:chOff x="762000" y="11563350"/>
            <a:chExt cx="7307428" cy="2280857"/>
          </a:xfrm>
        </p:grpSpPr>
        <p:sp>
          <p:nvSpPr>
            <p:cNvPr id="10" name="Freeform 10"/>
            <p:cNvSpPr/>
            <p:nvPr/>
          </p:nvSpPr>
          <p:spPr>
            <a:xfrm>
              <a:off x="762000" y="11563350"/>
              <a:ext cx="304800" cy="1562100"/>
            </a:xfrm>
            <a:prstGeom prst="leftBracket">
              <a:avLst/>
            </a:prstGeom>
            <a:noFill/>
            <a:ln w="38100">
              <a:solidFill>
                <a:srgbClr val="A8322D"/>
              </a:solidFill>
            </a:ln>
          </p:spPr>
        </p:sp>
        <p:sp>
          <p:nvSpPr>
            <p:cNvPr id="11" name="quote-text-03"/>
            <p:cNvSpPr txBox="1"/>
            <p:nvPr/>
          </p:nvSpPr>
          <p:spPr>
            <a:xfrm>
              <a:off x="1242060" y="11601450"/>
              <a:ext cx="6827368" cy="1615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en-US" sz="3000" i="1" dirty="0">
                  <a:solidFill>
                    <a:srgbClr val="3A3A3A"/>
                  </a:solidFill>
                  <a:latin typeface="Cambria"/>
                  <a:ea typeface="Cambria"/>
                  <a:cs typeface="Cambria"/>
                </a:rPr>
                <a:t>These are: (1) The Moral Law; (2) Heaven;</a:t>
              </a:r>
            </a:p>
            <a:p>
              <a:pPr algn="l">
                <a:lnSpc>
                  <a:spcPts val="4050"/>
                </a:lnSpc>
              </a:pPr>
              <a:r>
                <a:rPr lang="en-US" sz="3000" i="1" dirty="0">
                  <a:solidFill>
                    <a:srgbClr val="3A3A3A"/>
                  </a:solidFill>
                  <a:latin typeface="Cambria"/>
                  <a:ea typeface="Cambria"/>
                  <a:cs typeface="Cambria"/>
                </a:rPr>
                <a:t>(3) Earth; (4) The Commander; (5) Method</a:t>
              </a:r>
              <a:br/>
              <a:r>
                <a:rPr lang="en-US" sz="3000" i="1" dirty="0">
                  <a:solidFill>
                    <a:srgbClr val="3A3A3A"/>
                  </a:solidFill>
                  <a:latin typeface="Cambria"/>
                  <a:ea typeface="Cambria"/>
                  <a:cs typeface="Cambria"/>
                </a:rPr>
                <a:t>and discipline.</a:t>
              </a:r>
            </a:p>
          </p:txBody>
        </p:sp>
        <p:sp>
          <p:nvSpPr>
            <p:cNvPr id="12" name="quote-cite-03"/>
            <p:cNvSpPr txBox="1"/>
            <p:nvPr/>
          </p:nvSpPr>
          <p:spPr>
            <a:xfrm>
              <a:off x="1244346" y="13345478"/>
              <a:ext cx="54847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7A756B"/>
                  </a:solidFill>
                  <a:latin typeface="+mn-lt"/>
                  <a:ea typeface="+mn-ea"/>
                  <a:cs typeface="+mn-cs"/>
                </a:rPr>
                <a:t>第一篇 LAYING PLANS · 第 4 节</a:t>
              </a:r>
            </a:p>
          </p:txBody>
        </p:sp>
      </p:grpSp>
      <p:sp>
        <p:nvSpPr>
          <p:cNvPr id="14" name="title-content-footer-slot Placeholder Carrier"/>
          <p:cNvSpPr txBox="1"/>
          <p:nvPr>
            <p:ph type="ftr" idx="2"/>
          </p:nvPr>
        </p:nvSpPr>
        <p:spPr>
          <a:xfrm>
            <a:off x="751332" y="15965805"/>
            <a:ext cx="526103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7A756B"/>
                </a:solidFill>
                <a:latin typeface="+mn-lt"/>
                <a:ea typeface="+mn-ea"/>
                <a:cs typeface="+mn-cs"/>
              </a:rPr>
              <a:t>Giles 1910 英译 · 讲解为整理 · 03 / 11</a:t>
            </a:r>
          </a:p>
        </p:txBody>
      </p:sp>
      <p:grpSp>
        <p:nvGrpSpPr>
          <p:cNvPr id="17" name="!!chapter-seal"/>
          <p:cNvGrpSpPr/>
          <p:nvPr/>
        </p:nvGrpSpPr>
        <p:grpSpPr>
          <a:xfrm>
            <a:off x="8420100" y="1676400"/>
            <a:ext cx="914400" cy="934593"/>
            <a:chOff x="8420100" y="1676400"/>
            <a:chExt cx="914400" cy="934593"/>
          </a:xfrm>
        </p:grpSpPr>
        <p:sp>
          <p:nvSpPr>
            <p:cNvPr id="15" name="Freeform 15"/>
            <p:cNvSpPr/>
            <p:nvPr/>
          </p:nvSpPr>
          <p:spPr>
            <a:xfrm>
              <a:off x="8420100" y="1676400"/>
              <a:ext cx="914400" cy="914400"/>
            </a:xfrm>
            <a:prstGeom prst="frame">
              <a:avLst/>
            </a:prstGeom>
            <a:solidFill>
              <a:srgbClr val="A8322D"/>
            </a:solidFill>
            <a:ln>
              <a:noFill/>
            </a:ln>
          </p:spPr>
        </p:sp>
        <p:sp>
          <p:nvSpPr>
            <p:cNvPr id="16" name="seal-glyph-03"/>
            <p:cNvSpPr txBox="1"/>
            <p:nvPr/>
          </p:nvSpPr>
          <p:spPr>
            <a:xfrm>
              <a:off x="8602980" y="1906905"/>
              <a:ext cx="54864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dirty="0">
                  <a:solidFill>
                    <a:srgbClr val="A8322D"/>
                  </a:solidFill>
                  <a:latin typeface="+mj-lt"/>
                  <a:ea typeface="+mj-ea"/>
                  <a:cs typeface="+mj-cs"/>
                </a:rPr>
                <a:t>一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atement-message-slot Placeholder Carrier"/>
          <p:cNvSpPr txBox="1"/>
          <p:nvPr>
            <p:ph type="title"/>
          </p:nvPr>
        </p:nvSpPr>
        <p:spPr>
          <a:xfrm>
            <a:off x="3028950" y="8241030"/>
            <a:ext cx="4229100" cy="2324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>
              <a:lnSpc>
                <a:spcPts val="8250"/>
              </a:lnSpc>
            </a:pPr>
            <a:r>
              <a:rPr lang="zh-CN" sz="6600" dirty="0">
                <a:solidFill>
                  <a:srgbClr val="232323"/>
                </a:solidFill>
                <a:latin typeface="+mj-lt"/>
                <a:ea typeface="+mj-ea"/>
                <a:cs typeface="+mj-cs"/>
              </a:rPr>
              <a:t>打仗离不开</a:t>
            </a:r>
            <a:br/>
            <a:r>
              <a:rPr lang="zh-CN" sz="6600" dirty="0">
                <a:solidFill>
                  <a:srgbClr val="232323"/>
                </a:solidFill>
                <a:latin typeface="+mj-lt"/>
                <a:ea typeface="+mj-ea"/>
                <a:cs typeface="+mj-cs"/>
              </a:rPr>
              <a:t>误导对手</a:t>
            </a:r>
          </a:p>
        </p:txBody>
      </p:sp>
      <p:sp>
        <p:nvSpPr>
          <p:cNvPr id="6" name="statement-support-slot Placeholder Carrier"/>
          <p:cNvSpPr txBox="1"/>
          <p:nvPr>
            <p:ph type="body" idx="1"/>
          </p:nvPr>
        </p:nvSpPr>
        <p:spPr>
          <a:xfrm>
            <a:off x="1975104" y="11536680"/>
            <a:ext cx="633679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zh-CN" sz="3600" dirty="0">
                <a:solidFill>
                  <a:srgbClr val="7A756B"/>
                </a:solidFill>
                <a:latin typeface="+mn-lt"/>
                <a:ea typeface="+mn-ea"/>
                <a:cs typeface="+mn-cs"/>
              </a:rPr>
              <a:t>让对手看到的，不是你要做的</a:t>
            </a:r>
          </a:p>
        </p:txBody>
      </p:sp>
      <p:grpSp>
        <p:nvGrpSpPr>
          <p:cNvPr id="11" name="!!quote-plate"/>
          <p:cNvGrpSpPr/>
          <p:nvPr/>
        </p:nvGrpSpPr>
        <p:grpSpPr>
          <a:xfrm>
            <a:off x="762000" y="13468350"/>
            <a:ext cx="6498306" cy="1252157"/>
            <a:chOff x="762000" y="13468350"/>
            <a:chExt cx="6498306" cy="1252157"/>
          </a:xfrm>
        </p:grpSpPr>
        <p:sp>
          <p:nvSpPr>
            <p:cNvPr id="8" name="Freeform 8"/>
            <p:cNvSpPr/>
            <p:nvPr/>
          </p:nvSpPr>
          <p:spPr>
            <a:xfrm>
              <a:off x="762000" y="13468350"/>
              <a:ext cx="304800" cy="533400"/>
            </a:xfrm>
            <a:prstGeom prst="leftBracket">
              <a:avLst/>
            </a:prstGeom>
            <a:noFill/>
            <a:ln w="38100">
              <a:solidFill>
                <a:srgbClr val="A8322D"/>
              </a:solidFill>
            </a:ln>
          </p:spPr>
        </p:sp>
        <p:sp>
          <p:nvSpPr>
            <p:cNvPr id="9" name="quote-text-04"/>
            <p:cNvSpPr txBox="1"/>
            <p:nvPr/>
          </p:nvSpPr>
          <p:spPr>
            <a:xfrm>
              <a:off x="1242060" y="13506450"/>
              <a:ext cx="601824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i="1" dirty="0">
                  <a:solidFill>
                    <a:srgbClr val="3A3A3A"/>
                  </a:solidFill>
                  <a:latin typeface="Cambria"/>
                  <a:ea typeface="Cambria"/>
                  <a:cs typeface="Cambria"/>
                </a:rPr>
                <a:t>All warfare is based on deception.</a:t>
              </a:r>
            </a:p>
          </p:txBody>
        </p:sp>
        <p:sp>
          <p:nvSpPr>
            <p:cNvPr id="10" name="quote-cite-04"/>
            <p:cNvSpPr txBox="1"/>
            <p:nvPr/>
          </p:nvSpPr>
          <p:spPr>
            <a:xfrm>
              <a:off x="1244346" y="14221778"/>
              <a:ext cx="56842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7A756B"/>
                  </a:solidFill>
                  <a:latin typeface="+mn-lt"/>
                  <a:ea typeface="+mn-ea"/>
                  <a:cs typeface="+mn-cs"/>
                </a:rPr>
                <a:t>第一篇 LAYING PLANS · 第 18 节</a:t>
              </a:r>
            </a:p>
          </p:txBody>
        </p:sp>
      </p:grpSp>
      <p:sp>
        <p:nvSpPr>
          <p:cNvPr id="12" name="card-meta-text-04"/>
          <p:cNvSpPr txBox="1"/>
          <p:nvPr/>
        </p:nvSpPr>
        <p:spPr>
          <a:xfrm>
            <a:off x="751332" y="15965805"/>
            <a:ext cx="526103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7A756B"/>
                </a:solidFill>
                <a:latin typeface="+mn-lt"/>
                <a:ea typeface="+mn-ea"/>
                <a:cs typeface="+mn-cs"/>
              </a:rPr>
              <a:t>Giles 1910 英译 · 讲解为整理 · 04 / 11</a:t>
            </a:r>
          </a:p>
        </p:txBody>
      </p:sp>
      <p:grpSp>
        <p:nvGrpSpPr>
          <p:cNvPr id="15" name="!!chapter-seal"/>
          <p:cNvGrpSpPr/>
          <p:nvPr/>
        </p:nvGrpSpPr>
        <p:grpSpPr>
          <a:xfrm>
            <a:off x="8420100" y="1676400"/>
            <a:ext cx="914400" cy="934593"/>
            <a:chOff x="8420100" y="1676400"/>
            <a:chExt cx="914400" cy="934593"/>
          </a:xfrm>
        </p:grpSpPr>
        <p:sp>
          <p:nvSpPr>
            <p:cNvPr id="13" name="Freeform 13"/>
            <p:cNvSpPr/>
            <p:nvPr/>
          </p:nvSpPr>
          <p:spPr>
            <a:xfrm>
              <a:off x="8420100" y="1676400"/>
              <a:ext cx="914400" cy="914400"/>
            </a:xfrm>
            <a:prstGeom prst="frame">
              <a:avLst/>
            </a:prstGeom>
            <a:solidFill>
              <a:srgbClr val="A8322D"/>
            </a:solidFill>
            <a:ln>
              <a:noFill/>
            </a:ln>
          </p:spPr>
        </p:sp>
        <p:sp>
          <p:nvSpPr>
            <p:cNvPr id="14" name="seal-glyph-04"/>
            <p:cNvSpPr txBox="1"/>
            <p:nvPr/>
          </p:nvSpPr>
          <p:spPr>
            <a:xfrm>
              <a:off x="8602980" y="1906905"/>
              <a:ext cx="54864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dirty="0">
                  <a:solidFill>
                    <a:srgbClr val="A8322D"/>
                  </a:solidFill>
                  <a:latin typeface="+mj-lt"/>
                  <a:ea typeface="+mj-ea"/>
                  <a:cs typeface="+mj-cs"/>
                </a:rPr>
                <a:t>一</a:t>
              </a:r>
            </a:p>
          </p:txBody>
        </p:sp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numbered-list-title-slot Placeholder Carrier"/>
          <p:cNvSpPr txBox="1"/>
          <p:nvPr>
            <p:ph type="title"/>
          </p:nvPr>
        </p:nvSpPr>
        <p:spPr>
          <a:xfrm>
            <a:off x="742950" y="2299335"/>
            <a:ext cx="3281172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dirty="0">
                <a:solidFill>
                  <a:srgbClr val="232323"/>
                </a:solidFill>
                <a:latin typeface="+mj-lt"/>
                <a:ea typeface="+mj-ea"/>
                <a:cs typeface="+mj-cs"/>
              </a:rPr>
              <a:t>多算者胜</a:t>
            </a:r>
          </a:p>
        </p:txBody>
      </p:sp>
      <p:sp>
        <p:nvSpPr>
          <p:cNvPr id="14" name="numbered-list-one-slot Placeholder Carrier"/>
          <p:cNvSpPr txBox="1"/>
          <p:nvPr>
            <p:ph idx="1"/>
          </p:nvPr>
        </p:nvSpPr>
        <p:spPr>
          <a:xfrm>
            <a:off x="2382012" y="4564380"/>
            <a:ext cx="4151376" cy="1389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5400"/>
              </a:lnSpc>
            </a:pPr>
            <a:r>
              <a:rPr lang="zh-CN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开战前算得多的一方</a:t>
            </a:r>
            <a:br/>
            <a:r>
              <a:rPr lang="zh-CN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多半能赢</a:t>
            </a:r>
          </a:p>
        </p:txBody>
      </p:sp>
      <p:sp>
        <p:nvSpPr>
          <p:cNvPr id="16" name="numbered-list-two-slot Placeholder Carrier"/>
          <p:cNvSpPr txBox="1"/>
          <p:nvPr>
            <p:ph idx="2"/>
          </p:nvPr>
        </p:nvSpPr>
        <p:spPr>
          <a:xfrm>
            <a:off x="2382012" y="7231380"/>
            <a:ext cx="2779776" cy="1389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5400"/>
              </a:lnSpc>
            </a:pPr>
            <a:r>
              <a:rPr lang="zh-CN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算得少的一方</a:t>
            </a:r>
            <a:br/>
            <a:r>
              <a:rPr lang="zh-CN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常常会输</a:t>
            </a:r>
          </a:p>
        </p:txBody>
      </p:sp>
      <p:sp>
        <p:nvSpPr>
          <p:cNvPr id="18" name="numbered-list-three-slot Placeholder Carrier"/>
          <p:cNvSpPr txBox="1"/>
          <p:nvPr>
            <p:ph idx="3"/>
          </p:nvPr>
        </p:nvSpPr>
        <p:spPr>
          <a:xfrm>
            <a:off x="2382012" y="9898380"/>
            <a:ext cx="2779776" cy="1389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5400"/>
              </a:lnSpc>
            </a:pPr>
            <a:r>
              <a:rPr lang="zh-CN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根本不算的</a:t>
            </a:r>
            <a:br/>
            <a:r>
              <a:rPr lang="zh-CN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结果可想而知</a:t>
            </a:r>
          </a:p>
        </p:txBody>
      </p:sp>
      <p:grpSp>
        <p:nvGrpSpPr>
          <p:cNvPr id="23" name="quote-plate-05"/>
          <p:cNvGrpSpPr/>
          <p:nvPr/>
        </p:nvGrpSpPr>
        <p:grpSpPr>
          <a:xfrm>
            <a:off x="762000" y="12515850"/>
            <a:ext cx="6600520" cy="2280857"/>
            <a:chOff x="762000" y="12515850"/>
            <a:chExt cx="6600520" cy="2280857"/>
          </a:xfrm>
        </p:grpSpPr>
        <p:sp>
          <p:nvSpPr>
            <p:cNvPr id="20" name="Freeform 20"/>
            <p:cNvSpPr/>
            <p:nvPr/>
          </p:nvSpPr>
          <p:spPr>
            <a:xfrm>
              <a:off x="762000" y="12515850"/>
              <a:ext cx="304800" cy="1562100"/>
            </a:xfrm>
            <a:prstGeom prst="leftBracket">
              <a:avLst/>
            </a:prstGeom>
            <a:noFill/>
            <a:ln w="38100">
              <a:solidFill>
                <a:srgbClr val="A8322D"/>
              </a:solidFill>
            </a:ln>
          </p:spPr>
        </p:sp>
        <p:sp>
          <p:nvSpPr>
            <p:cNvPr id="21" name="quote-text-05"/>
            <p:cNvSpPr txBox="1"/>
            <p:nvPr/>
          </p:nvSpPr>
          <p:spPr>
            <a:xfrm>
              <a:off x="1242060" y="12553950"/>
              <a:ext cx="6120460" cy="1615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en-US" sz="3000" i="1" dirty="0">
                  <a:solidFill>
                    <a:srgbClr val="3A3A3A"/>
                  </a:solidFill>
                  <a:latin typeface="Cambria"/>
                  <a:ea typeface="Cambria"/>
                  <a:cs typeface="Cambria"/>
                </a:rPr>
                <a:t>Thus do many calculations lead to</a:t>
              </a:r>
              <a:br/>
              <a:r>
                <a:rPr lang="en-US" sz="3000" i="1" dirty="0">
                  <a:solidFill>
                    <a:srgbClr val="3A3A3A"/>
                  </a:solidFill>
                  <a:latin typeface="Cambria"/>
                  <a:ea typeface="Cambria"/>
                  <a:cs typeface="Cambria"/>
                </a:rPr>
                <a:t>victory, and few calculations to defeat:</a:t>
              </a:r>
              <a:br/>
              <a:r>
                <a:rPr lang="en-US" sz="3000" i="1" dirty="0">
                  <a:solidFill>
                    <a:srgbClr val="3A3A3A"/>
                  </a:solidFill>
                  <a:latin typeface="Cambria"/>
                  <a:ea typeface="Cambria"/>
                  <a:cs typeface="Cambria"/>
                </a:rPr>
                <a:t>how much more no calculation at all!</a:t>
              </a:r>
            </a:p>
          </p:txBody>
        </p:sp>
        <p:sp>
          <p:nvSpPr>
            <p:cNvPr id="22" name="quote-cite-05"/>
            <p:cNvSpPr txBox="1"/>
            <p:nvPr/>
          </p:nvSpPr>
          <p:spPr>
            <a:xfrm>
              <a:off x="1244346" y="14297978"/>
              <a:ext cx="56842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7A756B"/>
                  </a:solidFill>
                  <a:latin typeface="+mn-lt"/>
                  <a:ea typeface="+mn-ea"/>
                  <a:cs typeface="+mn-cs"/>
                </a:rPr>
                <a:t>第一篇 LAYING PLANS · 第 26 节</a:t>
              </a:r>
            </a:p>
          </p:txBody>
        </p:sp>
      </p:grpSp>
      <p:sp>
        <p:nvSpPr>
          <p:cNvPr id="24" name="numbered-list-footer-slot Placeholder Carrier"/>
          <p:cNvSpPr txBox="1"/>
          <p:nvPr>
            <p:ph type="ftr" idx="4"/>
          </p:nvPr>
        </p:nvSpPr>
        <p:spPr>
          <a:xfrm>
            <a:off x="751332" y="15965805"/>
            <a:ext cx="526103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7A756B"/>
                </a:solidFill>
                <a:latin typeface="+mn-lt"/>
                <a:ea typeface="+mn-ea"/>
                <a:cs typeface="+mn-cs"/>
              </a:rPr>
              <a:t>Giles 1910 英译 · 讲解为整理 · 05 / 11</a:t>
            </a:r>
          </a:p>
        </p:txBody>
      </p:sp>
      <p:grpSp>
        <p:nvGrpSpPr>
          <p:cNvPr id="27" name="seal-mark-05"/>
          <p:cNvGrpSpPr/>
          <p:nvPr/>
        </p:nvGrpSpPr>
        <p:grpSpPr>
          <a:xfrm>
            <a:off x="8420100" y="1676400"/>
            <a:ext cx="914400" cy="934593"/>
            <a:chOff x="8420100" y="1676400"/>
            <a:chExt cx="914400" cy="934593"/>
          </a:xfrm>
        </p:grpSpPr>
        <p:sp>
          <p:nvSpPr>
            <p:cNvPr id="25" name="Freeform 25"/>
            <p:cNvSpPr/>
            <p:nvPr/>
          </p:nvSpPr>
          <p:spPr>
            <a:xfrm>
              <a:off x="8420100" y="1676400"/>
              <a:ext cx="914400" cy="914400"/>
            </a:xfrm>
            <a:prstGeom prst="frame">
              <a:avLst/>
            </a:prstGeom>
            <a:solidFill>
              <a:srgbClr val="A8322D"/>
            </a:solidFill>
            <a:ln>
              <a:noFill/>
            </a:ln>
          </p:spPr>
        </p:sp>
        <p:sp>
          <p:nvSpPr>
            <p:cNvPr id="26" name="seal-glyph-05"/>
            <p:cNvSpPr txBox="1"/>
            <p:nvPr/>
          </p:nvSpPr>
          <p:spPr>
            <a:xfrm>
              <a:off x="8602980" y="1906905"/>
              <a:ext cx="54864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dirty="0">
                  <a:solidFill>
                    <a:srgbClr val="A8322D"/>
                  </a:solidFill>
                  <a:latin typeface="+mj-lt"/>
                  <a:ea typeface="+mj-ea"/>
                  <a:cs typeface="+mj-cs"/>
                </a:rPr>
                <a:t>一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1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wo-block-title-slot Placeholder Carrier"/>
          <p:cNvSpPr txBox="1"/>
          <p:nvPr>
            <p:ph type="title"/>
          </p:nvPr>
        </p:nvSpPr>
        <p:spPr>
          <a:xfrm>
            <a:off x="742950" y="2299335"/>
            <a:ext cx="3281172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dirty="0">
                <a:solidFill>
                  <a:srgbClr val="232323"/>
                </a:solidFill>
                <a:latin typeface="+mj-lt"/>
                <a:ea typeface="+mj-ea"/>
                <a:cs typeface="+mj-cs"/>
              </a:rPr>
              <a:t>久战无利</a:t>
            </a:r>
          </a:p>
        </p:txBody>
      </p:sp>
      <p:sp>
        <p:nvSpPr>
          <p:cNvPr id="7" name="two-block-top-slot Placeholder Carrier"/>
          <p:cNvSpPr txBox="1"/>
          <p:nvPr>
            <p:ph idx="1"/>
          </p:nvPr>
        </p:nvSpPr>
        <p:spPr>
          <a:xfrm>
            <a:off x="1124712" y="4754880"/>
            <a:ext cx="5522976" cy="2075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5400"/>
              </a:lnSpc>
            </a:pPr>
            <a:r>
              <a:rPr lang="zh-CN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他先把打仗的花费算清楚：</a:t>
            </a:r>
            <a:br/>
            <a:r>
              <a:rPr lang="zh-CN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人力、车马、补给，</a:t>
            </a:r>
            <a:br/>
            <a:r>
              <a:rPr lang="zh-CN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每多一天都在</a:t>
            </a:r>
            <a:r>
              <a:rPr lang="zh-CN" sz="3600" b="1" dirty="0">
                <a:solidFill>
                  <a:srgbClr val="A8322D"/>
                </a:solidFill>
                <a:latin typeface="+mn-lt"/>
                <a:ea typeface="+mn-ea"/>
                <a:cs typeface="+mn-cs"/>
              </a:rPr>
              <a:t>消耗国力</a:t>
            </a:r>
            <a:r>
              <a:rPr lang="zh-CN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。</a:t>
            </a:r>
          </a:p>
        </p:txBody>
      </p:sp>
      <p:sp>
        <p:nvSpPr>
          <p:cNvPr id="9" name="two-block-bottom-slot Placeholder Carrier"/>
          <p:cNvSpPr txBox="1"/>
          <p:nvPr>
            <p:ph idx="2"/>
          </p:nvPr>
        </p:nvSpPr>
        <p:spPr>
          <a:xfrm>
            <a:off x="1124712" y="8564880"/>
            <a:ext cx="4608576" cy="2075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5400"/>
              </a:lnSpc>
            </a:pPr>
            <a:r>
              <a:rPr lang="zh-CN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所以孙子反对久战：</a:t>
            </a:r>
            <a:br/>
            <a:r>
              <a:rPr lang="zh-CN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拖得越久，国力越弱，</a:t>
            </a:r>
            <a:br/>
            <a:r>
              <a:rPr lang="zh-CN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别人就会趁虚而入。</a:t>
            </a:r>
          </a:p>
        </p:txBody>
      </p:sp>
      <p:grpSp>
        <p:nvGrpSpPr>
          <p:cNvPr id="14" name="quote-plate-06"/>
          <p:cNvGrpSpPr/>
          <p:nvPr/>
        </p:nvGrpSpPr>
        <p:grpSpPr>
          <a:xfrm>
            <a:off x="762000" y="12039600"/>
            <a:ext cx="6811747" cy="1766507"/>
            <a:chOff x="762000" y="12039600"/>
            <a:chExt cx="6811747" cy="1766507"/>
          </a:xfrm>
        </p:grpSpPr>
        <p:sp>
          <p:nvSpPr>
            <p:cNvPr id="11" name="Freeform 11"/>
            <p:cNvSpPr/>
            <p:nvPr/>
          </p:nvSpPr>
          <p:spPr>
            <a:xfrm>
              <a:off x="762000" y="12039600"/>
              <a:ext cx="304800" cy="1047750"/>
            </a:xfrm>
            <a:prstGeom prst="leftBracket">
              <a:avLst/>
            </a:prstGeom>
            <a:noFill/>
            <a:ln w="38100">
              <a:solidFill>
                <a:srgbClr val="A8322D"/>
              </a:solidFill>
            </a:ln>
          </p:spPr>
        </p:sp>
        <p:sp>
          <p:nvSpPr>
            <p:cNvPr id="12" name="quote-text-06"/>
            <p:cNvSpPr txBox="1"/>
            <p:nvPr/>
          </p:nvSpPr>
          <p:spPr>
            <a:xfrm>
              <a:off x="1242060" y="12077700"/>
              <a:ext cx="6331687" cy="11010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en-US" sz="3000" i="1" dirty="0">
                  <a:solidFill>
                    <a:srgbClr val="3A3A3A"/>
                  </a:solidFill>
                  <a:latin typeface="Cambria"/>
                  <a:ea typeface="Cambria"/>
                  <a:cs typeface="Cambria"/>
                </a:rPr>
                <a:t>There is no instance of a country having</a:t>
              </a:r>
              <a:br/>
              <a:r>
                <a:rPr lang="en-US" sz="3000" i="1" dirty="0">
                  <a:solidFill>
                    <a:srgbClr val="3A3A3A"/>
                  </a:solidFill>
                  <a:latin typeface="Cambria"/>
                  <a:ea typeface="Cambria"/>
                  <a:cs typeface="Cambria"/>
                </a:rPr>
                <a:t>benefited from prolonged warfare.</a:t>
              </a:r>
            </a:p>
          </p:txBody>
        </p:sp>
        <p:sp>
          <p:nvSpPr>
            <p:cNvPr id="13" name="quote-cite-06"/>
            <p:cNvSpPr txBox="1"/>
            <p:nvPr/>
          </p:nvSpPr>
          <p:spPr>
            <a:xfrm>
              <a:off x="1244346" y="13307378"/>
              <a:ext cx="51764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7A756B"/>
                  </a:solidFill>
                  <a:latin typeface="+mn-lt"/>
                  <a:ea typeface="+mn-ea"/>
                  <a:cs typeface="+mn-cs"/>
                </a:rPr>
                <a:t>第二篇 WAGING WAR · 第 6 节</a:t>
              </a:r>
            </a:p>
          </p:txBody>
        </p:sp>
      </p:grpSp>
      <p:sp>
        <p:nvSpPr>
          <p:cNvPr id="15" name="two-block-footer-slot Placeholder Carrier"/>
          <p:cNvSpPr txBox="1"/>
          <p:nvPr>
            <p:ph type="ftr" idx="3"/>
          </p:nvPr>
        </p:nvSpPr>
        <p:spPr>
          <a:xfrm>
            <a:off x="751332" y="15965805"/>
            <a:ext cx="526103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7A756B"/>
                </a:solidFill>
                <a:latin typeface="+mn-lt"/>
                <a:ea typeface="+mn-ea"/>
                <a:cs typeface="+mn-cs"/>
              </a:rPr>
              <a:t>Giles 1910 英译 · 讲解为整理 · 06 / 11</a:t>
            </a:r>
          </a:p>
        </p:txBody>
      </p:sp>
      <p:grpSp>
        <p:nvGrpSpPr>
          <p:cNvPr id="18" name="seal-mark-06"/>
          <p:cNvGrpSpPr/>
          <p:nvPr/>
        </p:nvGrpSpPr>
        <p:grpSpPr>
          <a:xfrm>
            <a:off x="8420100" y="1676400"/>
            <a:ext cx="914400" cy="934593"/>
            <a:chOff x="8420100" y="1676400"/>
            <a:chExt cx="914400" cy="934593"/>
          </a:xfrm>
        </p:grpSpPr>
        <p:sp>
          <p:nvSpPr>
            <p:cNvPr id="16" name="Freeform 16"/>
            <p:cNvSpPr/>
            <p:nvPr/>
          </p:nvSpPr>
          <p:spPr>
            <a:xfrm>
              <a:off x="8420100" y="1676400"/>
              <a:ext cx="914400" cy="914400"/>
            </a:xfrm>
            <a:prstGeom prst="frame">
              <a:avLst/>
            </a:prstGeom>
            <a:solidFill>
              <a:srgbClr val="A8322D"/>
            </a:solidFill>
            <a:ln>
              <a:noFill/>
            </a:ln>
          </p:spPr>
        </p:sp>
        <p:sp>
          <p:nvSpPr>
            <p:cNvPr id="17" name="seal-glyph-06"/>
            <p:cNvSpPr txBox="1"/>
            <p:nvPr/>
          </p:nvSpPr>
          <p:spPr>
            <a:xfrm>
              <a:off x="8602980" y="1906905"/>
              <a:ext cx="54864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dirty="0">
                  <a:solidFill>
                    <a:srgbClr val="A8322D"/>
                  </a:solidFill>
                  <a:latin typeface="+mj-lt"/>
                  <a:ea typeface="+mj-ea"/>
                  <a:cs typeface="+mj-cs"/>
                </a:rPr>
                <a:t>二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mage-top-text-title-slot Placeholder Carrier"/>
          <p:cNvSpPr txBox="1"/>
          <p:nvPr>
            <p:ph type="title"/>
          </p:nvPr>
        </p:nvSpPr>
        <p:spPr>
          <a:xfrm>
            <a:off x="742950" y="2299335"/>
            <a:ext cx="4091940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dirty="0">
                <a:solidFill>
                  <a:srgbClr val="232323"/>
                </a:solidFill>
                <a:latin typeface="+mj-lt"/>
                <a:ea typeface="+mj-ea"/>
                <a:cs typeface="+mj-cs"/>
              </a:rPr>
              <a:t>最好的胜利</a:t>
            </a:r>
          </a:p>
        </p:txBody>
      </p:sp>
      <p:pic>
        <p:nvPicPr>
          <p:cNvPr id="6" name="image-top-text-picture-slot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0" t="4876" r="0" b="4877"/>
          <a:stretch>
            <a:fillRect/>
          </a:stretch>
        </p:blipFill>
        <p:spPr>
          <a:xfrm>
            <a:off x="762000" y="3810000"/>
            <a:ext cx="8763000" cy="5905500"/>
          </a:xfrm>
          <a:prstGeom prst="rect">
            <a:avLst/>
          </a:prstGeom>
        </p:spPr>
      </p:pic>
      <p:sp>
        <p:nvSpPr>
          <p:cNvPr id="8" name="image-top-text-body-slot Placeholder Carrier"/>
          <p:cNvSpPr txBox="1"/>
          <p:nvPr>
            <p:ph type="body" idx="2"/>
          </p:nvPr>
        </p:nvSpPr>
        <p:spPr>
          <a:xfrm>
            <a:off x="743712" y="10279380"/>
            <a:ext cx="5980176" cy="1389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5400"/>
              </a:lnSpc>
              <a:buNone/>
            </a:pPr>
            <a:r>
              <a:rPr lang="zh-CN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百战百胜还不是最上乘；</a:t>
            </a:r>
            <a:br/>
            <a:r>
              <a:rPr lang="zh-CN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不交手就让对方</a:t>
            </a:r>
            <a:r>
              <a:rPr lang="zh-CN" sz="3600" b="1" dirty="0">
                <a:solidFill>
                  <a:srgbClr val="A8322D"/>
                </a:solidFill>
                <a:latin typeface="+mn-lt"/>
                <a:ea typeface="+mn-ea"/>
                <a:cs typeface="+mn-cs"/>
              </a:rPr>
              <a:t>放弃</a:t>
            </a:r>
            <a:r>
              <a:rPr lang="zh-CN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，才是。</a:t>
            </a:r>
          </a:p>
        </p:txBody>
      </p:sp>
      <p:grpSp>
        <p:nvGrpSpPr>
          <p:cNvPr id="13" name="quote-plate-07"/>
          <p:cNvGrpSpPr/>
          <p:nvPr/>
        </p:nvGrpSpPr>
        <p:grpSpPr>
          <a:xfrm>
            <a:off x="762000" y="12230100"/>
            <a:ext cx="7750835" cy="2795207"/>
            <a:chOff x="762000" y="12230100"/>
            <a:chExt cx="7750835" cy="2795207"/>
          </a:xfrm>
        </p:grpSpPr>
        <p:sp>
          <p:nvSpPr>
            <p:cNvPr id="10" name="Freeform 10"/>
            <p:cNvSpPr/>
            <p:nvPr/>
          </p:nvSpPr>
          <p:spPr>
            <a:xfrm>
              <a:off x="762000" y="12230100"/>
              <a:ext cx="304800" cy="2076450"/>
            </a:xfrm>
            <a:prstGeom prst="leftBracket">
              <a:avLst/>
            </a:prstGeom>
            <a:noFill/>
            <a:ln w="38100">
              <a:solidFill>
                <a:srgbClr val="A8322D"/>
              </a:solidFill>
            </a:ln>
          </p:spPr>
        </p:sp>
        <p:sp>
          <p:nvSpPr>
            <p:cNvPr id="11" name="quote-text-07"/>
            <p:cNvSpPr txBox="1"/>
            <p:nvPr/>
          </p:nvSpPr>
          <p:spPr>
            <a:xfrm>
              <a:off x="1242060" y="12268200"/>
              <a:ext cx="6729260" cy="212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en-US" sz="3000" i="1" dirty="0">
                  <a:solidFill>
                    <a:srgbClr val="3A3A3A"/>
                  </a:solidFill>
                  <a:latin typeface="Cambria"/>
                  <a:ea typeface="Cambria"/>
                  <a:cs typeface="Cambria"/>
                </a:rPr>
                <a:t>Hence to fight and conquer in all your</a:t>
              </a:r>
              <a:br/>
              <a:r>
                <a:rPr lang="en-US" sz="3000" i="1" dirty="0">
                  <a:solidFill>
                    <a:srgbClr val="3A3A3A"/>
                  </a:solidFill>
                  <a:latin typeface="Cambria"/>
                  <a:ea typeface="Cambria"/>
                  <a:cs typeface="Cambria"/>
                </a:rPr>
                <a:t>battles is not supreme excellence; supreme</a:t>
              </a:r>
              <a:br/>
              <a:r>
                <a:rPr lang="en-US" sz="3000" i="1" dirty="0">
                  <a:solidFill>
                    <a:srgbClr val="3A3A3A"/>
                  </a:solidFill>
                  <a:latin typeface="Cambria"/>
                  <a:ea typeface="Cambria"/>
                  <a:cs typeface="Cambria"/>
                </a:rPr>
                <a:t>excellence consists in breaking the</a:t>
              </a:r>
              <a:br/>
              <a:r>
                <a:rPr lang="en-US" sz="3000" i="1" dirty="0">
                  <a:solidFill>
                    <a:srgbClr val="3A3A3A"/>
                  </a:solidFill>
                  <a:latin typeface="Cambria"/>
                  <a:ea typeface="Cambria"/>
                  <a:cs typeface="Cambria"/>
                </a:rPr>
                <a:t>enemy’s resistance without fighting.</a:t>
              </a:r>
            </a:p>
          </p:txBody>
        </p:sp>
        <p:sp>
          <p:nvSpPr>
            <p:cNvPr id="12" name="quote-cite-07"/>
            <p:cNvSpPr txBox="1"/>
            <p:nvPr/>
          </p:nvSpPr>
          <p:spPr>
            <a:xfrm>
              <a:off x="1244346" y="14526578"/>
              <a:ext cx="72684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7A756B"/>
                  </a:solidFill>
                  <a:latin typeface="+mn-lt"/>
                  <a:ea typeface="+mn-ea"/>
                  <a:cs typeface="+mn-cs"/>
                </a:rPr>
                <a:t>第三篇 ATTACK BY STRATAGEM · 第 2 节</a:t>
              </a:r>
            </a:p>
          </p:txBody>
        </p:sp>
      </p:grpSp>
      <p:sp>
        <p:nvSpPr>
          <p:cNvPr id="14" name="image-top-text-footer-slot Placeholder Carrier"/>
          <p:cNvSpPr txBox="1"/>
          <p:nvPr>
            <p:ph type="ftr" idx="3"/>
          </p:nvPr>
        </p:nvSpPr>
        <p:spPr>
          <a:xfrm>
            <a:off x="751332" y="15965805"/>
            <a:ext cx="526103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7A756B"/>
                </a:solidFill>
                <a:latin typeface="+mn-lt"/>
                <a:ea typeface="+mn-ea"/>
                <a:cs typeface="+mn-cs"/>
              </a:rPr>
              <a:t>Giles 1910 英译 · 讲解为整理 · 07 / 11</a:t>
            </a:r>
          </a:p>
        </p:txBody>
      </p:sp>
      <p:grpSp>
        <p:nvGrpSpPr>
          <p:cNvPr id="17" name="seal-mark-07"/>
          <p:cNvGrpSpPr/>
          <p:nvPr/>
        </p:nvGrpSpPr>
        <p:grpSpPr>
          <a:xfrm>
            <a:off x="8420100" y="1676400"/>
            <a:ext cx="914400" cy="934593"/>
            <a:chOff x="8420100" y="1676400"/>
            <a:chExt cx="914400" cy="934593"/>
          </a:xfrm>
        </p:grpSpPr>
        <p:sp>
          <p:nvSpPr>
            <p:cNvPr id="15" name="Freeform 15"/>
            <p:cNvSpPr/>
            <p:nvPr/>
          </p:nvSpPr>
          <p:spPr>
            <a:xfrm>
              <a:off x="8420100" y="1676400"/>
              <a:ext cx="914400" cy="914400"/>
            </a:xfrm>
            <a:prstGeom prst="frame">
              <a:avLst/>
            </a:prstGeom>
            <a:solidFill>
              <a:srgbClr val="A8322D"/>
            </a:solidFill>
            <a:ln>
              <a:noFill/>
            </a:ln>
          </p:spPr>
        </p:sp>
        <p:sp>
          <p:nvSpPr>
            <p:cNvPr id="16" name="seal-glyph-07"/>
            <p:cNvSpPr txBox="1"/>
            <p:nvPr/>
          </p:nvSpPr>
          <p:spPr>
            <a:xfrm>
              <a:off x="8602980" y="1906905"/>
              <a:ext cx="54864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dirty="0">
                  <a:solidFill>
                    <a:srgbClr val="A8322D"/>
                  </a:solidFill>
                  <a:latin typeface="+mj-lt"/>
                  <a:ea typeface="+mj-ea"/>
                  <a:cs typeface="+mj-cs"/>
                </a:rPr>
                <a:t>三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8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-content-title-slot Placeholder Carrier"/>
          <p:cNvSpPr txBox="1"/>
          <p:nvPr>
            <p:ph type="title"/>
          </p:nvPr>
        </p:nvSpPr>
        <p:spPr>
          <a:xfrm>
            <a:off x="742950" y="2299335"/>
            <a:ext cx="5713476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dirty="0">
                <a:solidFill>
                  <a:srgbClr val="232323"/>
                </a:solidFill>
                <a:latin typeface="+mj-lt"/>
                <a:ea typeface="+mj-ea"/>
                <a:cs typeface="+mj-cs"/>
              </a:rPr>
              <a:t>先把双方看清楚</a:t>
            </a:r>
          </a:p>
        </p:txBody>
      </p:sp>
      <p:sp>
        <p:nvSpPr>
          <p:cNvPr id="6" name="title-content-body-slot Placeholder Carrier"/>
          <p:cNvSpPr txBox="1"/>
          <p:nvPr>
            <p:ph type="body" idx="1"/>
          </p:nvPr>
        </p:nvSpPr>
        <p:spPr>
          <a:xfrm>
            <a:off x="743712" y="4392930"/>
            <a:ext cx="5980176" cy="20756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5400"/>
              </a:lnSpc>
              <a:buNone/>
            </a:pPr>
            <a:r>
              <a:rPr lang="zh-CN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孙子把情报放在胜负的中心：</a:t>
            </a:r>
            <a:br/>
            <a:r>
              <a:rPr lang="zh-CN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了解对手，也了解自己，</a:t>
            </a:r>
            <a:br/>
            <a:r>
              <a:rPr lang="zh-CN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打一百仗都</a:t>
            </a:r>
            <a:r>
              <a:rPr lang="zh-CN" sz="3600" b="1" dirty="0">
                <a:solidFill>
                  <a:srgbClr val="A8322D"/>
                </a:solidFill>
                <a:latin typeface="+mn-lt"/>
                <a:ea typeface="+mn-ea"/>
                <a:cs typeface="+mn-cs"/>
              </a:rPr>
              <a:t>不至于危险</a:t>
            </a:r>
            <a:r>
              <a:rPr lang="zh-CN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。</a:t>
            </a:r>
          </a:p>
        </p:txBody>
      </p:sp>
      <p:grpSp>
        <p:nvGrpSpPr>
          <p:cNvPr id="9" name="body-note-08"/>
          <p:cNvGrpSpPr/>
          <p:nvPr/>
        </p:nvGrpSpPr>
        <p:grpSpPr>
          <a:xfrm>
            <a:off x="743712" y="7821930"/>
            <a:ext cx="6437376" cy="1389888"/>
            <a:chOff x="743712" y="7821930"/>
            <a:chExt cx="6437376" cy="1389888"/>
          </a:xfrm>
        </p:grpSpPr>
        <p:sp>
          <p:nvSpPr>
            <p:cNvPr id="8" name="body-note-text-08"/>
            <p:cNvSpPr txBox="1"/>
            <p:nvPr/>
          </p:nvSpPr>
          <p:spPr>
            <a:xfrm>
              <a:off x="743712" y="7821930"/>
              <a:ext cx="6437376" cy="1389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400"/>
                </a:lnSpc>
              </a:pPr>
              <a:r>
                <a:rPr lang="zh-CN" sz="3600" dirty="0">
                  <a:solidFill>
                    <a:srgbClr val="3A3A3A"/>
                  </a:solidFill>
                  <a:latin typeface="+mn-lt"/>
                  <a:ea typeface="+mn-ea"/>
                  <a:cs typeface="+mn-cs"/>
                </a:rPr>
                <a:t>只了解自己，胜负各半；</a:t>
              </a:r>
              <a:br/>
              <a:r>
                <a:rPr lang="zh-CN" sz="3600" dirty="0">
                  <a:solidFill>
                    <a:srgbClr val="3A3A3A"/>
                  </a:solidFill>
                  <a:latin typeface="+mn-lt"/>
                  <a:ea typeface="+mn-ea"/>
                  <a:cs typeface="+mn-cs"/>
                </a:rPr>
                <a:t>两边都不了解，就每战都危险。</a:t>
              </a:r>
            </a:p>
          </p:txBody>
        </p:sp>
      </p:grpSp>
      <p:grpSp>
        <p:nvGrpSpPr>
          <p:cNvPr id="13" name="!!quote-plate"/>
          <p:cNvGrpSpPr/>
          <p:nvPr/>
        </p:nvGrpSpPr>
        <p:grpSpPr>
          <a:xfrm>
            <a:off x="762000" y="11563350"/>
            <a:ext cx="7950327" cy="2280857"/>
            <a:chOff x="762000" y="11563350"/>
            <a:chExt cx="7950327" cy="2280857"/>
          </a:xfrm>
        </p:grpSpPr>
        <p:sp>
          <p:nvSpPr>
            <p:cNvPr id="10" name="Freeform 10"/>
            <p:cNvSpPr/>
            <p:nvPr/>
          </p:nvSpPr>
          <p:spPr>
            <a:xfrm>
              <a:off x="762000" y="11563350"/>
              <a:ext cx="304800" cy="1562100"/>
            </a:xfrm>
            <a:prstGeom prst="leftBracket">
              <a:avLst/>
            </a:prstGeom>
            <a:noFill/>
            <a:ln w="38100">
              <a:solidFill>
                <a:srgbClr val="A8322D"/>
              </a:solidFill>
            </a:ln>
          </p:spPr>
        </p:sp>
        <p:sp>
          <p:nvSpPr>
            <p:cNvPr id="11" name="quote-text-08"/>
            <p:cNvSpPr txBox="1"/>
            <p:nvPr/>
          </p:nvSpPr>
          <p:spPr>
            <a:xfrm>
              <a:off x="1242060" y="11601450"/>
              <a:ext cx="6629857" cy="1615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en-US" sz="3000" i="1" dirty="0">
                  <a:solidFill>
                    <a:srgbClr val="3A3A3A"/>
                  </a:solidFill>
                  <a:latin typeface="Cambria"/>
                  <a:ea typeface="Cambria"/>
                  <a:cs typeface="Cambria"/>
                </a:rPr>
                <a:t>If you know the enemy and know yourself,</a:t>
              </a:r>
              <a:br/>
              <a:r>
                <a:rPr lang="en-US" sz="3000" i="1" dirty="0">
                  <a:solidFill>
                    <a:srgbClr val="3A3A3A"/>
                  </a:solidFill>
                  <a:latin typeface="Cambria"/>
                  <a:ea typeface="Cambria"/>
                  <a:cs typeface="Cambria"/>
                </a:rPr>
                <a:t>you need not fear the result of a hundred</a:t>
              </a:r>
              <a:br/>
              <a:r>
                <a:rPr lang="en-US" sz="3000" i="1" dirty="0">
                  <a:solidFill>
                    <a:srgbClr val="3A3A3A"/>
                  </a:solidFill>
                  <a:latin typeface="Cambria"/>
                  <a:ea typeface="Cambria"/>
                  <a:cs typeface="Cambria"/>
                </a:rPr>
                <a:t>battles.</a:t>
              </a:r>
            </a:p>
          </p:txBody>
        </p:sp>
        <p:sp>
          <p:nvSpPr>
            <p:cNvPr id="12" name="quote-cite-08"/>
            <p:cNvSpPr txBox="1"/>
            <p:nvPr/>
          </p:nvSpPr>
          <p:spPr>
            <a:xfrm>
              <a:off x="1244346" y="13345478"/>
              <a:ext cx="74679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7A756B"/>
                  </a:solidFill>
                  <a:latin typeface="+mn-lt"/>
                  <a:ea typeface="+mn-ea"/>
                  <a:cs typeface="+mn-cs"/>
                </a:rPr>
                <a:t>第三篇 ATTACK BY STRATAGEM · 第 18 节</a:t>
              </a:r>
            </a:p>
          </p:txBody>
        </p:sp>
      </p:grpSp>
      <p:sp>
        <p:nvSpPr>
          <p:cNvPr id="14" name="title-content-footer-slot Placeholder Carrier"/>
          <p:cNvSpPr txBox="1"/>
          <p:nvPr>
            <p:ph type="ftr" idx="2"/>
          </p:nvPr>
        </p:nvSpPr>
        <p:spPr>
          <a:xfrm>
            <a:off x="751332" y="15965805"/>
            <a:ext cx="526103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7A756B"/>
                </a:solidFill>
                <a:latin typeface="+mn-lt"/>
                <a:ea typeface="+mn-ea"/>
                <a:cs typeface="+mn-cs"/>
              </a:rPr>
              <a:t>Giles 1910 英译 · 讲解为整理 · 08 / 11</a:t>
            </a:r>
          </a:p>
        </p:txBody>
      </p:sp>
      <p:grpSp>
        <p:nvGrpSpPr>
          <p:cNvPr id="17" name="!!chapter-seal"/>
          <p:cNvGrpSpPr/>
          <p:nvPr/>
        </p:nvGrpSpPr>
        <p:grpSpPr>
          <a:xfrm>
            <a:off x="8420100" y="1676400"/>
            <a:ext cx="914400" cy="934593"/>
            <a:chOff x="8420100" y="1676400"/>
            <a:chExt cx="914400" cy="934593"/>
          </a:xfrm>
        </p:grpSpPr>
        <p:sp>
          <p:nvSpPr>
            <p:cNvPr id="15" name="Freeform 15"/>
            <p:cNvSpPr/>
            <p:nvPr/>
          </p:nvSpPr>
          <p:spPr>
            <a:xfrm>
              <a:off x="8420100" y="1676400"/>
              <a:ext cx="914400" cy="914400"/>
            </a:xfrm>
            <a:prstGeom prst="frame">
              <a:avLst/>
            </a:prstGeom>
            <a:solidFill>
              <a:srgbClr val="A8322D"/>
            </a:solidFill>
            <a:ln>
              <a:noFill/>
            </a:ln>
          </p:spPr>
        </p:sp>
        <p:sp>
          <p:nvSpPr>
            <p:cNvPr id="16" name="seal-glyph-08"/>
            <p:cNvSpPr txBox="1"/>
            <p:nvPr/>
          </p:nvSpPr>
          <p:spPr>
            <a:xfrm>
              <a:off x="8602980" y="1906905"/>
              <a:ext cx="54864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dirty="0">
                  <a:solidFill>
                    <a:srgbClr val="A8322D"/>
                  </a:solidFill>
                  <a:latin typeface="+mj-lt"/>
                  <a:ea typeface="+mj-ea"/>
                  <a:cs typeface="+mj-cs"/>
                </a:rPr>
                <a:t>三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tep-flow-title-slot Placeholder Carrier"/>
          <p:cNvSpPr txBox="1"/>
          <p:nvPr>
            <p:ph type="title"/>
          </p:nvPr>
        </p:nvSpPr>
        <p:spPr>
          <a:xfrm>
            <a:off x="742950" y="2299335"/>
            <a:ext cx="4091940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dirty="0">
                <a:solidFill>
                  <a:srgbClr val="232323"/>
                </a:solidFill>
                <a:latin typeface="+mj-lt"/>
                <a:ea typeface="+mj-ea"/>
                <a:cs typeface="+mj-cs"/>
              </a:rPr>
              <a:t>先立于不败</a:t>
            </a:r>
          </a:p>
        </p:txBody>
      </p:sp>
      <p:sp>
        <p:nvSpPr>
          <p:cNvPr id="8" name="step-flow-one-slot Placeholder Carrier"/>
          <p:cNvSpPr txBox="1"/>
          <p:nvPr>
            <p:ph idx="1"/>
          </p:nvPr>
        </p:nvSpPr>
        <p:spPr>
          <a:xfrm>
            <a:off x="2267712" y="4278630"/>
            <a:ext cx="2779776" cy="1389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5400"/>
              </a:lnSpc>
            </a:pPr>
            <a:r>
              <a:rPr lang="zh-CN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先把自己弄到</a:t>
            </a:r>
            <a:br/>
            <a:r>
              <a:rPr lang="zh-CN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打不垮的地步</a:t>
            </a:r>
          </a:p>
        </p:txBody>
      </p:sp>
      <p:sp>
        <p:nvSpPr>
          <p:cNvPr id="10" name="Freeform 10"/>
          <p:cNvSpPr/>
          <p:nvPr/>
        </p:nvSpPr>
        <p:spPr>
          <a:xfrm>
            <a:off x="1447800" y="4953000"/>
            <a:ext cx="304800" cy="762000"/>
          </a:xfrm>
          <a:prstGeom prst="downArrow">
            <a:avLst/>
          </a:prstGeom>
          <a:solidFill>
            <a:srgbClr val="7A756B"/>
          </a:solidFill>
          <a:ln>
            <a:noFill/>
          </a:ln>
        </p:spPr>
      </p:sp>
      <p:sp>
        <p:nvSpPr>
          <p:cNvPr id="11" name="step-flow-two-slot Placeholder Carrier"/>
          <p:cNvSpPr txBox="1"/>
          <p:nvPr>
            <p:ph idx="2"/>
          </p:nvPr>
        </p:nvSpPr>
        <p:spPr>
          <a:xfrm>
            <a:off x="2267712" y="6755130"/>
            <a:ext cx="2779776" cy="1389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5400"/>
              </a:lnSpc>
            </a:pPr>
            <a:r>
              <a:rPr lang="zh-CN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然后等待对手</a:t>
            </a:r>
            <a:br/>
            <a:r>
              <a:rPr lang="zh-CN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露出破绽</a:t>
            </a:r>
          </a:p>
        </p:txBody>
      </p:sp>
      <p:sp>
        <p:nvSpPr>
          <p:cNvPr id="13" name="Freeform 13"/>
          <p:cNvSpPr/>
          <p:nvPr/>
        </p:nvSpPr>
        <p:spPr>
          <a:xfrm>
            <a:off x="1447800" y="7429500"/>
            <a:ext cx="304800" cy="762000"/>
          </a:xfrm>
          <a:prstGeom prst="downArrow">
            <a:avLst/>
          </a:prstGeom>
          <a:solidFill>
            <a:srgbClr val="7A756B"/>
          </a:solidFill>
          <a:ln>
            <a:noFill/>
          </a:ln>
        </p:spPr>
      </p:sp>
      <p:sp>
        <p:nvSpPr>
          <p:cNvPr id="14" name="step-flow-three-slot Placeholder Carrier"/>
          <p:cNvSpPr txBox="1"/>
          <p:nvPr>
            <p:ph idx="3"/>
          </p:nvPr>
        </p:nvSpPr>
        <p:spPr>
          <a:xfrm>
            <a:off x="2267712" y="9231630"/>
            <a:ext cx="2322576" cy="1389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5400"/>
              </a:lnSpc>
            </a:pPr>
            <a:r>
              <a:rPr lang="zh-CN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破绽出现时</a:t>
            </a:r>
            <a:br/>
            <a:r>
              <a:rPr lang="zh-CN" sz="36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才可以动手</a:t>
            </a:r>
          </a:p>
        </p:txBody>
      </p:sp>
      <p:grpSp>
        <p:nvGrpSpPr>
          <p:cNvPr id="19" name="!!quote-plate"/>
          <p:cNvGrpSpPr/>
          <p:nvPr/>
        </p:nvGrpSpPr>
        <p:grpSpPr>
          <a:xfrm>
            <a:off x="762000" y="11372850"/>
            <a:ext cx="7993075" cy="2795207"/>
            <a:chOff x="762000" y="11372850"/>
            <a:chExt cx="7993075" cy="2795207"/>
          </a:xfrm>
        </p:grpSpPr>
        <p:sp>
          <p:nvSpPr>
            <p:cNvPr id="16" name="Freeform 16"/>
            <p:cNvSpPr/>
            <p:nvPr/>
          </p:nvSpPr>
          <p:spPr>
            <a:xfrm>
              <a:off x="762000" y="11372850"/>
              <a:ext cx="304800" cy="2076450"/>
            </a:xfrm>
            <a:prstGeom prst="leftBracket">
              <a:avLst/>
            </a:prstGeom>
            <a:noFill/>
            <a:ln w="38100">
              <a:solidFill>
                <a:srgbClr val="A8322D"/>
              </a:solidFill>
            </a:ln>
          </p:spPr>
        </p:sp>
        <p:sp>
          <p:nvSpPr>
            <p:cNvPr id="17" name="quote-text-09"/>
            <p:cNvSpPr txBox="1"/>
            <p:nvPr/>
          </p:nvSpPr>
          <p:spPr>
            <a:xfrm>
              <a:off x="1242060" y="11410950"/>
              <a:ext cx="5675528" cy="212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en-US" sz="3000" i="1" dirty="0">
                  <a:solidFill>
                    <a:srgbClr val="3A3A3A"/>
                  </a:solidFill>
                  <a:latin typeface="Cambria"/>
                  <a:ea typeface="Cambria"/>
                  <a:cs typeface="Cambria"/>
                </a:rPr>
                <a:t>The good fighters of old first put</a:t>
              </a:r>
              <a:br/>
              <a:r>
                <a:rPr lang="en-US" sz="3000" i="1" dirty="0">
                  <a:solidFill>
                    <a:srgbClr val="3A3A3A"/>
                  </a:solidFill>
                  <a:latin typeface="Cambria"/>
                  <a:ea typeface="Cambria"/>
                  <a:cs typeface="Cambria"/>
                </a:rPr>
                <a:t>themselves beyond the possibility of</a:t>
              </a:r>
              <a:br/>
              <a:r>
                <a:rPr lang="en-US" sz="3000" i="1" dirty="0">
                  <a:solidFill>
                    <a:srgbClr val="3A3A3A"/>
                  </a:solidFill>
                  <a:latin typeface="Cambria"/>
                  <a:ea typeface="Cambria"/>
                  <a:cs typeface="Cambria"/>
                </a:rPr>
                <a:t>defeat, and then waited for an</a:t>
              </a:r>
              <a:br/>
              <a:r>
                <a:rPr lang="en-US" sz="3000" i="1" dirty="0">
                  <a:solidFill>
                    <a:srgbClr val="3A3A3A"/>
                  </a:solidFill>
                  <a:latin typeface="Cambria"/>
                  <a:ea typeface="Cambria"/>
                  <a:cs typeface="Cambria"/>
                </a:rPr>
                <a:t>opportunity of defeating the enemy.</a:t>
              </a:r>
            </a:p>
          </p:txBody>
        </p:sp>
        <p:sp>
          <p:nvSpPr>
            <p:cNvPr id="18" name="quote-cite-09"/>
            <p:cNvSpPr txBox="1"/>
            <p:nvPr/>
          </p:nvSpPr>
          <p:spPr>
            <a:xfrm>
              <a:off x="1244346" y="13669328"/>
              <a:ext cx="75107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7A756B"/>
                  </a:solidFill>
                  <a:latin typeface="+mn-lt"/>
                  <a:ea typeface="+mn-ea"/>
                  <a:cs typeface="+mn-cs"/>
                </a:rPr>
                <a:t>第四篇 TACTICAL DISPOSITIONS · 第 1 节</a:t>
              </a:r>
            </a:p>
          </p:txBody>
        </p:sp>
      </p:grpSp>
      <p:sp>
        <p:nvSpPr>
          <p:cNvPr id="20" name="step-flow-footer-slot Placeholder Carrier"/>
          <p:cNvSpPr txBox="1"/>
          <p:nvPr>
            <p:ph type="ftr" idx="4"/>
          </p:nvPr>
        </p:nvSpPr>
        <p:spPr>
          <a:xfrm>
            <a:off x="751332" y="15965805"/>
            <a:ext cx="526103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7A756B"/>
                </a:solidFill>
                <a:latin typeface="+mn-lt"/>
                <a:ea typeface="+mn-ea"/>
                <a:cs typeface="+mn-cs"/>
              </a:rPr>
              <a:t>Giles 1910 英译 · 讲解为整理 · 09 / 11</a:t>
            </a:r>
          </a:p>
        </p:txBody>
      </p:sp>
      <p:grpSp>
        <p:nvGrpSpPr>
          <p:cNvPr id="23" name="!!chapter-seal"/>
          <p:cNvGrpSpPr/>
          <p:nvPr/>
        </p:nvGrpSpPr>
        <p:grpSpPr>
          <a:xfrm>
            <a:off x="8420100" y="1676400"/>
            <a:ext cx="914400" cy="934593"/>
            <a:chOff x="8420100" y="1676400"/>
            <a:chExt cx="914400" cy="934593"/>
          </a:xfrm>
        </p:grpSpPr>
        <p:sp>
          <p:nvSpPr>
            <p:cNvPr id="21" name="Freeform 21"/>
            <p:cNvSpPr/>
            <p:nvPr/>
          </p:nvSpPr>
          <p:spPr>
            <a:xfrm>
              <a:off x="8420100" y="1676400"/>
              <a:ext cx="914400" cy="914400"/>
            </a:xfrm>
            <a:prstGeom prst="frame">
              <a:avLst/>
            </a:prstGeom>
            <a:solidFill>
              <a:srgbClr val="A8322D"/>
            </a:solidFill>
            <a:ln>
              <a:noFill/>
            </a:ln>
          </p:spPr>
        </p:sp>
        <p:sp>
          <p:nvSpPr>
            <p:cNvPr id="22" name="seal-glyph-09"/>
            <p:cNvSpPr txBox="1"/>
            <p:nvPr/>
          </p:nvSpPr>
          <p:spPr>
            <a:xfrm>
              <a:off x="8602980" y="1906905"/>
              <a:ext cx="54864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dirty="0">
                  <a:solidFill>
                    <a:srgbClr val="A8322D"/>
                  </a:solidFill>
                  <a:latin typeface="+mj-lt"/>
                  <a:ea typeface="+mj-ea"/>
                  <a:cs typeface="+mj-cs"/>
                </a:rPr>
                <a:t>四</a:t>
              </a:r>
            </a:p>
          </p:txBody>
        </p:sp>
      </p:grp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8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-full-picture-slot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0" t="7816" r="0" b="7815"/>
          <a:stretch>
            <a:fillRect/>
          </a:stretch>
        </p:blipFill>
        <p:spPr>
          <a:xfrm>
            <a:off x="0" y="0"/>
            <a:ext cx="10287000" cy="11620500"/>
          </a:xfrm>
          <a:prstGeom prst="rect">
            <a:avLst/>
          </a:prstGeom>
        </p:spPr>
      </p:pic>
      <p:sp>
        <p:nvSpPr>
          <p:cNvPr id="6" name="image-fade-rect-10"/>
          <p:cNvSpPr/>
          <p:nvPr/>
        </p:nvSpPr>
        <p:spPr>
          <a:xfrm>
            <a:off x="0" y="10096500"/>
            <a:ext cx="10287000" cy="1524000"/>
          </a:xfrm>
          <a:prstGeom prst="rect">
            <a:avLst/>
          </a:prstGeom>
          <a:gradFill>
            <a:gsLst>
              <a:gs pos="0">
                <a:srgbClr val="EBE6DA">
                  <a:alpha val="0"/>
                </a:srgbClr>
              </a:gs>
              <a:gs pos="100000">
                <a:srgbClr val="EBE6DA"/>
              </a:gs>
            </a:gsLst>
            <a:lin ang="5400000" scaled="1"/>
          </a:gradFill>
          <a:ln>
            <a:noFill/>
          </a:ln>
        </p:spPr>
      </p:sp>
      <p:sp>
        <p:nvSpPr>
          <p:cNvPr id="7" name="image-full-title-slot Placeholder Carrier"/>
          <p:cNvSpPr txBox="1"/>
          <p:nvPr>
            <p:ph type="title"/>
          </p:nvPr>
        </p:nvSpPr>
        <p:spPr>
          <a:xfrm>
            <a:off x="742950" y="12014835"/>
            <a:ext cx="4902708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dirty="0">
                <a:solidFill>
                  <a:srgbClr val="232323"/>
                </a:solidFill>
                <a:latin typeface="+mj-lt"/>
                <a:ea typeface="+mj-ea"/>
                <a:cs typeface="+mj-cs"/>
              </a:rPr>
              <a:t>像水一样取形</a:t>
            </a:r>
          </a:p>
        </p:txBody>
      </p:sp>
      <p:grpSp>
        <p:nvGrpSpPr>
          <p:cNvPr id="12" name="quote-plate-10"/>
          <p:cNvGrpSpPr/>
          <p:nvPr/>
        </p:nvGrpSpPr>
        <p:grpSpPr>
          <a:xfrm>
            <a:off x="762000" y="13277850"/>
            <a:ext cx="8633003" cy="2280857"/>
            <a:chOff x="762000" y="13277850"/>
            <a:chExt cx="8633003" cy="2280857"/>
          </a:xfrm>
        </p:grpSpPr>
        <p:sp>
          <p:nvSpPr>
            <p:cNvPr id="9" name="Freeform 9"/>
            <p:cNvSpPr/>
            <p:nvPr/>
          </p:nvSpPr>
          <p:spPr>
            <a:xfrm>
              <a:off x="762000" y="13277850"/>
              <a:ext cx="304800" cy="1562100"/>
            </a:xfrm>
            <a:prstGeom prst="leftBracket">
              <a:avLst/>
            </a:prstGeom>
            <a:noFill/>
            <a:ln w="38100">
              <a:solidFill>
                <a:srgbClr val="A8322D"/>
              </a:solidFill>
            </a:ln>
          </p:spPr>
        </p:sp>
        <p:sp>
          <p:nvSpPr>
            <p:cNvPr id="10" name="quote-text-10"/>
            <p:cNvSpPr txBox="1"/>
            <p:nvPr/>
          </p:nvSpPr>
          <p:spPr>
            <a:xfrm>
              <a:off x="1242060" y="13315950"/>
              <a:ext cx="6193346" cy="1615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en-US" sz="3000" i="1" dirty="0">
                  <a:solidFill>
                    <a:srgbClr val="3A3A3A"/>
                  </a:solidFill>
                  <a:latin typeface="Cambria"/>
                  <a:ea typeface="Cambria"/>
                  <a:cs typeface="Cambria"/>
                </a:rPr>
                <a:t>Therefore, just as water retains no</a:t>
              </a:r>
              <a:br/>
              <a:r>
                <a:rPr lang="en-US" sz="3000" i="1" dirty="0">
                  <a:solidFill>
                    <a:srgbClr val="3A3A3A"/>
                  </a:solidFill>
                  <a:latin typeface="Cambria"/>
                  <a:ea typeface="Cambria"/>
                  <a:cs typeface="Cambria"/>
                </a:rPr>
                <a:t>constant shape, so in warfare there are</a:t>
              </a:r>
              <a:br/>
              <a:r>
                <a:rPr lang="en-US" sz="3000" i="1" dirty="0">
                  <a:solidFill>
                    <a:srgbClr val="3A3A3A"/>
                  </a:solidFill>
                  <a:latin typeface="Cambria"/>
                  <a:ea typeface="Cambria"/>
                  <a:cs typeface="Cambria"/>
                </a:rPr>
                <a:t>no constant conditions.</a:t>
              </a:r>
            </a:p>
          </p:txBody>
        </p:sp>
        <p:sp>
          <p:nvSpPr>
            <p:cNvPr id="11" name="quote-cite-10"/>
            <p:cNvSpPr txBox="1"/>
            <p:nvPr/>
          </p:nvSpPr>
          <p:spPr>
            <a:xfrm>
              <a:off x="1244346" y="15059978"/>
              <a:ext cx="81506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7A756B"/>
                  </a:solidFill>
                  <a:latin typeface="+mn-lt"/>
                  <a:ea typeface="+mn-ea"/>
                  <a:cs typeface="+mn-cs"/>
                </a:rPr>
                <a:t>第六篇 WEAK POINTS AND STRONG · 第 32 节</a:t>
              </a:r>
            </a:p>
          </p:txBody>
        </p:sp>
      </p:grpSp>
      <p:sp>
        <p:nvSpPr>
          <p:cNvPr id="13" name="image-full-footer-slot Placeholder Carrier"/>
          <p:cNvSpPr txBox="1"/>
          <p:nvPr>
            <p:ph type="ftr" idx="2"/>
          </p:nvPr>
        </p:nvSpPr>
        <p:spPr>
          <a:xfrm>
            <a:off x="751332" y="15965805"/>
            <a:ext cx="526103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7A756B"/>
                </a:solidFill>
                <a:latin typeface="+mn-lt"/>
                <a:ea typeface="+mn-ea"/>
                <a:cs typeface="+mn-cs"/>
              </a:rPr>
              <a:t>Giles 1910 英译 · 讲解为整理 · 10 / 11</a:t>
            </a:r>
          </a:p>
        </p:txBody>
      </p:sp>
      <p:grpSp>
        <p:nvGrpSpPr>
          <p:cNvPr id="16" name="seal-mark-10"/>
          <p:cNvGrpSpPr/>
          <p:nvPr/>
        </p:nvGrpSpPr>
        <p:grpSpPr>
          <a:xfrm>
            <a:off x="8420100" y="1676400"/>
            <a:ext cx="914400" cy="934593"/>
            <a:chOff x="8420100" y="1676400"/>
            <a:chExt cx="914400" cy="934593"/>
          </a:xfrm>
        </p:grpSpPr>
        <p:sp>
          <p:nvSpPr>
            <p:cNvPr id="14" name="Freeform 14"/>
            <p:cNvSpPr/>
            <p:nvPr/>
          </p:nvSpPr>
          <p:spPr>
            <a:xfrm>
              <a:off x="8420100" y="1676400"/>
              <a:ext cx="914400" cy="914400"/>
            </a:xfrm>
            <a:prstGeom prst="frame">
              <a:avLst/>
            </a:prstGeom>
            <a:solidFill>
              <a:srgbClr val="A8322D"/>
            </a:solidFill>
            <a:ln>
              <a:noFill/>
            </a:ln>
          </p:spPr>
        </p:sp>
        <p:sp>
          <p:nvSpPr>
            <p:cNvPr id="15" name="seal-glyph-10"/>
            <p:cNvSpPr txBox="1"/>
            <p:nvPr/>
          </p:nvSpPr>
          <p:spPr>
            <a:xfrm>
              <a:off x="8602980" y="1906905"/>
              <a:ext cx="54864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dirty="0">
                  <a:solidFill>
                    <a:srgbClr val="A8322D"/>
                  </a:solidFill>
                  <a:latin typeface="+mj-lt"/>
                  <a:ea typeface="+mj-ea"/>
                  <a:cs typeface="+mj-cs"/>
                </a:rPr>
                <a:t>六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nding-message-slot Placeholder Carrier"/>
          <p:cNvSpPr txBox="1"/>
          <p:nvPr>
            <p:ph type="title"/>
          </p:nvPr>
        </p:nvSpPr>
        <p:spPr>
          <a:xfrm>
            <a:off x="1838706" y="7860030"/>
            <a:ext cx="6609588" cy="1276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600" dirty="0">
                <a:solidFill>
                  <a:srgbClr val="232323"/>
                </a:solidFill>
                <a:latin typeface="+mj-lt"/>
                <a:ea typeface="+mj-ea"/>
                <a:cs typeface="+mj-cs"/>
              </a:rPr>
              <a:t>能不打，就不打</a:t>
            </a:r>
          </a:p>
        </p:txBody>
      </p:sp>
      <p:sp>
        <p:nvSpPr>
          <p:cNvPr id="7" name="ending-cta-slot Placeholder Carrier"/>
          <p:cNvSpPr txBox="1"/>
          <p:nvPr>
            <p:ph type="body" idx="1"/>
          </p:nvPr>
        </p:nvSpPr>
        <p:spPr>
          <a:xfrm>
            <a:off x="1335595" y="10850880"/>
            <a:ext cx="7615809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zh-CN" sz="3600" dirty="0">
                <a:solidFill>
                  <a:srgbClr val="7A756B"/>
                </a:solidFill>
                <a:latin typeface="+mn-lt"/>
                <a:ea typeface="+mn-ea"/>
                <a:cs typeface="+mn-cs"/>
              </a:rPr>
              <a:t>原文见 Project Gutenberg #132</a:t>
            </a:r>
          </a:p>
        </p:txBody>
      </p:sp>
      <p:grpSp>
        <p:nvGrpSpPr>
          <p:cNvPr id="12" name="quote-plate-11"/>
          <p:cNvGrpSpPr/>
          <p:nvPr/>
        </p:nvGrpSpPr>
        <p:grpSpPr>
          <a:xfrm>
            <a:off x="762000" y="12039600"/>
            <a:ext cx="7743063" cy="2795207"/>
            <a:chOff x="762000" y="12039600"/>
            <a:chExt cx="7743063" cy="2795207"/>
          </a:xfrm>
        </p:grpSpPr>
        <p:sp>
          <p:nvSpPr>
            <p:cNvPr id="9" name="Freeform 9"/>
            <p:cNvSpPr/>
            <p:nvPr/>
          </p:nvSpPr>
          <p:spPr>
            <a:xfrm>
              <a:off x="762000" y="12039600"/>
              <a:ext cx="304800" cy="2076450"/>
            </a:xfrm>
            <a:prstGeom prst="leftBracket">
              <a:avLst/>
            </a:prstGeom>
            <a:noFill/>
            <a:ln w="38100">
              <a:solidFill>
                <a:srgbClr val="A8322D"/>
              </a:solidFill>
            </a:ln>
          </p:spPr>
        </p:sp>
        <p:sp>
          <p:nvSpPr>
            <p:cNvPr id="10" name="quote-text-11"/>
            <p:cNvSpPr txBox="1"/>
            <p:nvPr/>
          </p:nvSpPr>
          <p:spPr>
            <a:xfrm>
              <a:off x="1242060" y="12077700"/>
              <a:ext cx="6078245" cy="212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en-US" sz="3000" i="1" dirty="0">
                  <a:solidFill>
                    <a:srgbClr val="3A3A3A"/>
                  </a:solidFill>
                  <a:latin typeface="Cambria"/>
                  <a:ea typeface="Cambria"/>
                  <a:cs typeface="Cambria"/>
                </a:rPr>
                <a:t>Hence the enlightened ruler is heedful,</a:t>
              </a:r>
              <a:br/>
              <a:r>
                <a:rPr lang="en-US" sz="3000" i="1" dirty="0">
                  <a:solidFill>
                    <a:srgbClr val="3A3A3A"/>
                  </a:solidFill>
                  <a:latin typeface="Cambria"/>
                  <a:ea typeface="Cambria"/>
                  <a:cs typeface="Cambria"/>
                </a:rPr>
                <a:t>and the good general full of caution.</a:t>
              </a:r>
              <a:br/>
              <a:r>
                <a:rPr lang="en-US" sz="3000" i="1" dirty="0">
                  <a:solidFill>
                    <a:srgbClr val="3A3A3A"/>
                  </a:solidFill>
                  <a:latin typeface="Cambria"/>
                  <a:ea typeface="Cambria"/>
                  <a:cs typeface="Cambria"/>
                </a:rPr>
                <a:t>This is the way to keep a country at</a:t>
              </a:r>
              <a:br/>
              <a:r>
                <a:rPr lang="en-US" sz="3000" i="1" dirty="0">
                  <a:solidFill>
                    <a:srgbClr val="3A3A3A"/>
                  </a:solidFill>
                  <a:latin typeface="Cambria"/>
                  <a:ea typeface="Cambria"/>
                  <a:cs typeface="Cambria"/>
                </a:rPr>
                <a:t>peace and an army intact.</a:t>
              </a:r>
            </a:p>
          </p:txBody>
        </p:sp>
        <p:sp>
          <p:nvSpPr>
            <p:cNvPr id="11" name="quote-cite-11"/>
            <p:cNvSpPr txBox="1"/>
            <p:nvPr/>
          </p:nvSpPr>
          <p:spPr>
            <a:xfrm>
              <a:off x="1244346" y="14336078"/>
              <a:ext cx="72607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7A756B"/>
                  </a:solidFill>
                  <a:latin typeface="+mn-lt"/>
                  <a:ea typeface="+mn-ea"/>
                  <a:cs typeface="+mn-cs"/>
                </a:rPr>
                <a:t>第十二篇 THE ATTACK BY FIRE · 第 22 节</a:t>
              </a:r>
            </a:p>
          </p:txBody>
        </p:sp>
      </p:grpSp>
      <p:sp>
        <p:nvSpPr>
          <p:cNvPr id="13" name="ending-brand-slot Placeholder Carrier"/>
          <p:cNvSpPr txBox="1"/>
          <p:nvPr>
            <p:ph type="body" idx="2"/>
          </p:nvPr>
        </p:nvSpPr>
        <p:spPr>
          <a:xfrm>
            <a:off x="2137197" y="15476220"/>
            <a:ext cx="6012607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zh-CN" sz="2400" dirty="0">
                <a:solidFill>
                  <a:srgbClr val="3A3A3A"/>
                </a:solidFill>
                <a:latin typeface="+mn-lt"/>
                <a:ea typeface="+mn-ea"/>
                <a:cs typeface="+mn-cs"/>
              </a:rPr>
              <a:t>Giles 1910 英译 · 讲解为整理 · 11 / 11</a:t>
            </a:r>
          </a:p>
        </p:txBody>
      </p:sp>
      <p:grpSp>
        <p:nvGrpSpPr>
          <p:cNvPr id="16" name="seal-mark-11"/>
          <p:cNvGrpSpPr/>
          <p:nvPr/>
        </p:nvGrpSpPr>
        <p:grpSpPr>
          <a:xfrm>
            <a:off x="8420100" y="1676400"/>
            <a:ext cx="914400" cy="934593"/>
            <a:chOff x="8420100" y="1676400"/>
            <a:chExt cx="914400" cy="934593"/>
          </a:xfrm>
        </p:grpSpPr>
        <p:sp>
          <p:nvSpPr>
            <p:cNvPr id="14" name="Freeform 14"/>
            <p:cNvSpPr/>
            <p:nvPr/>
          </p:nvSpPr>
          <p:spPr>
            <a:xfrm>
              <a:off x="8420100" y="1676400"/>
              <a:ext cx="914400" cy="914400"/>
            </a:xfrm>
            <a:prstGeom prst="frame">
              <a:avLst/>
            </a:prstGeom>
            <a:solidFill>
              <a:srgbClr val="A8322D"/>
            </a:solidFill>
            <a:ln>
              <a:noFill/>
            </a:ln>
          </p:spPr>
        </p:sp>
        <p:sp>
          <p:nvSpPr>
            <p:cNvPr id="15" name="seal-glyph-11"/>
            <p:cNvSpPr txBox="1"/>
            <p:nvPr/>
          </p:nvSpPr>
          <p:spPr>
            <a:xfrm>
              <a:off x="8602980" y="1906905"/>
              <a:ext cx="54864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dirty="0">
                  <a:solidFill>
                    <a:srgbClr val="A8322D"/>
                  </a:solidFill>
                  <a:latin typeface="+mj-lt"/>
                  <a:ea typeface="+mj-ea"/>
                  <a:cs typeface="+mj-cs"/>
                </a:rPr>
                <a:t>慎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 Master">
      <a:majorFont>
        <a:latin typeface="Cambria"/>
        <a:ea typeface="KaiTi"/>
        <a:cs typeface="Cambria"/>
        <a:font script="Jpan" typeface="KaiTi"/>
        <a:font script="Hang" typeface="KaiTi"/>
        <a:font script="Hans" typeface="KaiTi"/>
        <a:font script="Hant" typeface="KaiT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Microsoft YaHei"/>
        <a:cs typeface="Cambr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2026-09-19T04:14:14Z</dcterms:created>
  <dcterms:modified xsi:type="dcterms:W3CDTF">2026-09-19T04:14:14Z</dcterms:modified>
  <cp:category/>
  <cp:contentStatus/>
</cp:coreProperties>
</file>